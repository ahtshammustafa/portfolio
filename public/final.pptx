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2.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3.xml" ContentType="application/vnd.openxmlformats-officedocument.themeOverr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4.xml" ContentType="application/vnd.openxmlformats-officedocument.themeOverr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5.xml" ContentType="application/vnd.openxmlformats-officedocument.themeOverr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85" r:id="rId3"/>
    <p:sldId id="266" r:id="rId4"/>
    <p:sldId id="391" r:id="rId5"/>
    <p:sldId id="361" r:id="rId6"/>
    <p:sldId id="336" r:id="rId7"/>
    <p:sldId id="344" r:id="rId8"/>
    <p:sldId id="295" r:id="rId9"/>
    <p:sldId id="337" r:id="rId10"/>
    <p:sldId id="349" r:id="rId11"/>
    <p:sldId id="348" r:id="rId12"/>
    <p:sldId id="313" r:id="rId13"/>
    <p:sldId id="314" r:id="rId14"/>
    <p:sldId id="339" r:id="rId15"/>
    <p:sldId id="340" r:id="rId16"/>
    <p:sldId id="335" r:id="rId17"/>
    <p:sldId id="345" r:id="rId18"/>
    <p:sldId id="362" r:id="rId19"/>
    <p:sldId id="347" r:id="rId20"/>
    <p:sldId id="366" r:id="rId21"/>
    <p:sldId id="293" r:id="rId22"/>
    <p:sldId id="297" r:id="rId23"/>
    <p:sldId id="380" r:id="rId24"/>
    <p:sldId id="303" r:id="rId25"/>
    <p:sldId id="302" r:id="rId26"/>
    <p:sldId id="304" r:id="rId27"/>
    <p:sldId id="317" r:id="rId28"/>
    <p:sldId id="379" r:id="rId29"/>
    <p:sldId id="305" r:id="rId30"/>
    <p:sldId id="322" r:id="rId31"/>
    <p:sldId id="381" r:id="rId32"/>
    <p:sldId id="306" r:id="rId33"/>
    <p:sldId id="308" r:id="rId34"/>
    <p:sldId id="382" r:id="rId35"/>
    <p:sldId id="353" r:id="rId36"/>
    <p:sldId id="383" r:id="rId37"/>
    <p:sldId id="354" r:id="rId38"/>
    <p:sldId id="384" r:id="rId39"/>
    <p:sldId id="358" r:id="rId40"/>
    <p:sldId id="369" r:id="rId41"/>
    <p:sldId id="377" r:id="rId42"/>
    <p:sldId id="386" r:id="rId43"/>
    <p:sldId id="387" r:id="rId44"/>
    <p:sldId id="388" r:id="rId45"/>
    <p:sldId id="389" r:id="rId46"/>
    <p:sldId id="390" r:id="rId47"/>
    <p:sldId id="378" r:id="rId48"/>
    <p:sldId id="330" r:id="rId49"/>
    <p:sldId id="376" r:id="rId50"/>
    <p:sldId id="373" r:id="rId51"/>
    <p:sldId id="375" r:id="rId52"/>
    <p:sldId id="352" r:id="rId53"/>
    <p:sldId id="392" r:id="rId54"/>
    <p:sldId id="346" r:id="rId55"/>
    <p:sldId id="315" r:id="rId56"/>
    <p:sldId id="350" r:id="rId57"/>
    <p:sldId id="316" r:id="rId58"/>
    <p:sldId id="286"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4747"/>
    <a:srgbClr val="9BCFF1"/>
    <a:srgbClr val="7A7A7A"/>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nustedupk0-my.sharepoint.com/personal/aawan_ms21igis_student_nust_edu_pk/Documents/Graphs.ods"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nustedupk0-my.sharepoint.com/personal/aawan_ms21igis_student_nust_edu_pk/Documents/Graphs.ods"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nustedupk0-my.sharepoint.com/personal/aawan_ms21igis_student_nust_edu_pk/Documents/Graphs.ods"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https://nustedupk0-my.sharepoint.com/personal/aawan_ms21igis_student_nust_edu_pk/Documents/Book1.ods" TargetMode="Externa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https://nustedupk0-my.sharepoint.com/personal/aawan_ms21igis_student_nust_edu_pk/Documents/Book1.ods"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https://nustedupk0-my.sharepoint.com/personal/aawan_ms21igis_student_nust_edu_pk/Documents/Book1.ods"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https://nustedupk0-my.sharepoint.com/personal/aawan_ms21igis_student_nust_edu_pk/Documents/Book1.ods" TargetMode="External"/></Relationships>
</file>

<file path=ppt/charts/_rels/chart9.xml.rels><?xml version="1.0" encoding="UTF-8" standalone="yes"?>
<Relationships xmlns="http://schemas.openxmlformats.org/package/2006/relationships"><Relationship Id="rId3" Type="http://schemas.openxmlformats.org/officeDocument/2006/relationships/oleObject" Target="https://nustedupk0-my.sharepoint.com/personal/aawan_ms21igis_student_nust_edu_pk/Documents/Book1.ods"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nustedupk0-my.sharepoint.com/personal/aawan_ms21igis_student_nust_edu_pk/Documents/Book1.ods"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https://nustedupk0-my.sharepoint.com/personal/aawan_ms21igis_student_nust_edu_pk/Documents/Book1.ods" TargetMode="External"/></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https://nustedupk0-my.sharepoint.com/personal/aawan_ms21igis_student_nust_edu_pk/Documents/Book1.ods" TargetMode="External"/></Relationships>
</file>

<file path=ppt/charts/_rels/chart13.xml.rels><?xml version="1.0" encoding="UTF-8" standalone="yes"?>
<Relationships xmlns="http://schemas.openxmlformats.org/package/2006/relationships"><Relationship Id="rId3" Type="http://schemas.openxmlformats.org/officeDocument/2006/relationships/oleObject" Target="https://nustedupk0-my.sharepoint.com/personal/aawan_ms21igis_student_nust_edu_pk/Documents/Book1.ods"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oleObject" Target="https://nustedupk0-my.sharepoint.com/personal/aawan_ms21igis_student_nust_edu_pk/Documents/Book1.od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GB" sz="1400" b="1" i="0" u="none" strike="noStrike" kern="1200" spc="0" baseline="0">
                <a:solidFill>
                  <a:sysClr val="windowText" lastClr="000000">
                    <a:lumMod val="65000"/>
                    <a:lumOff val="35000"/>
                  </a:sysClr>
                </a:solidFill>
                <a:latin typeface="+mn-lt"/>
                <a:ea typeface="+mn-ea"/>
                <a:cs typeface="+mn-cs"/>
              </a:rPr>
              <a:t>LULC</a:t>
            </a:r>
            <a:r>
              <a:rPr lang="en-GB" b="1" baseline="0"/>
              <a:t> - SVM</a:t>
            </a:r>
            <a:endParaRPr lang="en-GB"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barChart>
        <c:barDir val="col"/>
        <c:grouping val="clustered"/>
        <c:varyColors val="0"/>
        <c:ser>
          <c:idx val="0"/>
          <c:order val="0"/>
          <c:tx>
            <c:strRef>
              <c:f>SVM!$D$10</c:f>
              <c:strCache>
                <c:ptCount val="1"/>
                <c:pt idx="0">
                  <c:v>2002</c:v>
                </c:pt>
              </c:strCache>
            </c:strRef>
          </c:tx>
          <c:spPr>
            <a:solidFill>
              <a:schemeClr val="accent1"/>
            </a:solidFill>
            <a:ln>
              <a:noFill/>
            </a:ln>
            <a:effectLst/>
          </c:spPr>
          <c:invertIfNegative val="0"/>
          <c:cat>
            <c:strRef>
              <c:f>SVM!$C$11:$C$15</c:f>
              <c:strCache>
                <c:ptCount val="5"/>
                <c:pt idx="0">
                  <c:v>Water</c:v>
                </c:pt>
                <c:pt idx="1">
                  <c:v>Forest</c:v>
                </c:pt>
                <c:pt idx="2">
                  <c:v>Vegetation</c:v>
                </c:pt>
                <c:pt idx="3">
                  <c:v>Bare Land</c:v>
                </c:pt>
                <c:pt idx="4">
                  <c:v>Built Up</c:v>
                </c:pt>
              </c:strCache>
            </c:strRef>
          </c:cat>
          <c:val>
            <c:numRef>
              <c:f>SVM!$D$11:$D$15</c:f>
              <c:numCache>
                <c:formatCode>0%</c:formatCode>
                <c:ptCount val="5"/>
                <c:pt idx="0">
                  <c:v>1.0530290652430713E-2</c:v>
                </c:pt>
                <c:pt idx="1">
                  <c:v>0.32366735592068729</c:v>
                </c:pt>
                <c:pt idx="2">
                  <c:v>0.42096706677218848</c:v>
                </c:pt>
                <c:pt idx="3">
                  <c:v>0.23352293092325932</c:v>
                </c:pt>
                <c:pt idx="4">
                  <c:v>1.1312355731434211E-2</c:v>
                </c:pt>
              </c:numCache>
            </c:numRef>
          </c:val>
          <c:extLst>
            <c:ext xmlns:c16="http://schemas.microsoft.com/office/drawing/2014/chart" uri="{C3380CC4-5D6E-409C-BE32-E72D297353CC}">
              <c16:uniqueId val="{00000000-BC49-435C-8D27-FBABC2177191}"/>
            </c:ext>
          </c:extLst>
        </c:ser>
        <c:ser>
          <c:idx val="1"/>
          <c:order val="1"/>
          <c:tx>
            <c:strRef>
              <c:f>SVM!$E$10</c:f>
              <c:strCache>
                <c:ptCount val="1"/>
                <c:pt idx="0">
                  <c:v>2013</c:v>
                </c:pt>
              </c:strCache>
            </c:strRef>
          </c:tx>
          <c:spPr>
            <a:solidFill>
              <a:schemeClr val="accent2"/>
            </a:solidFill>
            <a:ln>
              <a:noFill/>
            </a:ln>
            <a:effectLst/>
          </c:spPr>
          <c:invertIfNegative val="0"/>
          <c:cat>
            <c:strRef>
              <c:f>SVM!$C$11:$C$15</c:f>
              <c:strCache>
                <c:ptCount val="5"/>
                <c:pt idx="0">
                  <c:v>Water</c:v>
                </c:pt>
                <c:pt idx="1">
                  <c:v>Forest</c:v>
                </c:pt>
                <c:pt idx="2">
                  <c:v>Vegetation</c:v>
                </c:pt>
                <c:pt idx="3">
                  <c:v>Bare Land</c:v>
                </c:pt>
                <c:pt idx="4">
                  <c:v>Built Up</c:v>
                </c:pt>
              </c:strCache>
            </c:strRef>
          </c:cat>
          <c:val>
            <c:numRef>
              <c:f>SVM!$E$11:$E$15</c:f>
              <c:numCache>
                <c:formatCode>0%</c:formatCode>
                <c:ptCount val="5"/>
                <c:pt idx="0">
                  <c:v>1.1118353192985087E-2</c:v>
                </c:pt>
                <c:pt idx="1">
                  <c:v>0.32784374997741211</c:v>
                </c:pt>
                <c:pt idx="2">
                  <c:v>0.33253633046325554</c:v>
                </c:pt>
                <c:pt idx="3">
                  <c:v>0.29505919392801089</c:v>
                </c:pt>
                <c:pt idx="4">
                  <c:v>3.3442372438336455E-2</c:v>
                </c:pt>
              </c:numCache>
            </c:numRef>
          </c:val>
          <c:extLst>
            <c:ext xmlns:c16="http://schemas.microsoft.com/office/drawing/2014/chart" uri="{C3380CC4-5D6E-409C-BE32-E72D297353CC}">
              <c16:uniqueId val="{00000001-BC49-435C-8D27-FBABC2177191}"/>
            </c:ext>
          </c:extLst>
        </c:ser>
        <c:ser>
          <c:idx val="2"/>
          <c:order val="2"/>
          <c:tx>
            <c:strRef>
              <c:f>SVM!$F$10</c:f>
              <c:strCache>
                <c:ptCount val="1"/>
                <c:pt idx="0">
                  <c:v>2022</c:v>
                </c:pt>
              </c:strCache>
            </c:strRef>
          </c:tx>
          <c:spPr>
            <a:solidFill>
              <a:schemeClr val="accent3"/>
            </a:solidFill>
            <a:ln>
              <a:noFill/>
            </a:ln>
            <a:effectLst/>
          </c:spPr>
          <c:invertIfNegative val="0"/>
          <c:cat>
            <c:strRef>
              <c:f>SVM!$C$11:$C$15</c:f>
              <c:strCache>
                <c:ptCount val="5"/>
                <c:pt idx="0">
                  <c:v>Water</c:v>
                </c:pt>
                <c:pt idx="1">
                  <c:v>Forest</c:v>
                </c:pt>
                <c:pt idx="2">
                  <c:v>Vegetation</c:v>
                </c:pt>
                <c:pt idx="3">
                  <c:v>Bare Land</c:v>
                </c:pt>
                <c:pt idx="4">
                  <c:v>Built Up</c:v>
                </c:pt>
              </c:strCache>
            </c:strRef>
          </c:cat>
          <c:val>
            <c:numRef>
              <c:f>SVM!$F$11:$F$15</c:f>
              <c:numCache>
                <c:formatCode>0%</c:formatCode>
                <c:ptCount val="5"/>
                <c:pt idx="0">
                  <c:v>8.7989164110553551E-3</c:v>
                </c:pt>
                <c:pt idx="1">
                  <c:v>0.16211457416461766</c:v>
                </c:pt>
                <c:pt idx="2">
                  <c:v>0.41924082948670027</c:v>
                </c:pt>
                <c:pt idx="3">
                  <c:v>0.36718981233740516</c:v>
                </c:pt>
                <c:pt idx="4">
                  <c:v>4.2655867600221581E-2</c:v>
                </c:pt>
              </c:numCache>
            </c:numRef>
          </c:val>
          <c:extLst>
            <c:ext xmlns:c16="http://schemas.microsoft.com/office/drawing/2014/chart" uri="{C3380CC4-5D6E-409C-BE32-E72D297353CC}">
              <c16:uniqueId val="{00000002-BC49-435C-8D27-FBABC2177191}"/>
            </c:ext>
          </c:extLst>
        </c:ser>
        <c:dLbls>
          <c:showLegendKey val="0"/>
          <c:showVal val="0"/>
          <c:showCatName val="0"/>
          <c:showSerName val="0"/>
          <c:showPercent val="0"/>
          <c:showBubbleSize val="0"/>
        </c:dLbls>
        <c:gapWidth val="219"/>
        <c:overlap val="-36"/>
        <c:axId val="813925263"/>
        <c:axId val="813923183"/>
      </c:barChart>
      <c:catAx>
        <c:axId val="8139252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813923183"/>
        <c:crosses val="autoZero"/>
        <c:auto val="1"/>
        <c:lblAlgn val="ctr"/>
        <c:lblOffset val="100"/>
        <c:noMultiLvlLbl val="0"/>
      </c:catAx>
      <c:valAx>
        <c:axId val="81392318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8139252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PK"/>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PK"/>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GB" sz="1400" b="1" i="0" u="none" strike="noStrike" kern="1200" spc="0" baseline="0">
                <a:solidFill>
                  <a:sysClr val="windowText" lastClr="000000">
                    <a:lumMod val="65000"/>
                    <a:lumOff val="35000"/>
                  </a:sysClr>
                </a:solidFill>
                <a:effectLst/>
                <a:latin typeface="+mn-lt"/>
                <a:ea typeface="+mn-ea"/>
                <a:cs typeface="+mn-cs"/>
              </a:rPr>
              <a:t>LULC</a:t>
            </a:r>
            <a:r>
              <a:rPr lang="en-GB" sz="1400" b="1" i="0" baseline="0">
                <a:effectLst/>
              </a:rPr>
              <a:t> - RF</a:t>
            </a:r>
            <a:endParaRPr lang="en-GB" sz="1400" b="1">
              <a:effectLst/>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barChart>
        <c:barDir val="col"/>
        <c:grouping val="clustered"/>
        <c:varyColors val="0"/>
        <c:ser>
          <c:idx val="0"/>
          <c:order val="0"/>
          <c:tx>
            <c:strRef>
              <c:f>SVM!$J$11</c:f>
              <c:strCache>
                <c:ptCount val="1"/>
                <c:pt idx="0">
                  <c:v>2002</c:v>
                </c:pt>
              </c:strCache>
            </c:strRef>
          </c:tx>
          <c:spPr>
            <a:solidFill>
              <a:schemeClr val="accent1"/>
            </a:solidFill>
            <a:ln>
              <a:noFill/>
            </a:ln>
            <a:effectLst/>
          </c:spPr>
          <c:invertIfNegative val="0"/>
          <c:cat>
            <c:strRef>
              <c:f>SVM!$I$12:$I$16</c:f>
              <c:strCache>
                <c:ptCount val="5"/>
                <c:pt idx="0">
                  <c:v>Water</c:v>
                </c:pt>
                <c:pt idx="1">
                  <c:v>Forest</c:v>
                </c:pt>
                <c:pt idx="2">
                  <c:v>Vegetation</c:v>
                </c:pt>
                <c:pt idx="3">
                  <c:v>Bare Land</c:v>
                </c:pt>
                <c:pt idx="4">
                  <c:v>Built Up</c:v>
                </c:pt>
              </c:strCache>
            </c:strRef>
          </c:cat>
          <c:val>
            <c:numRef>
              <c:f>SVM!$J$12:$J$16</c:f>
              <c:numCache>
                <c:formatCode>0%</c:formatCode>
                <c:ptCount val="5"/>
                <c:pt idx="0">
                  <c:v>9.5771553422109596E-3</c:v>
                </c:pt>
                <c:pt idx="1">
                  <c:v>0.27806442573618101</c:v>
                </c:pt>
                <c:pt idx="2">
                  <c:v>0.43113545080552479</c:v>
                </c:pt>
                <c:pt idx="3">
                  <c:v>0.27328447796228839</c:v>
                </c:pt>
                <c:pt idx="4">
                  <c:v>7.9384901537949207E-3</c:v>
                </c:pt>
              </c:numCache>
            </c:numRef>
          </c:val>
          <c:extLst>
            <c:ext xmlns:c16="http://schemas.microsoft.com/office/drawing/2014/chart" uri="{C3380CC4-5D6E-409C-BE32-E72D297353CC}">
              <c16:uniqueId val="{00000000-C0D4-4497-ACD1-CCDF61C7EBBE}"/>
            </c:ext>
          </c:extLst>
        </c:ser>
        <c:ser>
          <c:idx val="1"/>
          <c:order val="1"/>
          <c:tx>
            <c:strRef>
              <c:f>SVM!$K$11</c:f>
              <c:strCache>
                <c:ptCount val="1"/>
                <c:pt idx="0">
                  <c:v>2013</c:v>
                </c:pt>
              </c:strCache>
            </c:strRef>
          </c:tx>
          <c:spPr>
            <a:solidFill>
              <a:schemeClr val="accent2"/>
            </a:solidFill>
            <a:ln>
              <a:noFill/>
            </a:ln>
            <a:effectLst/>
          </c:spPr>
          <c:invertIfNegative val="0"/>
          <c:cat>
            <c:strRef>
              <c:f>SVM!$I$12:$I$16</c:f>
              <c:strCache>
                <c:ptCount val="5"/>
                <c:pt idx="0">
                  <c:v>Water</c:v>
                </c:pt>
                <c:pt idx="1">
                  <c:v>Forest</c:v>
                </c:pt>
                <c:pt idx="2">
                  <c:v>Vegetation</c:v>
                </c:pt>
                <c:pt idx="3">
                  <c:v>Bare Land</c:v>
                </c:pt>
                <c:pt idx="4">
                  <c:v>Built Up</c:v>
                </c:pt>
              </c:strCache>
            </c:strRef>
          </c:cat>
          <c:val>
            <c:numRef>
              <c:f>SVM!$K$12:$K$16</c:f>
              <c:numCache>
                <c:formatCode>0%</c:formatCode>
                <c:ptCount val="5"/>
                <c:pt idx="0">
                  <c:v>8.121240918302285E-3</c:v>
                </c:pt>
                <c:pt idx="1">
                  <c:v>0.27514752047823843</c:v>
                </c:pt>
                <c:pt idx="2">
                  <c:v>0.38449440985717009</c:v>
                </c:pt>
                <c:pt idx="3">
                  <c:v>0.31047222797548696</c:v>
                </c:pt>
                <c:pt idx="4">
                  <c:v>2.1764600770802108E-2</c:v>
                </c:pt>
              </c:numCache>
            </c:numRef>
          </c:val>
          <c:extLst>
            <c:ext xmlns:c16="http://schemas.microsoft.com/office/drawing/2014/chart" uri="{C3380CC4-5D6E-409C-BE32-E72D297353CC}">
              <c16:uniqueId val="{00000001-C0D4-4497-ACD1-CCDF61C7EBBE}"/>
            </c:ext>
          </c:extLst>
        </c:ser>
        <c:ser>
          <c:idx val="2"/>
          <c:order val="2"/>
          <c:tx>
            <c:strRef>
              <c:f>SVM!$L$11</c:f>
              <c:strCache>
                <c:ptCount val="1"/>
                <c:pt idx="0">
                  <c:v>2022</c:v>
                </c:pt>
              </c:strCache>
            </c:strRef>
          </c:tx>
          <c:spPr>
            <a:solidFill>
              <a:schemeClr val="accent3"/>
            </a:solidFill>
            <a:ln>
              <a:noFill/>
            </a:ln>
            <a:effectLst/>
          </c:spPr>
          <c:invertIfNegative val="0"/>
          <c:cat>
            <c:strRef>
              <c:f>SVM!$I$12:$I$16</c:f>
              <c:strCache>
                <c:ptCount val="5"/>
                <c:pt idx="0">
                  <c:v>Water</c:v>
                </c:pt>
                <c:pt idx="1">
                  <c:v>Forest</c:v>
                </c:pt>
                <c:pt idx="2">
                  <c:v>Vegetation</c:v>
                </c:pt>
                <c:pt idx="3">
                  <c:v>Bare Land</c:v>
                </c:pt>
                <c:pt idx="4">
                  <c:v>Built Up</c:v>
                </c:pt>
              </c:strCache>
            </c:strRef>
          </c:cat>
          <c:val>
            <c:numRef>
              <c:f>SVM!$L$12:$L$16</c:f>
              <c:numCache>
                <c:formatCode>0%</c:formatCode>
                <c:ptCount val="5"/>
                <c:pt idx="0">
                  <c:v>9.5304523690590785E-3</c:v>
                </c:pt>
                <c:pt idx="1">
                  <c:v>0.14086372523670737</c:v>
                </c:pt>
                <c:pt idx="2">
                  <c:v>0.4547549718360766</c:v>
                </c:pt>
                <c:pt idx="3">
                  <c:v>0.34068025249387113</c:v>
                </c:pt>
                <c:pt idx="4">
                  <c:v>5.3064504702560723E-2</c:v>
                </c:pt>
              </c:numCache>
            </c:numRef>
          </c:val>
          <c:extLst>
            <c:ext xmlns:c16="http://schemas.microsoft.com/office/drawing/2014/chart" uri="{C3380CC4-5D6E-409C-BE32-E72D297353CC}">
              <c16:uniqueId val="{00000002-C0D4-4497-ACD1-CCDF61C7EBBE}"/>
            </c:ext>
          </c:extLst>
        </c:ser>
        <c:dLbls>
          <c:showLegendKey val="0"/>
          <c:showVal val="0"/>
          <c:showCatName val="0"/>
          <c:showSerName val="0"/>
          <c:showPercent val="0"/>
          <c:showBubbleSize val="0"/>
        </c:dLbls>
        <c:gapWidth val="219"/>
        <c:overlap val="-27"/>
        <c:axId val="1908752879"/>
        <c:axId val="1908743727"/>
      </c:barChart>
      <c:catAx>
        <c:axId val="19087528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1908743727"/>
        <c:crosses val="autoZero"/>
        <c:auto val="1"/>
        <c:lblAlgn val="ctr"/>
        <c:lblOffset val="100"/>
        <c:noMultiLvlLbl val="0"/>
      </c:catAx>
      <c:valAx>
        <c:axId val="190874372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19087528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PK"/>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1"/>
      </a:solidFill>
    </a:ln>
    <a:effectLst/>
  </c:spPr>
  <c:txPr>
    <a:bodyPr/>
    <a:lstStyle/>
    <a:p>
      <a:pPr>
        <a:defRPr/>
      </a:pPr>
      <a:endParaRPr lang="en-PK"/>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kern="1200" spc="0" baseline="0">
                <a:solidFill>
                  <a:sysClr val="windowText" lastClr="000000">
                    <a:lumMod val="65000"/>
                    <a:lumOff val="35000"/>
                  </a:sysClr>
                </a:solidFill>
                <a:latin typeface="+mn-lt"/>
                <a:ea typeface="+mn-ea"/>
                <a:cs typeface="+mn-cs"/>
              </a:rPr>
              <a:t>LULC</a:t>
            </a:r>
            <a:r>
              <a:rPr lang="en-US" b="1"/>
              <a:t> - CART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barChart>
        <c:barDir val="col"/>
        <c:grouping val="clustered"/>
        <c:varyColors val="0"/>
        <c:ser>
          <c:idx val="0"/>
          <c:order val="0"/>
          <c:tx>
            <c:strRef>
              <c:f>SVM!$P$9</c:f>
              <c:strCache>
                <c:ptCount val="1"/>
                <c:pt idx="0">
                  <c:v>2002</c:v>
                </c:pt>
              </c:strCache>
            </c:strRef>
          </c:tx>
          <c:spPr>
            <a:solidFill>
              <a:schemeClr val="accent1"/>
            </a:solidFill>
            <a:ln>
              <a:noFill/>
            </a:ln>
            <a:effectLst/>
          </c:spPr>
          <c:invertIfNegative val="0"/>
          <c:cat>
            <c:strRef>
              <c:f>SVM!$O$10:$O$14</c:f>
              <c:strCache>
                <c:ptCount val="5"/>
                <c:pt idx="0">
                  <c:v>Water</c:v>
                </c:pt>
                <c:pt idx="1">
                  <c:v>Forest</c:v>
                </c:pt>
                <c:pt idx="2">
                  <c:v>Vegetation</c:v>
                </c:pt>
                <c:pt idx="3">
                  <c:v>Bare Land</c:v>
                </c:pt>
                <c:pt idx="4">
                  <c:v>Built Up</c:v>
                </c:pt>
              </c:strCache>
            </c:strRef>
          </c:cat>
          <c:val>
            <c:numRef>
              <c:f>SVM!$P$10:$P$14</c:f>
              <c:numCache>
                <c:formatCode>0%</c:formatCode>
                <c:ptCount val="5"/>
                <c:pt idx="0">
                  <c:v>1.1842249540077244E-2</c:v>
                </c:pt>
                <c:pt idx="1">
                  <c:v>0.34702339615898509</c:v>
                </c:pt>
                <c:pt idx="2">
                  <c:v>0.38096935066622806</c:v>
                </c:pt>
                <c:pt idx="3">
                  <c:v>0.24998781661569955</c:v>
                </c:pt>
                <c:pt idx="4">
                  <c:v>1.0177187019010141E-2</c:v>
                </c:pt>
              </c:numCache>
            </c:numRef>
          </c:val>
          <c:extLst>
            <c:ext xmlns:c16="http://schemas.microsoft.com/office/drawing/2014/chart" uri="{C3380CC4-5D6E-409C-BE32-E72D297353CC}">
              <c16:uniqueId val="{00000000-A1E5-44DE-A44B-96EB6630ED18}"/>
            </c:ext>
          </c:extLst>
        </c:ser>
        <c:ser>
          <c:idx val="1"/>
          <c:order val="1"/>
          <c:tx>
            <c:strRef>
              <c:f>SVM!$Q$9</c:f>
              <c:strCache>
                <c:ptCount val="1"/>
                <c:pt idx="0">
                  <c:v>2013</c:v>
                </c:pt>
              </c:strCache>
            </c:strRef>
          </c:tx>
          <c:spPr>
            <a:solidFill>
              <a:schemeClr val="accent2"/>
            </a:solidFill>
            <a:ln>
              <a:noFill/>
            </a:ln>
            <a:effectLst/>
          </c:spPr>
          <c:invertIfNegative val="0"/>
          <c:cat>
            <c:strRef>
              <c:f>SVM!$O$10:$O$14</c:f>
              <c:strCache>
                <c:ptCount val="5"/>
                <c:pt idx="0">
                  <c:v>Water</c:v>
                </c:pt>
                <c:pt idx="1">
                  <c:v>Forest</c:v>
                </c:pt>
                <c:pt idx="2">
                  <c:v>Vegetation</c:v>
                </c:pt>
                <c:pt idx="3">
                  <c:v>Bare Land</c:v>
                </c:pt>
                <c:pt idx="4">
                  <c:v>Built Up</c:v>
                </c:pt>
              </c:strCache>
            </c:strRef>
          </c:cat>
          <c:val>
            <c:numRef>
              <c:f>SVM!$Q$10:$Q$14</c:f>
              <c:numCache>
                <c:formatCode>0%</c:formatCode>
                <c:ptCount val="5"/>
                <c:pt idx="0">
                  <c:v>8.2237844028314189E-3</c:v>
                </c:pt>
                <c:pt idx="1">
                  <c:v>0.27482973720440068</c:v>
                </c:pt>
                <c:pt idx="2">
                  <c:v>0.42776065335428881</c:v>
                </c:pt>
                <c:pt idx="3">
                  <c:v>0.25056551208794781</c:v>
                </c:pt>
                <c:pt idx="4">
                  <c:v>3.8620312950531401E-2</c:v>
                </c:pt>
              </c:numCache>
            </c:numRef>
          </c:val>
          <c:extLst>
            <c:ext xmlns:c16="http://schemas.microsoft.com/office/drawing/2014/chart" uri="{C3380CC4-5D6E-409C-BE32-E72D297353CC}">
              <c16:uniqueId val="{00000001-A1E5-44DE-A44B-96EB6630ED18}"/>
            </c:ext>
          </c:extLst>
        </c:ser>
        <c:ser>
          <c:idx val="2"/>
          <c:order val="2"/>
          <c:tx>
            <c:strRef>
              <c:f>SVM!$R$9</c:f>
              <c:strCache>
                <c:ptCount val="1"/>
                <c:pt idx="0">
                  <c:v>2022</c:v>
                </c:pt>
              </c:strCache>
            </c:strRef>
          </c:tx>
          <c:spPr>
            <a:solidFill>
              <a:schemeClr val="accent3"/>
            </a:solidFill>
            <a:ln>
              <a:noFill/>
            </a:ln>
            <a:effectLst/>
          </c:spPr>
          <c:invertIfNegative val="0"/>
          <c:cat>
            <c:strRef>
              <c:f>SVM!$O$10:$O$14</c:f>
              <c:strCache>
                <c:ptCount val="5"/>
                <c:pt idx="0">
                  <c:v>Water</c:v>
                </c:pt>
                <c:pt idx="1">
                  <c:v>Forest</c:v>
                </c:pt>
                <c:pt idx="2">
                  <c:v>Vegetation</c:v>
                </c:pt>
                <c:pt idx="3">
                  <c:v>Bare Land</c:v>
                </c:pt>
                <c:pt idx="4">
                  <c:v>Built Up</c:v>
                </c:pt>
              </c:strCache>
            </c:strRef>
          </c:cat>
          <c:val>
            <c:numRef>
              <c:f>SVM!$R$10:$R$14</c:f>
              <c:numCache>
                <c:formatCode>0%</c:formatCode>
                <c:ptCount val="5"/>
                <c:pt idx="0">
                  <c:v>9.3587300884600943E-3</c:v>
                </c:pt>
                <c:pt idx="1">
                  <c:v>0.1604987934692961</c:v>
                </c:pt>
                <c:pt idx="2">
                  <c:v>0.42622906386611353</c:v>
                </c:pt>
                <c:pt idx="3">
                  <c:v>0.33931740639773533</c:v>
                </c:pt>
                <c:pt idx="4">
                  <c:v>6.459600617839488E-2</c:v>
                </c:pt>
              </c:numCache>
            </c:numRef>
          </c:val>
          <c:extLst>
            <c:ext xmlns:c16="http://schemas.microsoft.com/office/drawing/2014/chart" uri="{C3380CC4-5D6E-409C-BE32-E72D297353CC}">
              <c16:uniqueId val="{00000002-A1E5-44DE-A44B-96EB6630ED18}"/>
            </c:ext>
          </c:extLst>
        </c:ser>
        <c:dLbls>
          <c:showLegendKey val="0"/>
          <c:showVal val="0"/>
          <c:showCatName val="0"/>
          <c:showSerName val="0"/>
          <c:showPercent val="0"/>
          <c:showBubbleSize val="0"/>
        </c:dLbls>
        <c:gapWidth val="219"/>
        <c:overlap val="-27"/>
        <c:axId val="1295920543"/>
        <c:axId val="1295932191"/>
      </c:barChart>
      <c:catAx>
        <c:axId val="12959205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1295932191"/>
        <c:crosses val="autoZero"/>
        <c:auto val="1"/>
        <c:lblAlgn val="ctr"/>
        <c:lblOffset val="100"/>
        <c:noMultiLvlLbl val="0"/>
      </c:catAx>
      <c:valAx>
        <c:axId val="129593219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12959205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PK"/>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PK"/>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GB" sz="1400" b="1" i="0" u="none" strike="noStrike" kern="1200" spc="0" baseline="0">
                <a:solidFill>
                  <a:sysClr val="windowText" lastClr="000000">
                    <a:lumMod val="65000"/>
                    <a:lumOff val="35000"/>
                  </a:sysClr>
                </a:solidFill>
                <a:latin typeface="+mn-lt"/>
                <a:ea typeface="+mn-ea"/>
                <a:cs typeface="+mn-cs"/>
              </a:rPr>
              <a:t>LULC</a:t>
            </a:r>
            <a:r>
              <a:rPr lang="en-GB" b="1"/>
              <a:t> - GTB</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barChart>
        <c:barDir val="col"/>
        <c:grouping val="clustered"/>
        <c:varyColors val="0"/>
        <c:ser>
          <c:idx val="0"/>
          <c:order val="0"/>
          <c:tx>
            <c:strRef>
              <c:f>SVM!$W$10</c:f>
              <c:strCache>
                <c:ptCount val="1"/>
                <c:pt idx="0">
                  <c:v>2002</c:v>
                </c:pt>
              </c:strCache>
            </c:strRef>
          </c:tx>
          <c:spPr>
            <a:solidFill>
              <a:schemeClr val="accent1"/>
            </a:solidFill>
            <a:ln>
              <a:noFill/>
            </a:ln>
            <a:effectLst/>
          </c:spPr>
          <c:invertIfNegative val="0"/>
          <c:cat>
            <c:strRef>
              <c:f>SVM!$V$11:$V$15</c:f>
              <c:strCache>
                <c:ptCount val="5"/>
                <c:pt idx="0">
                  <c:v>Water</c:v>
                </c:pt>
                <c:pt idx="1">
                  <c:v>Forest</c:v>
                </c:pt>
                <c:pt idx="2">
                  <c:v>Vegetation</c:v>
                </c:pt>
                <c:pt idx="3">
                  <c:v>Bare Land</c:v>
                </c:pt>
                <c:pt idx="4">
                  <c:v>Built Up</c:v>
                </c:pt>
              </c:strCache>
            </c:strRef>
          </c:cat>
          <c:val>
            <c:numRef>
              <c:f>SVM!$W$11:$W$15</c:f>
              <c:numCache>
                <c:formatCode>0%</c:formatCode>
                <c:ptCount val="5"/>
                <c:pt idx="0">
                  <c:v>1.3184452377181334E-2</c:v>
                </c:pt>
                <c:pt idx="1">
                  <c:v>0.34769652814158719</c:v>
                </c:pt>
                <c:pt idx="2">
                  <c:v>0.27258697921108527</c:v>
                </c:pt>
                <c:pt idx="3">
                  <c:v>0.3575610082968847</c:v>
                </c:pt>
                <c:pt idx="4">
                  <c:v>8.971031973261533E-3</c:v>
                </c:pt>
              </c:numCache>
            </c:numRef>
          </c:val>
          <c:extLst>
            <c:ext xmlns:c16="http://schemas.microsoft.com/office/drawing/2014/chart" uri="{C3380CC4-5D6E-409C-BE32-E72D297353CC}">
              <c16:uniqueId val="{00000000-5227-4142-8773-104942504436}"/>
            </c:ext>
          </c:extLst>
        </c:ser>
        <c:ser>
          <c:idx val="1"/>
          <c:order val="1"/>
          <c:tx>
            <c:strRef>
              <c:f>SVM!$X$10</c:f>
              <c:strCache>
                <c:ptCount val="1"/>
                <c:pt idx="0">
                  <c:v>2013</c:v>
                </c:pt>
              </c:strCache>
            </c:strRef>
          </c:tx>
          <c:spPr>
            <a:solidFill>
              <a:schemeClr val="accent2"/>
            </a:solidFill>
            <a:ln>
              <a:noFill/>
            </a:ln>
            <a:effectLst/>
          </c:spPr>
          <c:invertIfNegative val="0"/>
          <c:cat>
            <c:strRef>
              <c:f>SVM!$V$11:$V$15</c:f>
              <c:strCache>
                <c:ptCount val="5"/>
                <c:pt idx="0">
                  <c:v>Water</c:v>
                </c:pt>
                <c:pt idx="1">
                  <c:v>Forest</c:v>
                </c:pt>
                <c:pt idx="2">
                  <c:v>Vegetation</c:v>
                </c:pt>
                <c:pt idx="3">
                  <c:v>Bare Land</c:v>
                </c:pt>
                <c:pt idx="4">
                  <c:v>Built Up</c:v>
                </c:pt>
              </c:strCache>
            </c:strRef>
          </c:cat>
          <c:val>
            <c:numRef>
              <c:f>SVM!$X$11:$X$15</c:f>
              <c:numCache>
                <c:formatCode>0%</c:formatCode>
                <c:ptCount val="5"/>
                <c:pt idx="0">
                  <c:v>7.3008930420692241E-3</c:v>
                </c:pt>
                <c:pt idx="1">
                  <c:v>0.27486121094717686</c:v>
                </c:pt>
                <c:pt idx="2">
                  <c:v>0.45308280234083415</c:v>
                </c:pt>
                <c:pt idx="3">
                  <c:v>0.24285038397966183</c:v>
                </c:pt>
                <c:pt idx="4">
                  <c:v>2.1904709690257759E-2</c:v>
                </c:pt>
              </c:numCache>
            </c:numRef>
          </c:val>
          <c:extLst>
            <c:ext xmlns:c16="http://schemas.microsoft.com/office/drawing/2014/chart" uri="{C3380CC4-5D6E-409C-BE32-E72D297353CC}">
              <c16:uniqueId val="{00000001-5227-4142-8773-104942504436}"/>
            </c:ext>
          </c:extLst>
        </c:ser>
        <c:ser>
          <c:idx val="2"/>
          <c:order val="2"/>
          <c:tx>
            <c:strRef>
              <c:f>SVM!$Y$10</c:f>
              <c:strCache>
                <c:ptCount val="1"/>
                <c:pt idx="0">
                  <c:v>2022</c:v>
                </c:pt>
              </c:strCache>
            </c:strRef>
          </c:tx>
          <c:spPr>
            <a:solidFill>
              <a:schemeClr val="accent3"/>
            </a:solidFill>
            <a:ln>
              <a:noFill/>
            </a:ln>
            <a:effectLst/>
          </c:spPr>
          <c:invertIfNegative val="0"/>
          <c:cat>
            <c:strRef>
              <c:f>SVM!$V$11:$V$15</c:f>
              <c:strCache>
                <c:ptCount val="5"/>
                <c:pt idx="0">
                  <c:v>Water</c:v>
                </c:pt>
                <c:pt idx="1">
                  <c:v>Forest</c:v>
                </c:pt>
                <c:pt idx="2">
                  <c:v>Vegetation</c:v>
                </c:pt>
                <c:pt idx="3">
                  <c:v>Bare Land</c:v>
                </c:pt>
                <c:pt idx="4">
                  <c:v>Built Up</c:v>
                </c:pt>
              </c:strCache>
            </c:strRef>
          </c:cat>
          <c:val>
            <c:numRef>
              <c:f>SVM!$Y$11:$Y$15</c:f>
              <c:numCache>
                <c:formatCode>0%</c:formatCode>
                <c:ptCount val="5"/>
                <c:pt idx="0">
                  <c:v>9.2830642887126846E-3</c:v>
                </c:pt>
                <c:pt idx="1">
                  <c:v>0.14277278113712596</c:v>
                </c:pt>
                <c:pt idx="2">
                  <c:v>0.42105341022936105</c:v>
                </c:pt>
                <c:pt idx="3">
                  <c:v>0.38800959080951902</c:v>
                </c:pt>
                <c:pt idx="4">
                  <c:v>3.888115353528121E-2</c:v>
                </c:pt>
              </c:numCache>
            </c:numRef>
          </c:val>
          <c:extLst>
            <c:ext xmlns:c16="http://schemas.microsoft.com/office/drawing/2014/chart" uri="{C3380CC4-5D6E-409C-BE32-E72D297353CC}">
              <c16:uniqueId val="{00000002-5227-4142-8773-104942504436}"/>
            </c:ext>
          </c:extLst>
        </c:ser>
        <c:dLbls>
          <c:showLegendKey val="0"/>
          <c:showVal val="0"/>
          <c:showCatName val="0"/>
          <c:showSerName val="0"/>
          <c:showPercent val="0"/>
          <c:showBubbleSize val="0"/>
        </c:dLbls>
        <c:gapWidth val="219"/>
        <c:overlap val="-27"/>
        <c:axId val="1287017759"/>
        <c:axId val="1287018175"/>
      </c:barChart>
      <c:catAx>
        <c:axId val="1287017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1287018175"/>
        <c:crosses val="autoZero"/>
        <c:auto val="1"/>
        <c:lblAlgn val="ctr"/>
        <c:lblOffset val="100"/>
        <c:noMultiLvlLbl val="0"/>
      </c:catAx>
      <c:valAx>
        <c:axId val="128701817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1287017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PK"/>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PK"/>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LST and NDBI 2002</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scatterChart>
        <c:scatterStyle val="lineMarker"/>
        <c:varyColors val="0"/>
        <c:ser>
          <c:idx val="0"/>
          <c:order val="0"/>
          <c:tx>
            <c:strRef>
              <c:f>'2002'!$M$1</c:f>
              <c:strCache>
                <c:ptCount val="1"/>
                <c:pt idx="0">
                  <c:v>NDBI2022_tif</c:v>
                </c:pt>
              </c:strCache>
            </c:strRef>
          </c:tx>
          <c:spPr>
            <a:ln w="19050" cap="rnd">
              <a:noFill/>
              <a:round/>
            </a:ln>
            <a:effectLst/>
          </c:spPr>
          <c:marker>
            <c:symbol val="circle"/>
            <c:size val="5"/>
            <c:spPr>
              <a:solidFill>
                <a:schemeClr val="dk1">
                  <a:tint val="88500"/>
                </a:schemeClr>
              </a:solidFill>
              <a:ln w="9525">
                <a:solidFill>
                  <a:schemeClr val="dk1">
                    <a:tint val="88500"/>
                  </a:schemeClr>
                </a:solidFill>
              </a:ln>
              <a:effectLst/>
            </c:spPr>
          </c:marker>
          <c:trendline>
            <c:spPr>
              <a:ln w="19050" cap="rnd">
                <a:solidFill>
                  <a:schemeClr val="tx1"/>
                </a:solidFill>
                <a:prstDash val="sysDot"/>
              </a:ln>
              <a:effectLst/>
            </c:spPr>
            <c:trendlineType val="linear"/>
            <c:dispRSqr val="1"/>
            <c:dispEq val="1"/>
            <c:trendlineLbl>
              <c:layout>
                <c:manualLayout>
                  <c:x val="-0.61214500000000005"/>
                  <c:y val="0.48483373015873016"/>
                </c:manualLayout>
              </c:layout>
              <c:numFmt formatCode="General" sourceLinked="0"/>
              <c:spPr>
                <a:noFill/>
                <a:ln w="12700">
                  <a:solidFill>
                    <a:schemeClr val="tx1"/>
                  </a:solid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trendlineLbl>
          </c:trendline>
          <c:xVal>
            <c:numRef>
              <c:f>'2002'!$L$2:$L$1149</c:f>
              <c:numCache>
                <c:formatCode>0.00</c:formatCode>
                <c:ptCount val="1148"/>
                <c:pt idx="0">
                  <c:v>21.97315</c:v>
                </c:pt>
                <c:pt idx="1">
                  <c:v>26.088439999999999</c:v>
                </c:pt>
                <c:pt idx="2">
                  <c:v>26.198699999999999</c:v>
                </c:pt>
                <c:pt idx="3">
                  <c:v>25.394310000000001</c:v>
                </c:pt>
                <c:pt idx="4">
                  <c:v>24.295850000000002</c:v>
                </c:pt>
                <c:pt idx="5">
                  <c:v>22.2987</c:v>
                </c:pt>
                <c:pt idx="6">
                  <c:v>24.683720000000001</c:v>
                </c:pt>
                <c:pt idx="7">
                  <c:v>28.95346</c:v>
                </c:pt>
                <c:pt idx="8">
                  <c:v>25.793869999999998</c:v>
                </c:pt>
                <c:pt idx="9">
                  <c:v>24.244019999999999</c:v>
                </c:pt>
                <c:pt idx="10">
                  <c:v>26.807269999999999</c:v>
                </c:pt>
                <c:pt idx="11">
                  <c:v>25.5473</c:v>
                </c:pt>
                <c:pt idx="12">
                  <c:v>26.538340000000002</c:v>
                </c:pt>
                <c:pt idx="13">
                  <c:v>27.7255</c:v>
                </c:pt>
                <c:pt idx="14">
                  <c:v>30.266120000000001</c:v>
                </c:pt>
                <c:pt idx="15">
                  <c:v>28.420120000000001</c:v>
                </c:pt>
                <c:pt idx="16">
                  <c:v>24.11093</c:v>
                </c:pt>
                <c:pt idx="17">
                  <c:v>26.419219999999999</c:v>
                </c:pt>
                <c:pt idx="18">
                  <c:v>25.475149999999999</c:v>
                </c:pt>
                <c:pt idx="19">
                  <c:v>25.237749999999998</c:v>
                </c:pt>
                <c:pt idx="20">
                  <c:v>25.69143</c:v>
                </c:pt>
                <c:pt idx="21">
                  <c:v>25.905909999999999</c:v>
                </c:pt>
                <c:pt idx="22">
                  <c:v>29.456689999999998</c:v>
                </c:pt>
                <c:pt idx="23">
                  <c:v>28.70074</c:v>
                </c:pt>
                <c:pt idx="24">
                  <c:v>26.036860000000001</c:v>
                </c:pt>
                <c:pt idx="25">
                  <c:v>29.170860000000001</c:v>
                </c:pt>
                <c:pt idx="26">
                  <c:v>24.955939999999998</c:v>
                </c:pt>
                <c:pt idx="27">
                  <c:v>26.566579999999998</c:v>
                </c:pt>
                <c:pt idx="28">
                  <c:v>23.847629999999999</c:v>
                </c:pt>
                <c:pt idx="29">
                  <c:v>28.966909999999999</c:v>
                </c:pt>
                <c:pt idx="30">
                  <c:v>27.49464</c:v>
                </c:pt>
                <c:pt idx="31">
                  <c:v>27.277149999999999</c:v>
                </c:pt>
                <c:pt idx="32">
                  <c:v>25.12189</c:v>
                </c:pt>
                <c:pt idx="33">
                  <c:v>26.374590000000001</c:v>
                </c:pt>
                <c:pt idx="34">
                  <c:v>27.516929999999999</c:v>
                </c:pt>
                <c:pt idx="35">
                  <c:v>30.671109999999999</c:v>
                </c:pt>
                <c:pt idx="36">
                  <c:v>29.607900000000001</c:v>
                </c:pt>
                <c:pt idx="37">
                  <c:v>27.877890000000001</c:v>
                </c:pt>
                <c:pt idx="38">
                  <c:v>27.474509999999999</c:v>
                </c:pt>
                <c:pt idx="39">
                  <c:v>30.934799999999999</c:v>
                </c:pt>
                <c:pt idx="40">
                  <c:v>26.233429999999998</c:v>
                </c:pt>
                <c:pt idx="41">
                  <c:v>29.409770000000002</c:v>
                </c:pt>
                <c:pt idx="42">
                  <c:v>29.20702</c:v>
                </c:pt>
                <c:pt idx="43">
                  <c:v>30.222719999999999</c:v>
                </c:pt>
                <c:pt idx="44">
                  <c:v>25.973210000000002</c:v>
                </c:pt>
                <c:pt idx="45">
                  <c:v>26.612390000000001</c:v>
                </c:pt>
                <c:pt idx="46">
                  <c:v>26.68525</c:v>
                </c:pt>
                <c:pt idx="47">
                  <c:v>23.568940000000001</c:v>
                </c:pt>
                <c:pt idx="48">
                  <c:v>23.997199999999999</c:v>
                </c:pt>
                <c:pt idx="49">
                  <c:v>28.000769999999999</c:v>
                </c:pt>
                <c:pt idx="50">
                  <c:v>29.407150000000001</c:v>
                </c:pt>
                <c:pt idx="51">
                  <c:v>25.924230000000001</c:v>
                </c:pt>
                <c:pt idx="52">
                  <c:v>26.903230000000001</c:v>
                </c:pt>
                <c:pt idx="53">
                  <c:v>26.22598</c:v>
                </c:pt>
                <c:pt idx="54">
                  <c:v>30.84563</c:v>
                </c:pt>
                <c:pt idx="55">
                  <c:v>29.206160000000001</c:v>
                </c:pt>
                <c:pt idx="56">
                  <c:v>30.28809</c:v>
                </c:pt>
                <c:pt idx="57">
                  <c:v>32.505740000000003</c:v>
                </c:pt>
                <c:pt idx="58">
                  <c:v>27.828199999999999</c:v>
                </c:pt>
                <c:pt idx="59">
                  <c:v>23.757200000000001</c:v>
                </c:pt>
                <c:pt idx="60">
                  <c:v>25.35406</c:v>
                </c:pt>
                <c:pt idx="61">
                  <c:v>26.277010000000001</c:v>
                </c:pt>
                <c:pt idx="62">
                  <c:v>27.417290000000001</c:v>
                </c:pt>
                <c:pt idx="63">
                  <c:v>30.281759999999998</c:v>
                </c:pt>
                <c:pt idx="64">
                  <c:v>27.510390000000001</c:v>
                </c:pt>
                <c:pt idx="65">
                  <c:v>25.559799999999999</c:v>
                </c:pt>
                <c:pt idx="66">
                  <c:v>29.277290000000001</c:v>
                </c:pt>
                <c:pt idx="67">
                  <c:v>28.263110000000001</c:v>
                </c:pt>
                <c:pt idx="68">
                  <c:v>25.072379999999999</c:v>
                </c:pt>
                <c:pt idx="69">
                  <c:v>29.305610000000001</c:v>
                </c:pt>
                <c:pt idx="70">
                  <c:v>28.611270000000001</c:v>
                </c:pt>
                <c:pt idx="71">
                  <c:v>26.284389999999998</c:v>
                </c:pt>
                <c:pt idx="72">
                  <c:v>27.639230000000001</c:v>
                </c:pt>
                <c:pt idx="73">
                  <c:v>28.906790000000001</c:v>
                </c:pt>
                <c:pt idx="74">
                  <c:v>26.71566</c:v>
                </c:pt>
                <c:pt idx="75">
                  <c:v>27.9373</c:v>
                </c:pt>
                <c:pt idx="76">
                  <c:v>26.311389999999999</c:v>
                </c:pt>
                <c:pt idx="77">
                  <c:v>26.15652</c:v>
                </c:pt>
                <c:pt idx="78">
                  <c:v>29.4255</c:v>
                </c:pt>
                <c:pt idx="79">
                  <c:v>28.069210000000002</c:v>
                </c:pt>
                <c:pt idx="80">
                  <c:v>27.327380000000002</c:v>
                </c:pt>
                <c:pt idx="81">
                  <c:v>29.775980000000001</c:v>
                </c:pt>
                <c:pt idx="82">
                  <c:v>26.369299999999999</c:v>
                </c:pt>
                <c:pt idx="83">
                  <c:v>29.915849999999999</c:v>
                </c:pt>
                <c:pt idx="84">
                  <c:v>27.177099999999999</c:v>
                </c:pt>
                <c:pt idx="85">
                  <c:v>25.945620000000002</c:v>
                </c:pt>
                <c:pt idx="86">
                  <c:v>29.071560000000002</c:v>
                </c:pt>
                <c:pt idx="87">
                  <c:v>30.07152</c:v>
                </c:pt>
                <c:pt idx="88">
                  <c:v>31.070129999999999</c:v>
                </c:pt>
                <c:pt idx="89">
                  <c:v>25.22578</c:v>
                </c:pt>
                <c:pt idx="90">
                  <c:v>29.2104</c:v>
                </c:pt>
                <c:pt idx="91">
                  <c:v>26.518049999999999</c:v>
                </c:pt>
                <c:pt idx="92">
                  <c:v>29.37255</c:v>
                </c:pt>
                <c:pt idx="93">
                  <c:v>29.20796</c:v>
                </c:pt>
                <c:pt idx="94">
                  <c:v>29.062390000000001</c:v>
                </c:pt>
                <c:pt idx="95">
                  <c:v>28.72081</c:v>
                </c:pt>
                <c:pt idx="96">
                  <c:v>28.06082</c:v>
                </c:pt>
                <c:pt idx="97">
                  <c:v>30.440729999999999</c:v>
                </c:pt>
                <c:pt idx="98">
                  <c:v>28.983830000000001</c:v>
                </c:pt>
                <c:pt idx="99">
                  <c:v>24.989329999999999</c:v>
                </c:pt>
                <c:pt idx="100">
                  <c:v>31.628050000000002</c:v>
                </c:pt>
                <c:pt idx="101">
                  <c:v>26.609909999999999</c:v>
                </c:pt>
                <c:pt idx="102">
                  <c:v>29.191410000000001</c:v>
                </c:pt>
                <c:pt idx="103">
                  <c:v>27.423089999999998</c:v>
                </c:pt>
                <c:pt idx="104">
                  <c:v>29.607869999999998</c:v>
                </c:pt>
                <c:pt idx="105">
                  <c:v>28.808759999999999</c:v>
                </c:pt>
                <c:pt idx="106">
                  <c:v>28.951699999999999</c:v>
                </c:pt>
                <c:pt idx="107">
                  <c:v>30.75742</c:v>
                </c:pt>
                <c:pt idx="108">
                  <c:v>29.82762</c:v>
                </c:pt>
                <c:pt idx="109">
                  <c:v>33.489849999999997</c:v>
                </c:pt>
                <c:pt idx="110">
                  <c:v>25.894030000000001</c:v>
                </c:pt>
                <c:pt idx="111">
                  <c:v>27.278310000000001</c:v>
                </c:pt>
                <c:pt idx="112">
                  <c:v>24.133690000000001</c:v>
                </c:pt>
                <c:pt idx="113">
                  <c:v>29.446059999999999</c:v>
                </c:pt>
                <c:pt idx="114">
                  <c:v>26.439820000000001</c:v>
                </c:pt>
                <c:pt idx="115">
                  <c:v>30.247199999999999</c:v>
                </c:pt>
                <c:pt idx="116">
                  <c:v>30.145669999999999</c:v>
                </c:pt>
                <c:pt idx="117">
                  <c:v>29.445160000000001</c:v>
                </c:pt>
                <c:pt idx="118">
                  <c:v>30.24776</c:v>
                </c:pt>
                <c:pt idx="119">
                  <c:v>30.256879999999999</c:v>
                </c:pt>
                <c:pt idx="120">
                  <c:v>30.900089999999999</c:v>
                </c:pt>
                <c:pt idx="121">
                  <c:v>30.173169999999999</c:v>
                </c:pt>
                <c:pt idx="122">
                  <c:v>27.847650000000002</c:v>
                </c:pt>
                <c:pt idx="123">
                  <c:v>25.518329999999999</c:v>
                </c:pt>
                <c:pt idx="124">
                  <c:v>26.40352</c:v>
                </c:pt>
                <c:pt idx="125">
                  <c:v>31.01051</c:v>
                </c:pt>
                <c:pt idx="126">
                  <c:v>29.074490000000001</c:v>
                </c:pt>
                <c:pt idx="127">
                  <c:v>30.2195</c:v>
                </c:pt>
                <c:pt idx="128">
                  <c:v>29.48141</c:v>
                </c:pt>
                <c:pt idx="129">
                  <c:v>29.905740000000002</c:v>
                </c:pt>
                <c:pt idx="130">
                  <c:v>29.268619999999999</c:v>
                </c:pt>
                <c:pt idx="131">
                  <c:v>29.59554</c:v>
                </c:pt>
                <c:pt idx="132">
                  <c:v>30.022950000000002</c:v>
                </c:pt>
                <c:pt idx="133">
                  <c:v>30.626529999999999</c:v>
                </c:pt>
                <c:pt idx="134">
                  <c:v>32.644199999999998</c:v>
                </c:pt>
                <c:pt idx="135">
                  <c:v>31.073979999999999</c:v>
                </c:pt>
                <c:pt idx="136">
                  <c:v>31.817609999999998</c:v>
                </c:pt>
                <c:pt idx="137">
                  <c:v>33.019129999999997</c:v>
                </c:pt>
                <c:pt idx="138">
                  <c:v>29.8584</c:v>
                </c:pt>
                <c:pt idx="139">
                  <c:v>26.275099999999998</c:v>
                </c:pt>
                <c:pt idx="140">
                  <c:v>28.103010000000001</c:v>
                </c:pt>
                <c:pt idx="141">
                  <c:v>25.762160000000002</c:v>
                </c:pt>
                <c:pt idx="142">
                  <c:v>26.970790000000001</c:v>
                </c:pt>
                <c:pt idx="143">
                  <c:v>28.089649999999999</c:v>
                </c:pt>
                <c:pt idx="144">
                  <c:v>29.030629999999999</c:v>
                </c:pt>
                <c:pt idx="145">
                  <c:v>30.519970000000001</c:v>
                </c:pt>
                <c:pt idx="146">
                  <c:v>32.773589999999999</c:v>
                </c:pt>
                <c:pt idx="147">
                  <c:v>31.130800000000001</c:v>
                </c:pt>
                <c:pt idx="148">
                  <c:v>27.611719999999998</c:v>
                </c:pt>
                <c:pt idx="149">
                  <c:v>31.751919999999998</c:v>
                </c:pt>
                <c:pt idx="150">
                  <c:v>28.849340000000002</c:v>
                </c:pt>
                <c:pt idx="151">
                  <c:v>26.162469999999999</c:v>
                </c:pt>
                <c:pt idx="152">
                  <c:v>26.742339999999999</c:v>
                </c:pt>
                <c:pt idx="153">
                  <c:v>26.839030000000001</c:v>
                </c:pt>
                <c:pt idx="154">
                  <c:v>26.368010000000002</c:v>
                </c:pt>
                <c:pt idx="155">
                  <c:v>25.856349999999999</c:v>
                </c:pt>
                <c:pt idx="156">
                  <c:v>25.2851</c:v>
                </c:pt>
                <c:pt idx="157">
                  <c:v>28.775459999999999</c:v>
                </c:pt>
                <c:pt idx="158">
                  <c:v>27.118649999999999</c:v>
                </c:pt>
                <c:pt idx="159">
                  <c:v>29.515899999999998</c:v>
                </c:pt>
                <c:pt idx="160">
                  <c:v>27.861979999999999</c:v>
                </c:pt>
                <c:pt idx="161">
                  <c:v>34.766190000000002</c:v>
                </c:pt>
                <c:pt idx="162">
                  <c:v>30.54007</c:v>
                </c:pt>
                <c:pt idx="163">
                  <c:v>30.950030000000002</c:v>
                </c:pt>
                <c:pt idx="164">
                  <c:v>29.98921</c:v>
                </c:pt>
                <c:pt idx="165">
                  <c:v>24.946650000000002</c:v>
                </c:pt>
                <c:pt idx="166">
                  <c:v>27.41141</c:v>
                </c:pt>
                <c:pt idx="167">
                  <c:v>26.739100000000001</c:v>
                </c:pt>
                <c:pt idx="168">
                  <c:v>25.82667</c:v>
                </c:pt>
                <c:pt idx="169">
                  <c:v>26.868739999999999</c:v>
                </c:pt>
                <c:pt idx="170">
                  <c:v>29.22522</c:v>
                </c:pt>
                <c:pt idx="171">
                  <c:v>25.57432</c:v>
                </c:pt>
                <c:pt idx="172">
                  <c:v>32.897939999999998</c:v>
                </c:pt>
                <c:pt idx="173">
                  <c:v>30.172470000000001</c:v>
                </c:pt>
                <c:pt idx="174">
                  <c:v>31.079190000000001</c:v>
                </c:pt>
                <c:pt idx="175">
                  <c:v>26.64733</c:v>
                </c:pt>
                <c:pt idx="176">
                  <c:v>32.914670000000001</c:v>
                </c:pt>
                <c:pt idx="177">
                  <c:v>31.770399999999999</c:v>
                </c:pt>
                <c:pt idx="178">
                  <c:v>30.957090000000001</c:v>
                </c:pt>
                <c:pt idx="179">
                  <c:v>31.76943</c:v>
                </c:pt>
                <c:pt idx="180">
                  <c:v>27.41865</c:v>
                </c:pt>
                <c:pt idx="181">
                  <c:v>27.349299999999999</c:v>
                </c:pt>
                <c:pt idx="182">
                  <c:v>27.152809999999999</c:v>
                </c:pt>
                <c:pt idx="183">
                  <c:v>27.581469999999999</c:v>
                </c:pt>
                <c:pt idx="184">
                  <c:v>27.805910000000001</c:v>
                </c:pt>
                <c:pt idx="185">
                  <c:v>26.691230000000001</c:v>
                </c:pt>
                <c:pt idx="186">
                  <c:v>28.689800000000002</c:v>
                </c:pt>
                <c:pt idx="187">
                  <c:v>31.131519999999998</c:v>
                </c:pt>
                <c:pt idx="188">
                  <c:v>29.33935</c:v>
                </c:pt>
                <c:pt idx="189">
                  <c:v>28.900259999999999</c:v>
                </c:pt>
                <c:pt idx="190">
                  <c:v>27.741530000000001</c:v>
                </c:pt>
                <c:pt idx="191">
                  <c:v>29.52216</c:v>
                </c:pt>
                <c:pt idx="192">
                  <c:v>26.277799999999999</c:v>
                </c:pt>
                <c:pt idx="193">
                  <c:v>30.65184</c:v>
                </c:pt>
                <c:pt idx="194">
                  <c:v>31.273520000000001</c:v>
                </c:pt>
                <c:pt idx="195">
                  <c:v>27.781169999999999</c:v>
                </c:pt>
                <c:pt idx="196">
                  <c:v>31.317550000000001</c:v>
                </c:pt>
                <c:pt idx="197">
                  <c:v>30.384160000000001</c:v>
                </c:pt>
                <c:pt idx="198">
                  <c:v>26.926950000000001</c:v>
                </c:pt>
                <c:pt idx="199">
                  <c:v>27.359290000000001</c:v>
                </c:pt>
                <c:pt idx="200">
                  <c:v>24.921659999999999</c:v>
                </c:pt>
                <c:pt idx="201">
                  <c:v>23.80733</c:v>
                </c:pt>
                <c:pt idx="202">
                  <c:v>24.998010000000001</c:v>
                </c:pt>
                <c:pt idx="203">
                  <c:v>19.150289999999998</c:v>
                </c:pt>
                <c:pt idx="204">
                  <c:v>27.18272</c:v>
                </c:pt>
                <c:pt idx="205">
                  <c:v>29.14997</c:v>
                </c:pt>
                <c:pt idx="206">
                  <c:v>24.17915</c:v>
                </c:pt>
                <c:pt idx="207">
                  <c:v>25.160820000000001</c:v>
                </c:pt>
                <c:pt idx="208">
                  <c:v>24.4389</c:v>
                </c:pt>
                <c:pt idx="209">
                  <c:v>24.94717</c:v>
                </c:pt>
                <c:pt idx="210">
                  <c:v>25.267499999999998</c:v>
                </c:pt>
                <c:pt idx="211">
                  <c:v>23.874690000000001</c:v>
                </c:pt>
                <c:pt idx="212">
                  <c:v>25.153379999999999</c:v>
                </c:pt>
                <c:pt idx="213">
                  <c:v>23.06681</c:v>
                </c:pt>
                <c:pt idx="214">
                  <c:v>25.978649999999998</c:v>
                </c:pt>
                <c:pt idx="215">
                  <c:v>24.989339999999999</c:v>
                </c:pt>
                <c:pt idx="216">
                  <c:v>26.16949</c:v>
                </c:pt>
                <c:pt idx="217">
                  <c:v>28.268509999999999</c:v>
                </c:pt>
                <c:pt idx="218">
                  <c:v>27.87922</c:v>
                </c:pt>
                <c:pt idx="219">
                  <c:v>27.698920000000001</c:v>
                </c:pt>
                <c:pt idx="220">
                  <c:v>26.870930000000001</c:v>
                </c:pt>
                <c:pt idx="221">
                  <c:v>25.34233</c:v>
                </c:pt>
                <c:pt idx="222">
                  <c:v>24.442</c:v>
                </c:pt>
                <c:pt idx="223">
                  <c:v>23.016570000000002</c:v>
                </c:pt>
                <c:pt idx="224">
                  <c:v>22.850899999999999</c:v>
                </c:pt>
                <c:pt idx="225">
                  <c:v>26.848490000000002</c:v>
                </c:pt>
                <c:pt idx="226">
                  <c:v>23.823979999999999</c:v>
                </c:pt>
                <c:pt idx="227">
                  <c:v>27.83792</c:v>
                </c:pt>
                <c:pt idx="228">
                  <c:v>24.517600000000002</c:v>
                </c:pt>
                <c:pt idx="229">
                  <c:v>26.477889999999999</c:v>
                </c:pt>
                <c:pt idx="230">
                  <c:v>28.685279999999999</c:v>
                </c:pt>
                <c:pt idx="231">
                  <c:v>27.609169999999999</c:v>
                </c:pt>
                <c:pt idx="232">
                  <c:v>30.052610000000001</c:v>
                </c:pt>
                <c:pt idx="233">
                  <c:v>25.971599999999999</c:v>
                </c:pt>
                <c:pt idx="234">
                  <c:v>27.679939999999998</c:v>
                </c:pt>
                <c:pt idx="235">
                  <c:v>27.724460000000001</c:v>
                </c:pt>
                <c:pt idx="236">
                  <c:v>29.056570000000001</c:v>
                </c:pt>
                <c:pt idx="237">
                  <c:v>27.843699999999998</c:v>
                </c:pt>
                <c:pt idx="238">
                  <c:v>27.83295</c:v>
                </c:pt>
                <c:pt idx="239">
                  <c:v>20.989540000000002</c:v>
                </c:pt>
                <c:pt idx="240">
                  <c:v>26.297029999999999</c:v>
                </c:pt>
                <c:pt idx="241">
                  <c:v>24.079350000000002</c:v>
                </c:pt>
                <c:pt idx="242">
                  <c:v>25.286449999999999</c:v>
                </c:pt>
                <c:pt idx="243">
                  <c:v>25.375360000000001</c:v>
                </c:pt>
                <c:pt idx="244">
                  <c:v>25.752559999999999</c:v>
                </c:pt>
                <c:pt idx="245">
                  <c:v>25.828790000000001</c:v>
                </c:pt>
                <c:pt idx="246">
                  <c:v>27.734110000000001</c:v>
                </c:pt>
                <c:pt idx="247">
                  <c:v>29.691130000000001</c:v>
                </c:pt>
                <c:pt idx="248">
                  <c:v>30.31654</c:v>
                </c:pt>
                <c:pt idx="249">
                  <c:v>28.855170000000001</c:v>
                </c:pt>
                <c:pt idx="250">
                  <c:v>30.431799999999999</c:v>
                </c:pt>
                <c:pt idx="251">
                  <c:v>26.2803</c:v>
                </c:pt>
                <c:pt idx="252">
                  <c:v>25.16187</c:v>
                </c:pt>
                <c:pt idx="253">
                  <c:v>23.900310000000001</c:v>
                </c:pt>
                <c:pt idx="254">
                  <c:v>25.340610000000002</c:v>
                </c:pt>
                <c:pt idx="255">
                  <c:v>28.22081</c:v>
                </c:pt>
                <c:pt idx="256">
                  <c:v>29.106079999999999</c:v>
                </c:pt>
                <c:pt idx="257">
                  <c:v>26.591249999999999</c:v>
                </c:pt>
                <c:pt idx="258">
                  <c:v>25.20335</c:v>
                </c:pt>
                <c:pt idx="259">
                  <c:v>25.903179999999999</c:v>
                </c:pt>
                <c:pt idx="260">
                  <c:v>28.600429999999999</c:v>
                </c:pt>
                <c:pt idx="261">
                  <c:v>25.018380000000001</c:v>
                </c:pt>
                <c:pt idx="262">
                  <c:v>25.808489999999999</c:v>
                </c:pt>
                <c:pt idx="263">
                  <c:v>29.806539999999998</c:v>
                </c:pt>
                <c:pt idx="264">
                  <c:v>24.63476</c:v>
                </c:pt>
                <c:pt idx="265">
                  <c:v>28.83839</c:v>
                </c:pt>
                <c:pt idx="266">
                  <c:v>23.945879999999999</c:v>
                </c:pt>
                <c:pt idx="267">
                  <c:v>27.149090000000001</c:v>
                </c:pt>
                <c:pt idx="268">
                  <c:v>25.601659999999999</c:v>
                </c:pt>
                <c:pt idx="269">
                  <c:v>25.54917</c:v>
                </c:pt>
                <c:pt idx="270">
                  <c:v>25.7227</c:v>
                </c:pt>
                <c:pt idx="271">
                  <c:v>29.620950000000001</c:v>
                </c:pt>
                <c:pt idx="272">
                  <c:v>28.572389999999999</c:v>
                </c:pt>
                <c:pt idx="273">
                  <c:v>26.524560000000001</c:v>
                </c:pt>
                <c:pt idx="274">
                  <c:v>30.35369</c:v>
                </c:pt>
                <c:pt idx="275">
                  <c:v>29.537109999999998</c:v>
                </c:pt>
                <c:pt idx="276">
                  <c:v>25.070360000000001</c:v>
                </c:pt>
                <c:pt idx="277">
                  <c:v>26.71576</c:v>
                </c:pt>
                <c:pt idx="278">
                  <c:v>24.798010000000001</c:v>
                </c:pt>
                <c:pt idx="279">
                  <c:v>25.803260000000002</c:v>
                </c:pt>
                <c:pt idx="280">
                  <c:v>26.684339999999999</c:v>
                </c:pt>
                <c:pt idx="281">
                  <c:v>26.453250000000001</c:v>
                </c:pt>
                <c:pt idx="282">
                  <c:v>24.28416</c:v>
                </c:pt>
                <c:pt idx="283">
                  <c:v>24.141570000000002</c:v>
                </c:pt>
                <c:pt idx="284">
                  <c:v>24.411349999999999</c:v>
                </c:pt>
                <c:pt idx="285">
                  <c:v>25.600660000000001</c:v>
                </c:pt>
                <c:pt idx="286">
                  <c:v>26.976559999999999</c:v>
                </c:pt>
                <c:pt idx="287">
                  <c:v>26.056260000000002</c:v>
                </c:pt>
                <c:pt idx="288">
                  <c:v>25.674379999999999</c:v>
                </c:pt>
                <c:pt idx="289">
                  <c:v>23.77805</c:v>
                </c:pt>
                <c:pt idx="290">
                  <c:v>26.333770000000001</c:v>
                </c:pt>
                <c:pt idx="291">
                  <c:v>25.790690000000001</c:v>
                </c:pt>
                <c:pt idx="292">
                  <c:v>26.872340000000001</c:v>
                </c:pt>
                <c:pt idx="293">
                  <c:v>30.30104</c:v>
                </c:pt>
                <c:pt idx="294">
                  <c:v>25.994530000000001</c:v>
                </c:pt>
                <c:pt idx="295">
                  <c:v>30.091919999999998</c:v>
                </c:pt>
                <c:pt idx="296">
                  <c:v>30.772490000000001</c:v>
                </c:pt>
                <c:pt idx="297">
                  <c:v>31.933319999999998</c:v>
                </c:pt>
                <c:pt idx="298">
                  <c:v>30.70683</c:v>
                </c:pt>
                <c:pt idx="299">
                  <c:v>24.08691</c:v>
                </c:pt>
                <c:pt idx="300">
                  <c:v>28.966149999999999</c:v>
                </c:pt>
                <c:pt idx="301">
                  <c:v>28.05725</c:v>
                </c:pt>
                <c:pt idx="302">
                  <c:v>28.189969999999999</c:v>
                </c:pt>
                <c:pt idx="303">
                  <c:v>29.173819999999999</c:v>
                </c:pt>
                <c:pt idx="304">
                  <c:v>26.625209999999999</c:v>
                </c:pt>
                <c:pt idx="305">
                  <c:v>26.0063</c:v>
                </c:pt>
                <c:pt idx="306">
                  <c:v>24.996649999999999</c:v>
                </c:pt>
                <c:pt idx="307">
                  <c:v>25.021509999999999</c:v>
                </c:pt>
                <c:pt idx="308">
                  <c:v>24.09947</c:v>
                </c:pt>
                <c:pt idx="309">
                  <c:v>31.413129999999999</c:v>
                </c:pt>
                <c:pt idx="310">
                  <c:v>24.84196</c:v>
                </c:pt>
                <c:pt idx="311">
                  <c:v>23.939990000000002</c:v>
                </c:pt>
                <c:pt idx="312">
                  <c:v>32.54195</c:v>
                </c:pt>
                <c:pt idx="313">
                  <c:v>29.080549999999999</c:v>
                </c:pt>
                <c:pt idx="314">
                  <c:v>31.144909999999999</c:v>
                </c:pt>
                <c:pt idx="315">
                  <c:v>29.513179999999998</c:v>
                </c:pt>
                <c:pt idx="316">
                  <c:v>25.24277</c:v>
                </c:pt>
                <c:pt idx="317">
                  <c:v>24.590009999999999</c:v>
                </c:pt>
                <c:pt idx="318">
                  <c:v>25.67192</c:v>
                </c:pt>
                <c:pt idx="319">
                  <c:v>27.795770000000001</c:v>
                </c:pt>
                <c:pt idx="320">
                  <c:v>25.22907</c:v>
                </c:pt>
                <c:pt idx="321">
                  <c:v>25.463039999999999</c:v>
                </c:pt>
                <c:pt idx="322">
                  <c:v>26.369209999999999</c:v>
                </c:pt>
                <c:pt idx="323">
                  <c:v>25.922450000000001</c:v>
                </c:pt>
                <c:pt idx="324">
                  <c:v>25.382999999999999</c:v>
                </c:pt>
                <c:pt idx="325">
                  <c:v>24.399010000000001</c:v>
                </c:pt>
                <c:pt idx="326">
                  <c:v>24.294809999999998</c:v>
                </c:pt>
                <c:pt idx="327">
                  <c:v>24.251059999999999</c:v>
                </c:pt>
                <c:pt idx="328">
                  <c:v>25.443359999999998</c:v>
                </c:pt>
                <c:pt idx="329">
                  <c:v>28.460249999999998</c:v>
                </c:pt>
                <c:pt idx="330">
                  <c:v>26.934609999999999</c:v>
                </c:pt>
                <c:pt idx="331">
                  <c:v>29.17615</c:v>
                </c:pt>
                <c:pt idx="332">
                  <c:v>27.898689999999998</c:v>
                </c:pt>
                <c:pt idx="333">
                  <c:v>29.012789999999999</c:v>
                </c:pt>
                <c:pt idx="334">
                  <c:v>29.990159999999999</c:v>
                </c:pt>
                <c:pt idx="335">
                  <c:v>26.80115</c:v>
                </c:pt>
                <c:pt idx="336">
                  <c:v>25.86271</c:v>
                </c:pt>
                <c:pt idx="337">
                  <c:v>29.132619999999999</c:v>
                </c:pt>
                <c:pt idx="338">
                  <c:v>30.926580000000001</c:v>
                </c:pt>
                <c:pt idx="339">
                  <c:v>28.76455</c:v>
                </c:pt>
                <c:pt idx="340">
                  <c:v>28.10455</c:v>
                </c:pt>
                <c:pt idx="341">
                  <c:v>25.606629999999999</c:v>
                </c:pt>
                <c:pt idx="342">
                  <c:v>32.114060000000002</c:v>
                </c:pt>
                <c:pt idx="343">
                  <c:v>31.64603</c:v>
                </c:pt>
                <c:pt idx="344">
                  <c:v>28.11835</c:v>
                </c:pt>
                <c:pt idx="345">
                  <c:v>24.023430000000001</c:v>
                </c:pt>
                <c:pt idx="346">
                  <c:v>28.588979999999999</c:v>
                </c:pt>
                <c:pt idx="347">
                  <c:v>29.83295</c:v>
                </c:pt>
                <c:pt idx="348">
                  <c:v>29.43083</c:v>
                </c:pt>
                <c:pt idx="349">
                  <c:v>30.891369999999998</c:v>
                </c:pt>
                <c:pt idx="350">
                  <c:v>31.24044</c:v>
                </c:pt>
                <c:pt idx="351">
                  <c:v>25.717279999999999</c:v>
                </c:pt>
                <c:pt idx="352">
                  <c:v>24.204609999999999</c:v>
                </c:pt>
                <c:pt idx="353">
                  <c:v>27.541160000000001</c:v>
                </c:pt>
                <c:pt idx="354">
                  <c:v>25.1858</c:v>
                </c:pt>
                <c:pt idx="355">
                  <c:v>26.796620000000001</c:v>
                </c:pt>
                <c:pt idx="356">
                  <c:v>23.41215</c:v>
                </c:pt>
                <c:pt idx="357">
                  <c:v>22.84769</c:v>
                </c:pt>
                <c:pt idx="358">
                  <c:v>33.144970000000001</c:v>
                </c:pt>
                <c:pt idx="359">
                  <c:v>31.539159999999999</c:v>
                </c:pt>
                <c:pt idx="360">
                  <c:v>28.32694</c:v>
                </c:pt>
                <c:pt idx="361">
                  <c:v>26.74202</c:v>
                </c:pt>
                <c:pt idx="362">
                  <c:v>26.380009999999999</c:v>
                </c:pt>
                <c:pt idx="363">
                  <c:v>25.63449</c:v>
                </c:pt>
                <c:pt idx="364">
                  <c:v>27.844339999999999</c:v>
                </c:pt>
                <c:pt idx="365">
                  <c:v>27.020810000000001</c:v>
                </c:pt>
                <c:pt idx="366">
                  <c:v>28.01118</c:v>
                </c:pt>
                <c:pt idx="367">
                  <c:v>28.033380000000001</c:v>
                </c:pt>
                <c:pt idx="368">
                  <c:v>26.144970000000001</c:v>
                </c:pt>
                <c:pt idx="369">
                  <c:v>32.443930000000002</c:v>
                </c:pt>
                <c:pt idx="370">
                  <c:v>28.60033</c:v>
                </c:pt>
                <c:pt idx="371">
                  <c:v>31.31728</c:v>
                </c:pt>
                <c:pt idx="372">
                  <c:v>29.01858</c:v>
                </c:pt>
                <c:pt idx="373">
                  <c:v>30.21142</c:v>
                </c:pt>
                <c:pt idx="374">
                  <c:v>30.09872</c:v>
                </c:pt>
                <c:pt idx="375">
                  <c:v>29.03877</c:v>
                </c:pt>
                <c:pt idx="376">
                  <c:v>31.329730000000001</c:v>
                </c:pt>
                <c:pt idx="377">
                  <c:v>25.911770000000001</c:v>
                </c:pt>
                <c:pt idx="378">
                  <c:v>27.51239</c:v>
                </c:pt>
                <c:pt idx="379">
                  <c:v>28.686509999999998</c:v>
                </c:pt>
                <c:pt idx="380">
                  <c:v>28.349900000000002</c:v>
                </c:pt>
                <c:pt idx="381">
                  <c:v>28.65005</c:v>
                </c:pt>
                <c:pt idx="382">
                  <c:v>29.539079999999998</c:v>
                </c:pt>
                <c:pt idx="383">
                  <c:v>28.473559999999999</c:v>
                </c:pt>
                <c:pt idx="384">
                  <c:v>32.011279999999999</c:v>
                </c:pt>
                <c:pt idx="385">
                  <c:v>35.430320000000002</c:v>
                </c:pt>
                <c:pt idx="386">
                  <c:v>31.071660000000001</c:v>
                </c:pt>
                <c:pt idx="387">
                  <c:v>32.649439999999998</c:v>
                </c:pt>
                <c:pt idx="388">
                  <c:v>26.712230000000002</c:v>
                </c:pt>
                <c:pt idx="389">
                  <c:v>33.109000000000002</c:v>
                </c:pt>
                <c:pt idx="390">
                  <c:v>27.69398</c:v>
                </c:pt>
                <c:pt idx="391">
                  <c:v>30.13186</c:v>
                </c:pt>
                <c:pt idx="392">
                  <c:v>27.843920000000001</c:v>
                </c:pt>
                <c:pt idx="393">
                  <c:v>27.054939999999998</c:v>
                </c:pt>
                <c:pt idx="394">
                  <c:v>31.023489999999999</c:v>
                </c:pt>
                <c:pt idx="395">
                  <c:v>29.698989999999998</c:v>
                </c:pt>
                <c:pt idx="396">
                  <c:v>29.495049999999999</c:v>
                </c:pt>
                <c:pt idx="397">
                  <c:v>37.36365</c:v>
                </c:pt>
                <c:pt idx="398">
                  <c:v>32.23151</c:v>
                </c:pt>
                <c:pt idx="399">
                  <c:v>28.952850000000002</c:v>
                </c:pt>
                <c:pt idx="400">
                  <c:v>27.297440000000002</c:v>
                </c:pt>
                <c:pt idx="401">
                  <c:v>30.821560000000002</c:v>
                </c:pt>
                <c:pt idx="402">
                  <c:v>35.55292</c:v>
                </c:pt>
                <c:pt idx="403">
                  <c:v>29.34028</c:v>
                </c:pt>
                <c:pt idx="404">
                  <c:v>27.271540000000002</c:v>
                </c:pt>
                <c:pt idx="405">
                  <c:v>29.797560000000001</c:v>
                </c:pt>
                <c:pt idx="406">
                  <c:v>25.431439999999998</c:v>
                </c:pt>
                <c:pt idx="407">
                  <c:v>27.89066</c:v>
                </c:pt>
                <c:pt idx="408">
                  <c:v>31.769819999999999</c:v>
                </c:pt>
                <c:pt idx="409">
                  <c:v>30.22833</c:v>
                </c:pt>
                <c:pt idx="410">
                  <c:v>29.423079999999999</c:v>
                </c:pt>
                <c:pt idx="411">
                  <c:v>32.22795</c:v>
                </c:pt>
                <c:pt idx="412">
                  <c:v>29.35342</c:v>
                </c:pt>
                <c:pt idx="413">
                  <c:v>27.63204</c:v>
                </c:pt>
                <c:pt idx="414">
                  <c:v>26.435649999999999</c:v>
                </c:pt>
                <c:pt idx="415">
                  <c:v>32.39152</c:v>
                </c:pt>
                <c:pt idx="416">
                  <c:v>33.726140000000001</c:v>
                </c:pt>
                <c:pt idx="417">
                  <c:v>30.910430000000002</c:v>
                </c:pt>
                <c:pt idx="418">
                  <c:v>26.464960000000001</c:v>
                </c:pt>
                <c:pt idx="419">
                  <c:v>25.022210000000001</c:v>
                </c:pt>
                <c:pt idx="420">
                  <c:v>28.188459999999999</c:v>
                </c:pt>
                <c:pt idx="421">
                  <c:v>31.782599999999999</c:v>
                </c:pt>
                <c:pt idx="422">
                  <c:v>24.905080000000002</c:v>
                </c:pt>
                <c:pt idx="423">
                  <c:v>23.486920000000001</c:v>
                </c:pt>
                <c:pt idx="424">
                  <c:v>30.767579999999999</c:v>
                </c:pt>
                <c:pt idx="425">
                  <c:v>28.84975</c:v>
                </c:pt>
                <c:pt idx="426">
                  <c:v>31.82629</c:v>
                </c:pt>
                <c:pt idx="427">
                  <c:v>31.233260000000001</c:v>
                </c:pt>
                <c:pt idx="428">
                  <c:v>33.189570000000003</c:v>
                </c:pt>
                <c:pt idx="429">
                  <c:v>31.436530000000001</c:v>
                </c:pt>
                <c:pt idx="430">
                  <c:v>27.740690000000001</c:v>
                </c:pt>
                <c:pt idx="431">
                  <c:v>30.350719999999999</c:v>
                </c:pt>
                <c:pt idx="432">
                  <c:v>26.025110000000002</c:v>
                </c:pt>
                <c:pt idx="433">
                  <c:v>27.282330000000002</c:v>
                </c:pt>
                <c:pt idx="434">
                  <c:v>31.752939999999999</c:v>
                </c:pt>
                <c:pt idx="435">
                  <c:v>33.676169999999999</c:v>
                </c:pt>
                <c:pt idx="436">
                  <c:v>30.434930000000001</c:v>
                </c:pt>
                <c:pt idx="437">
                  <c:v>30.644169999999999</c:v>
                </c:pt>
                <c:pt idx="438">
                  <c:v>32.939990000000002</c:v>
                </c:pt>
                <c:pt idx="439">
                  <c:v>28.558240000000001</c:v>
                </c:pt>
                <c:pt idx="440">
                  <c:v>27.779129999999999</c:v>
                </c:pt>
                <c:pt idx="441">
                  <c:v>26.637060000000002</c:v>
                </c:pt>
                <c:pt idx="442">
                  <c:v>23.986820000000002</c:v>
                </c:pt>
                <c:pt idx="443">
                  <c:v>20.72533</c:v>
                </c:pt>
                <c:pt idx="444">
                  <c:v>30.19538</c:v>
                </c:pt>
                <c:pt idx="445">
                  <c:v>35.53613</c:v>
                </c:pt>
                <c:pt idx="446">
                  <c:v>30.622119999999999</c:v>
                </c:pt>
                <c:pt idx="447">
                  <c:v>29.347429999999999</c:v>
                </c:pt>
                <c:pt idx="448">
                  <c:v>29.64001</c:v>
                </c:pt>
                <c:pt idx="449">
                  <c:v>32.026789999999998</c:v>
                </c:pt>
                <c:pt idx="450">
                  <c:v>24.215</c:v>
                </c:pt>
                <c:pt idx="451">
                  <c:v>30.033470000000001</c:v>
                </c:pt>
                <c:pt idx="452">
                  <c:v>28.079409999999999</c:v>
                </c:pt>
                <c:pt idx="453">
                  <c:v>25.758099999999999</c:v>
                </c:pt>
                <c:pt idx="454">
                  <c:v>24.02309</c:v>
                </c:pt>
                <c:pt idx="455">
                  <c:v>23.600650000000002</c:v>
                </c:pt>
                <c:pt idx="456">
                  <c:v>31.47908</c:v>
                </c:pt>
                <c:pt idx="457">
                  <c:v>25.70824</c:v>
                </c:pt>
                <c:pt idx="458">
                  <c:v>30.31737</c:v>
                </c:pt>
                <c:pt idx="459">
                  <c:v>30.391549999999999</c:v>
                </c:pt>
                <c:pt idx="460">
                  <c:v>27.850930000000002</c:v>
                </c:pt>
                <c:pt idx="461">
                  <c:v>26.117850000000001</c:v>
                </c:pt>
                <c:pt idx="462">
                  <c:v>26.619610000000002</c:v>
                </c:pt>
                <c:pt idx="463">
                  <c:v>26.147770000000001</c:v>
                </c:pt>
                <c:pt idx="464">
                  <c:v>19.633120000000002</c:v>
                </c:pt>
                <c:pt idx="465">
                  <c:v>30.826080000000001</c:v>
                </c:pt>
                <c:pt idx="466">
                  <c:v>30.336079999999999</c:v>
                </c:pt>
                <c:pt idx="467">
                  <c:v>29.94164</c:v>
                </c:pt>
                <c:pt idx="468">
                  <c:v>28.393969999999999</c:v>
                </c:pt>
                <c:pt idx="469">
                  <c:v>25.005870000000002</c:v>
                </c:pt>
                <c:pt idx="470">
                  <c:v>27.74485</c:v>
                </c:pt>
                <c:pt idx="471">
                  <c:v>29.17625</c:v>
                </c:pt>
                <c:pt idx="472">
                  <c:v>29.891780000000001</c:v>
                </c:pt>
                <c:pt idx="473">
                  <c:v>32.80536</c:v>
                </c:pt>
                <c:pt idx="474">
                  <c:v>30.575060000000001</c:v>
                </c:pt>
                <c:pt idx="475">
                  <c:v>27.96133</c:v>
                </c:pt>
                <c:pt idx="476">
                  <c:v>29.989149999999999</c:v>
                </c:pt>
                <c:pt idx="477">
                  <c:v>28.506</c:v>
                </c:pt>
                <c:pt idx="478">
                  <c:v>29.670359999999999</c:v>
                </c:pt>
                <c:pt idx="479">
                  <c:v>30.26529</c:v>
                </c:pt>
                <c:pt idx="480">
                  <c:v>28.209669999999999</c:v>
                </c:pt>
                <c:pt idx="481">
                  <c:v>29.676570000000002</c:v>
                </c:pt>
                <c:pt idx="482">
                  <c:v>25.502680000000002</c:v>
                </c:pt>
                <c:pt idx="483">
                  <c:v>25.1069</c:v>
                </c:pt>
                <c:pt idx="484">
                  <c:v>23.081160000000001</c:v>
                </c:pt>
                <c:pt idx="485">
                  <c:v>27.73807</c:v>
                </c:pt>
                <c:pt idx="486">
                  <c:v>31.328700000000001</c:v>
                </c:pt>
                <c:pt idx="487">
                  <c:v>31.41337</c:v>
                </c:pt>
                <c:pt idx="488">
                  <c:v>26.455919999999999</c:v>
                </c:pt>
                <c:pt idx="489">
                  <c:v>29.62903</c:v>
                </c:pt>
                <c:pt idx="490">
                  <c:v>29.869859999999999</c:v>
                </c:pt>
                <c:pt idx="491">
                  <c:v>30.283390000000001</c:v>
                </c:pt>
                <c:pt idx="492">
                  <c:v>31.88184</c:v>
                </c:pt>
                <c:pt idx="493">
                  <c:v>29.446719999999999</c:v>
                </c:pt>
                <c:pt idx="494">
                  <c:v>26.642890000000001</c:v>
                </c:pt>
                <c:pt idx="495">
                  <c:v>26.446829999999999</c:v>
                </c:pt>
                <c:pt idx="496">
                  <c:v>29.957509999999999</c:v>
                </c:pt>
                <c:pt idx="497">
                  <c:v>28.843389999999999</c:v>
                </c:pt>
                <c:pt idx="498">
                  <c:v>24.561330000000002</c:v>
                </c:pt>
                <c:pt idx="499">
                  <c:v>22.685169999999999</c:v>
                </c:pt>
                <c:pt idx="500">
                  <c:v>29.775200000000002</c:v>
                </c:pt>
                <c:pt idx="501">
                  <c:v>28.96124</c:v>
                </c:pt>
                <c:pt idx="502">
                  <c:v>29.553129999999999</c:v>
                </c:pt>
                <c:pt idx="503">
                  <c:v>28.933820000000001</c:v>
                </c:pt>
                <c:pt idx="504">
                  <c:v>28.413229999999999</c:v>
                </c:pt>
                <c:pt idx="505">
                  <c:v>31.073370000000001</c:v>
                </c:pt>
                <c:pt idx="506">
                  <c:v>31.11064</c:v>
                </c:pt>
                <c:pt idx="507">
                  <c:v>28.8276</c:v>
                </c:pt>
                <c:pt idx="508">
                  <c:v>26.2636</c:v>
                </c:pt>
                <c:pt idx="509">
                  <c:v>27.87595</c:v>
                </c:pt>
                <c:pt idx="510">
                  <c:v>28.332070000000002</c:v>
                </c:pt>
                <c:pt idx="511">
                  <c:v>28.761749999999999</c:v>
                </c:pt>
                <c:pt idx="512">
                  <c:v>27.871469999999999</c:v>
                </c:pt>
                <c:pt idx="513">
                  <c:v>29.856909999999999</c:v>
                </c:pt>
                <c:pt idx="514">
                  <c:v>24.373699999999999</c:v>
                </c:pt>
                <c:pt idx="515">
                  <c:v>25.583970000000001</c:v>
                </c:pt>
                <c:pt idx="516">
                  <c:v>30.167580000000001</c:v>
                </c:pt>
                <c:pt idx="517">
                  <c:v>29.072780000000002</c:v>
                </c:pt>
                <c:pt idx="518">
                  <c:v>28.500019999999999</c:v>
                </c:pt>
                <c:pt idx="519">
                  <c:v>31.07057</c:v>
                </c:pt>
                <c:pt idx="520">
                  <c:v>32.472790000000003</c:v>
                </c:pt>
                <c:pt idx="521">
                  <c:v>35.681939999999997</c:v>
                </c:pt>
                <c:pt idx="522">
                  <c:v>35.515709999999999</c:v>
                </c:pt>
                <c:pt idx="523">
                  <c:v>31.613340000000001</c:v>
                </c:pt>
                <c:pt idx="524">
                  <c:v>30.740939999999998</c:v>
                </c:pt>
                <c:pt idx="525">
                  <c:v>27.68365</c:v>
                </c:pt>
                <c:pt idx="526">
                  <c:v>25.906189999999999</c:v>
                </c:pt>
                <c:pt idx="527">
                  <c:v>24.88091</c:v>
                </c:pt>
                <c:pt idx="528">
                  <c:v>23.813790000000001</c:v>
                </c:pt>
                <c:pt idx="529">
                  <c:v>27.114350000000002</c:v>
                </c:pt>
                <c:pt idx="530">
                  <c:v>26.842079999999999</c:v>
                </c:pt>
                <c:pt idx="531">
                  <c:v>26.183160000000001</c:v>
                </c:pt>
                <c:pt idx="532">
                  <c:v>30.831440000000001</c:v>
                </c:pt>
                <c:pt idx="533">
                  <c:v>32.776890000000002</c:v>
                </c:pt>
                <c:pt idx="534">
                  <c:v>28.91995</c:v>
                </c:pt>
                <c:pt idx="535">
                  <c:v>29.709040000000002</c:v>
                </c:pt>
                <c:pt idx="536">
                  <c:v>31.522680000000001</c:v>
                </c:pt>
                <c:pt idx="537">
                  <c:v>33.796149999999997</c:v>
                </c:pt>
                <c:pt idx="538">
                  <c:v>33.588979999999999</c:v>
                </c:pt>
                <c:pt idx="539">
                  <c:v>31.365359999999999</c:v>
                </c:pt>
                <c:pt idx="540">
                  <c:v>31.20881</c:v>
                </c:pt>
                <c:pt idx="541">
                  <c:v>32.196089999999998</c:v>
                </c:pt>
                <c:pt idx="542">
                  <c:v>30.585059999999999</c:v>
                </c:pt>
                <c:pt idx="543">
                  <c:v>29.499580000000002</c:v>
                </c:pt>
                <c:pt idx="544">
                  <c:v>27.275780000000001</c:v>
                </c:pt>
                <c:pt idx="545">
                  <c:v>27.584050000000001</c:v>
                </c:pt>
                <c:pt idx="546">
                  <c:v>29.5703</c:v>
                </c:pt>
                <c:pt idx="547">
                  <c:v>30.719190000000001</c:v>
                </c:pt>
                <c:pt idx="548">
                  <c:v>29.747070000000001</c:v>
                </c:pt>
                <c:pt idx="549">
                  <c:v>28.059670000000001</c:v>
                </c:pt>
                <c:pt idx="550">
                  <c:v>33.608580000000003</c:v>
                </c:pt>
                <c:pt idx="551">
                  <c:v>30.237179999999999</c:v>
                </c:pt>
                <c:pt idx="552">
                  <c:v>28.863029999999998</c:v>
                </c:pt>
                <c:pt idx="553">
                  <c:v>32.74682</c:v>
                </c:pt>
                <c:pt idx="554">
                  <c:v>36.341430000000003</c:v>
                </c:pt>
                <c:pt idx="555">
                  <c:v>35.671799999999998</c:v>
                </c:pt>
                <c:pt idx="556">
                  <c:v>38.215049999999998</c:v>
                </c:pt>
                <c:pt idx="557">
                  <c:v>27.95016</c:v>
                </c:pt>
                <c:pt idx="558">
                  <c:v>30.815390000000001</c:v>
                </c:pt>
                <c:pt idx="559">
                  <c:v>29.70187</c:v>
                </c:pt>
                <c:pt idx="560">
                  <c:v>29.309570000000001</c:v>
                </c:pt>
                <c:pt idx="561">
                  <c:v>32.798780000000001</c:v>
                </c:pt>
                <c:pt idx="562">
                  <c:v>34.607390000000002</c:v>
                </c:pt>
                <c:pt idx="563">
                  <c:v>29.094139999999999</c:v>
                </c:pt>
                <c:pt idx="564">
                  <c:v>29.71997</c:v>
                </c:pt>
                <c:pt idx="565">
                  <c:v>32.816180000000003</c:v>
                </c:pt>
                <c:pt idx="566">
                  <c:v>34.341419999999999</c:v>
                </c:pt>
                <c:pt idx="567">
                  <c:v>30.405239999999999</c:v>
                </c:pt>
                <c:pt idx="568">
                  <c:v>31.036239999999999</c:v>
                </c:pt>
                <c:pt idx="569">
                  <c:v>29.846920000000001</c:v>
                </c:pt>
                <c:pt idx="570">
                  <c:v>31.9452</c:v>
                </c:pt>
                <c:pt idx="571">
                  <c:v>29.406829999999999</c:v>
                </c:pt>
                <c:pt idx="572">
                  <c:v>31.072880000000001</c:v>
                </c:pt>
                <c:pt idx="573">
                  <c:v>30.55641</c:v>
                </c:pt>
                <c:pt idx="574">
                  <c:v>36.629640000000002</c:v>
                </c:pt>
                <c:pt idx="575">
                  <c:v>35.458320000000001</c:v>
                </c:pt>
                <c:pt idx="576">
                  <c:v>29.159009999999999</c:v>
                </c:pt>
                <c:pt idx="577">
                  <c:v>26.917739999999998</c:v>
                </c:pt>
                <c:pt idx="578">
                  <c:v>29.208909999999999</c:v>
                </c:pt>
                <c:pt idx="579">
                  <c:v>30.147069999999999</c:v>
                </c:pt>
                <c:pt idx="580">
                  <c:v>32.112319999999997</c:v>
                </c:pt>
                <c:pt idx="581">
                  <c:v>30.460239999999999</c:v>
                </c:pt>
                <c:pt idx="582">
                  <c:v>29.040579999999999</c:v>
                </c:pt>
                <c:pt idx="583">
                  <c:v>31.295310000000001</c:v>
                </c:pt>
                <c:pt idx="584">
                  <c:v>26.909770000000002</c:v>
                </c:pt>
                <c:pt idx="585">
                  <c:v>33.008220000000001</c:v>
                </c:pt>
                <c:pt idx="586">
                  <c:v>32.195839999999997</c:v>
                </c:pt>
                <c:pt idx="587">
                  <c:v>30.37041</c:v>
                </c:pt>
                <c:pt idx="588">
                  <c:v>30.358319999999999</c:v>
                </c:pt>
                <c:pt idx="589">
                  <c:v>31.16695</c:v>
                </c:pt>
                <c:pt idx="590">
                  <c:v>31.935400000000001</c:v>
                </c:pt>
                <c:pt idx="591">
                  <c:v>30.844169999999998</c:v>
                </c:pt>
                <c:pt idx="592">
                  <c:v>33.58128</c:v>
                </c:pt>
                <c:pt idx="593">
                  <c:v>31.647410000000001</c:v>
                </c:pt>
                <c:pt idx="594">
                  <c:v>32.517609999999998</c:v>
                </c:pt>
                <c:pt idx="595">
                  <c:v>31.740739999999999</c:v>
                </c:pt>
                <c:pt idx="596">
                  <c:v>29.011119999999998</c:v>
                </c:pt>
                <c:pt idx="597">
                  <c:v>27.02497</c:v>
                </c:pt>
                <c:pt idx="598">
                  <c:v>30.428439999999998</c:v>
                </c:pt>
                <c:pt idx="599">
                  <c:v>29.766970000000001</c:v>
                </c:pt>
                <c:pt idx="600">
                  <c:v>29.879650000000002</c:v>
                </c:pt>
                <c:pt idx="601">
                  <c:v>33.25067</c:v>
                </c:pt>
                <c:pt idx="602">
                  <c:v>29.328579999999999</c:v>
                </c:pt>
                <c:pt idx="603">
                  <c:v>29.15127</c:v>
                </c:pt>
                <c:pt idx="604">
                  <c:v>29.503150000000002</c:v>
                </c:pt>
                <c:pt idx="605">
                  <c:v>32.630049999999997</c:v>
                </c:pt>
                <c:pt idx="606">
                  <c:v>32.645200000000003</c:v>
                </c:pt>
                <c:pt idx="607">
                  <c:v>32.783740000000002</c:v>
                </c:pt>
                <c:pt idx="608">
                  <c:v>32.469569999999997</c:v>
                </c:pt>
                <c:pt idx="609">
                  <c:v>28.046610000000001</c:v>
                </c:pt>
                <c:pt idx="610">
                  <c:v>33.144410000000001</c:v>
                </c:pt>
                <c:pt idx="611">
                  <c:v>27.841000000000001</c:v>
                </c:pt>
                <c:pt idx="612">
                  <c:v>31.18139</c:v>
                </c:pt>
                <c:pt idx="613">
                  <c:v>30.995280000000001</c:v>
                </c:pt>
                <c:pt idx="614">
                  <c:v>30.985289999999999</c:v>
                </c:pt>
                <c:pt idx="615">
                  <c:v>33.694940000000003</c:v>
                </c:pt>
                <c:pt idx="616">
                  <c:v>28.75844</c:v>
                </c:pt>
                <c:pt idx="617">
                  <c:v>32.103490000000001</c:v>
                </c:pt>
                <c:pt idx="618">
                  <c:v>26.516539999999999</c:v>
                </c:pt>
                <c:pt idx="619">
                  <c:v>32.636830000000003</c:v>
                </c:pt>
                <c:pt idx="620">
                  <c:v>35.460459999999998</c:v>
                </c:pt>
                <c:pt idx="621">
                  <c:v>30.40287</c:v>
                </c:pt>
                <c:pt idx="622">
                  <c:v>29.43638</c:v>
                </c:pt>
                <c:pt idx="623">
                  <c:v>30.999849999999999</c:v>
                </c:pt>
                <c:pt idx="624">
                  <c:v>28.26313</c:v>
                </c:pt>
                <c:pt idx="625">
                  <c:v>25.982150000000001</c:v>
                </c:pt>
                <c:pt idx="626">
                  <c:v>34.6173</c:v>
                </c:pt>
                <c:pt idx="627">
                  <c:v>37.378329999999998</c:v>
                </c:pt>
                <c:pt idx="628">
                  <c:v>31.422930000000001</c:v>
                </c:pt>
                <c:pt idx="629">
                  <c:v>30.20232</c:v>
                </c:pt>
                <c:pt idx="630">
                  <c:v>29.893889999999999</c:v>
                </c:pt>
                <c:pt idx="631">
                  <c:v>35.725749999999998</c:v>
                </c:pt>
                <c:pt idx="632">
                  <c:v>31.479700000000001</c:v>
                </c:pt>
                <c:pt idx="633">
                  <c:v>31.618659999999998</c:v>
                </c:pt>
                <c:pt idx="634">
                  <c:v>31.64518</c:v>
                </c:pt>
                <c:pt idx="635">
                  <c:v>31.236080000000001</c:v>
                </c:pt>
                <c:pt idx="636">
                  <c:v>29.644909999999999</c:v>
                </c:pt>
                <c:pt idx="637">
                  <c:v>26.373729999999998</c:v>
                </c:pt>
                <c:pt idx="638">
                  <c:v>31.647939999999998</c:v>
                </c:pt>
                <c:pt idx="639">
                  <c:v>32.585979999999999</c:v>
                </c:pt>
                <c:pt idx="640">
                  <c:v>34.09348</c:v>
                </c:pt>
                <c:pt idx="641">
                  <c:v>29.477260000000001</c:v>
                </c:pt>
                <c:pt idx="642">
                  <c:v>25.809059999999999</c:v>
                </c:pt>
                <c:pt idx="643">
                  <c:v>32.758609999999997</c:v>
                </c:pt>
                <c:pt idx="644">
                  <c:v>31.55292</c:v>
                </c:pt>
                <c:pt idx="645">
                  <c:v>30.857220000000002</c:v>
                </c:pt>
                <c:pt idx="646">
                  <c:v>31.799150000000001</c:v>
                </c:pt>
                <c:pt idx="647">
                  <c:v>30.419540000000001</c:v>
                </c:pt>
                <c:pt idx="648">
                  <c:v>38.430700000000002</c:v>
                </c:pt>
                <c:pt idx="649">
                  <c:v>28.79607</c:v>
                </c:pt>
                <c:pt idx="650">
                  <c:v>33.16178</c:v>
                </c:pt>
                <c:pt idx="651">
                  <c:v>30.901990000000001</c:v>
                </c:pt>
                <c:pt idx="652">
                  <c:v>31.557960000000001</c:v>
                </c:pt>
                <c:pt idx="653">
                  <c:v>31.447369999999999</c:v>
                </c:pt>
                <c:pt idx="654">
                  <c:v>30.34477</c:v>
                </c:pt>
                <c:pt idx="655">
                  <c:v>31.50423</c:v>
                </c:pt>
                <c:pt idx="656">
                  <c:v>31.492540000000002</c:v>
                </c:pt>
                <c:pt idx="657">
                  <c:v>32.210039999999999</c:v>
                </c:pt>
                <c:pt idx="658">
                  <c:v>30.809719999999999</c:v>
                </c:pt>
                <c:pt idx="659">
                  <c:v>33.818629999999999</c:v>
                </c:pt>
                <c:pt idx="660">
                  <c:v>31.606670000000001</c:v>
                </c:pt>
                <c:pt idx="661">
                  <c:v>31.062390000000001</c:v>
                </c:pt>
                <c:pt idx="662">
                  <c:v>35.426569999999998</c:v>
                </c:pt>
                <c:pt idx="663">
                  <c:v>27.152850000000001</c:v>
                </c:pt>
                <c:pt idx="664">
                  <c:v>30.233550000000001</c:v>
                </c:pt>
                <c:pt idx="665">
                  <c:v>26.073599999999999</c:v>
                </c:pt>
                <c:pt idx="666">
                  <c:v>25.748049999999999</c:v>
                </c:pt>
                <c:pt idx="667">
                  <c:v>30.47071</c:v>
                </c:pt>
                <c:pt idx="668">
                  <c:v>30.13081</c:v>
                </c:pt>
                <c:pt idx="669">
                  <c:v>33.240229999999997</c:v>
                </c:pt>
                <c:pt idx="670">
                  <c:v>32.746589999999998</c:v>
                </c:pt>
                <c:pt idx="671">
                  <c:v>33.96557</c:v>
                </c:pt>
                <c:pt idx="672">
                  <c:v>40.341679999999997</c:v>
                </c:pt>
                <c:pt idx="673">
                  <c:v>32.045909999999999</c:v>
                </c:pt>
                <c:pt idx="674">
                  <c:v>32.368250000000003</c:v>
                </c:pt>
                <c:pt idx="675">
                  <c:v>29.813389999999998</c:v>
                </c:pt>
                <c:pt idx="676">
                  <c:v>34.321289999999998</c:v>
                </c:pt>
                <c:pt idx="677">
                  <c:v>32.221559999999997</c:v>
                </c:pt>
                <c:pt idx="678">
                  <c:v>31.92304</c:v>
                </c:pt>
                <c:pt idx="679">
                  <c:v>33.129710000000003</c:v>
                </c:pt>
                <c:pt idx="680">
                  <c:v>30.43534</c:v>
                </c:pt>
                <c:pt idx="681">
                  <c:v>30.623850000000001</c:v>
                </c:pt>
                <c:pt idx="682">
                  <c:v>27.65662</c:v>
                </c:pt>
                <c:pt idx="683">
                  <c:v>27.259899999999998</c:v>
                </c:pt>
                <c:pt idx="684">
                  <c:v>33.370800000000003</c:v>
                </c:pt>
                <c:pt idx="685">
                  <c:v>36.47316</c:v>
                </c:pt>
                <c:pt idx="686">
                  <c:v>28.14612</c:v>
                </c:pt>
                <c:pt idx="687">
                  <c:v>27.910430000000002</c:v>
                </c:pt>
                <c:pt idx="688">
                  <c:v>25.984200000000001</c:v>
                </c:pt>
                <c:pt idx="689">
                  <c:v>29.378579999999999</c:v>
                </c:pt>
                <c:pt idx="690">
                  <c:v>34.409840000000003</c:v>
                </c:pt>
                <c:pt idx="691">
                  <c:v>30.159400000000002</c:v>
                </c:pt>
                <c:pt idx="692">
                  <c:v>33.098419999999997</c:v>
                </c:pt>
                <c:pt idx="693">
                  <c:v>31.300370000000001</c:v>
                </c:pt>
                <c:pt idx="694">
                  <c:v>29.214390000000002</c:v>
                </c:pt>
                <c:pt idx="695">
                  <c:v>32.495690000000003</c:v>
                </c:pt>
                <c:pt idx="696">
                  <c:v>33.681789999999999</c:v>
                </c:pt>
                <c:pt idx="697">
                  <c:v>34.248190000000001</c:v>
                </c:pt>
                <c:pt idx="698">
                  <c:v>29.93478</c:v>
                </c:pt>
                <c:pt idx="699">
                  <c:v>33.546680000000002</c:v>
                </c:pt>
                <c:pt idx="700">
                  <c:v>28.21866</c:v>
                </c:pt>
                <c:pt idx="701">
                  <c:v>30.53528</c:v>
                </c:pt>
                <c:pt idx="702">
                  <c:v>31.654319999999998</c:v>
                </c:pt>
                <c:pt idx="703">
                  <c:v>32.519379999999998</c:v>
                </c:pt>
                <c:pt idx="704">
                  <c:v>27.82743</c:v>
                </c:pt>
                <c:pt idx="705">
                  <c:v>31.056789999999999</c:v>
                </c:pt>
                <c:pt idx="706">
                  <c:v>28.505510000000001</c:v>
                </c:pt>
                <c:pt idx="707">
                  <c:v>27.382549999999998</c:v>
                </c:pt>
                <c:pt idx="708">
                  <c:v>33.322560000000003</c:v>
                </c:pt>
                <c:pt idx="709">
                  <c:v>30.949960000000001</c:v>
                </c:pt>
                <c:pt idx="710">
                  <c:v>32.01641</c:v>
                </c:pt>
                <c:pt idx="711">
                  <c:v>31.190090000000001</c:v>
                </c:pt>
                <c:pt idx="712">
                  <c:v>25.0029</c:v>
                </c:pt>
                <c:pt idx="713">
                  <c:v>29.15813</c:v>
                </c:pt>
                <c:pt idx="714">
                  <c:v>28.62473</c:v>
                </c:pt>
                <c:pt idx="715">
                  <c:v>27.947220000000002</c:v>
                </c:pt>
                <c:pt idx="716">
                  <c:v>29.104970000000002</c:v>
                </c:pt>
                <c:pt idx="717">
                  <c:v>27.045680000000001</c:v>
                </c:pt>
                <c:pt idx="718">
                  <c:v>30.615030000000001</c:v>
                </c:pt>
                <c:pt idx="719">
                  <c:v>29.547450000000001</c:v>
                </c:pt>
                <c:pt idx="720">
                  <c:v>33.912419999999997</c:v>
                </c:pt>
                <c:pt idx="721">
                  <c:v>35.888860000000001</c:v>
                </c:pt>
                <c:pt idx="722">
                  <c:v>33.32694</c:v>
                </c:pt>
                <c:pt idx="723">
                  <c:v>31.659980000000001</c:v>
                </c:pt>
                <c:pt idx="724">
                  <c:v>31.81073</c:v>
                </c:pt>
                <c:pt idx="725">
                  <c:v>28.67314</c:v>
                </c:pt>
                <c:pt idx="726">
                  <c:v>30.267060000000001</c:v>
                </c:pt>
                <c:pt idx="727">
                  <c:v>27.138870000000001</c:v>
                </c:pt>
                <c:pt idx="728">
                  <c:v>32.278790000000001</c:v>
                </c:pt>
                <c:pt idx="729">
                  <c:v>30.685020000000002</c:v>
                </c:pt>
                <c:pt idx="730">
                  <c:v>29.364789999999999</c:v>
                </c:pt>
                <c:pt idx="731">
                  <c:v>32.01144</c:v>
                </c:pt>
                <c:pt idx="732">
                  <c:v>29.275559999999999</c:v>
                </c:pt>
                <c:pt idx="733">
                  <c:v>21.406569999999999</c:v>
                </c:pt>
                <c:pt idx="734">
                  <c:v>29.846250000000001</c:v>
                </c:pt>
                <c:pt idx="735">
                  <c:v>34.460729999999998</c:v>
                </c:pt>
                <c:pt idx="736">
                  <c:v>28.243310000000001</c:v>
                </c:pt>
                <c:pt idx="737">
                  <c:v>28.201920000000001</c:v>
                </c:pt>
                <c:pt idx="738">
                  <c:v>29.745909999999999</c:v>
                </c:pt>
                <c:pt idx="739">
                  <c:v>30.942170000000001</c:v>
                </c:pt>
                <c:pt idx="740">
                  <c:v>26.358090000000001</c:v>
                </c:pt>
                <c:pt idx="741">
                  <c:v>30.186430000000001</c:v>
                </c:pt>
                <c:pt idx="742">
                  <c:v>28.428339999999999</c:v>
                </c:pt>
                <c:pt idx="743">
                  <c:v>31.893830000000001</c:v>
                </c:pt>
                <c:pt idx="744">
                  <c:v>33.548470000000002</c:v>
                </c:pt>
                <c:pt idx="745">
                  <c:v>32.974040000000002</c:v>
                </c:pt>
                <c:pt idx="746">
                  <c:v>33.182769999999998</c:v>
                </c:pt>
                <c:pt idx="747">
                  <c:v>33.649279999999997</c:v>
                </c:pt>
                <c:pt idx="748">
                  <c:v>30.168030000000002</c:v>
                </c:pt>
                <c:pt idx="749">
                  <c:v>30.892119999999998</c:v>
                </c:pt>
                <c:pt idx="750">
                  <c:v>30.984020000000001</c:v>
                </c:pt>
                <c:pt idx="751">
                  <c:v>29.67427</c:v>
                </c:pt>
                <c:pt idx="752">
                  <c:v>25.504100000000001</c:v>
                </c:pt>
                <c:pt idx="753">
                  <c:v>27.848839999999999</c:v>
                </c:pt>
                <c:pt idx="754">
                  <c:v>28.27779</c:v>
                </c:pt>
                <c:pt idx="755">
                  <c:v>29.501919999999998</c:v>
                </c:pt>
                <c:pt idx="756">
                  <c:v>30.672450000000001</c:v>
                </c:pt>
                <c:pt idx="757">
                  <c:v>25.206689999999998</c:v>
                </c:pt>
                <c:pt idx="758">
                  <c:v>27.42503</c:v>
                </c:pt>
                <c:pt idx="759">
                  <c:v>24.613849999999999</c:v>
                </c:pt>
                <c:pt idx="760">
                  <c:v>25.97522</c:v>
                </c:pt>
                <c:pt idx="761">
                  <c:v>24.371559999999999</c:v>
                </c:pt>
                <c:pt idx="762">
                  <c:v>28.67924</c:v>
                </c:pt>
                <c:pt idx="763">
                  <c:v>28.347049999999999</c:v>
                </c:pt>
                <c:pt idx="764">
                  <c:v>30.8141</c:v>
                </c:pt>
                <c:pt idx="765">
                  <c:v>29.624829999999999</c:v>
                </c:pt>
                <c:pt idx="766">
                  <c:v>31.425789999999999</c:v>
                </c:pt>
                <c:pt idx="767">
                  <c:v>30.27422</c:v>
                </c:pt>
                <c:pt idx="768">
                  <c:v>34.154409999999999</c:v>
                </c:pt>
                <c:pt idx="769">
                  <c:v>29.780899999999999</c:v>
                </c:pt>
                <c:pt idx="770">
                  <c:v>36.529350000000001</c:v>
                </c:pt>
                <c:pt idx="771">
                  <c:v>29.936900000000001</c:v>
                </c:pt>
                <c:pt idx="772">
                  <c:v>29.963529999999999</c:v>
                </c:pt>
                <c:pt idx="773">
                  <c:v>30.2347</c:v>
                </c:pt>
                <c:pt idx="774">
                  <c:v>31.299939999999999</c:v>
                </c:pt>
                <c:pt idx="775">
                  <c:v>28.476929999999999</c:v>
                </c:pt>
                <c:pt idx="776">
                  <c:v>22.98762</c:v>
                </c:pt>
                <c:pt idx="777">
                  <c:v>21.961410000000001</c:v>
                </c:pt>
                <c:pt idx="778">
                  <c:v>20.192450000000001</c:v>
                </c:pt>
                <c:pt idx="779">
                  <c:v>19.652290000000001</c:v>
                </c:pt>
                <c:pt idx="780">
                  <c:v>28.19398</c:v>
                </c:pt>
                <c:pt idx="781">
                  <c:v>24.945799999999998</c:v>
                </c:pt>
                <c:pt idx="782">
                  <c:v>21.64499</c:v>
                </c:pt>
                <c:pt idx="783">
                  <c:v>22.82638</c:v>
                </c:pt>
                <c:pt idx="784">
                  <c:v>23.637409999999999</c:v>
                </c:pt>
                <c:pt idx="785">
                  <c:v>29.02073</c:v>
                </c:pt>
                <c:pt idx="786">
                  <c:v>30.795459999999999</c:v>
                </c:pt>
                <c:pt idx="787">
                  <c:v>31.269960000000001</c:v>
                </c:pt>
                <c:pt idx="788">
                  <c:v>31.399920000000002</c:v>
                </c:pt>
                <c:pt idx="789">
                  <c:v>33.076099999999997</c:v>
                </c:pt>
                <c:pt idx="790">
                  <c:v>32.147449999999999</c:v>
                </c:pt>
                <c:pt idx="791">
                  <c:v>33.602089999999997</c:v>
                </c:pt>
                <c:pt idx="792">
                  <c:v>31.90982</c:v>
                </c:pt>
                <c:pt idx="793">
                  <c:v>28.101430000000001</c:v>
                </c:pt>
                <c:pt idx="794">
                  <c:v>29.591049999999999</c:v>
                </c:pt>
                <c:pt idx="795">
                  <c:v>27.795850000000002</c:v>
                </c:pt>
                <c:pt idx="796">
                  <c:v>25.83286</c:v>
                </c:pt>
                <c:pt idx="797">
                  <c:v>23.218869999999999</c:v>
                </c:pt>
                <c:pt idx="798">
                  <c:v>29.62199</c:v>
                </c:pt>
                <c:pt idx="799">
                  <c:v>24.93085</c:v>
                </c:pt>
                <c:pt idx="800">
                  <c:v>23.029119999999999</c:v>
                </c:pt>
                <c:pt idx="801">
                  <c:v>29.524059999999999</c:v>
                </c:pt>
                <c:pt idx="802">
                  <c:v>32.106409999999997</c:v>
                </c:pt>
                <c:pt idx="803">
                  <c:v>30.146879999999999</c:v>
                </c:pt>
                <c:pt idx="804">
                  <c:v>29.702369999999998</c:v>
                </c:pt>
                <c:pt idx="805">
                  <c:v>30.953659999999999</c:v>
                </c:pt>
                <c:pt idx="806">
                  <c:v>33.562089999999998</c:v>
                </c:pt>
                <c:pt idx="807">
                  <c:v>35.090510000000002</c:v>
                </c:pt>
                <c:pt idx="808">
                  <c:v>35.504660000000001</c:v>
                </c:pt>
                <c:pt idx="809">
                  <c:v>31.622399999999999</c:v>
                </c:pt>
                <c:pt idx="810">
                  <c:v>30.21688</c:v>
                </c:pt>
                <c:pt idx="811">
                  <c:v>28.592739999999999</c:v>
                </c:pt>
                <c:pt idx="812">
                  <c:v>31.52251</c:v>
                </c:pt>
                <c:pt idx="813">
                  <c:v>29.584109999999999</c:v>
                </c:pt>
                <c:pt idx="814">
                  <c:v>30.534949999999998</c:v>
                </c:pt>
                <c:pt idx="815">
                  <c:v>22.510750000000002</c:v>
                </c:pt>
                <c:pt idx="816">
                  <c:v>20.97457</c:v>
                </c:pt>
                <c:pt idx="817">
                  <c:v>30.675160000000002</c:v>
                </c:pt>
                <c:pt idx="818">
                  <c:v>26.703320000000001</c:v>
                </c:pt>
                <c:pt idx="819">
                  <c:v>29.951129999999999</c:v>
                </c:pt>
                <c:pt idx="820">
                  <c:v>26.539210000000001</c:v>
                </c:pt>
                <c:pt idx="821">
                  <c:v>32.143360000000001</c:v>
                </c:pt>
                <c:pt idx="822">
                  <c:v>29.111889999999999</c:v>
                </c:pt>
                <c:pt idx="823">
                  <c:v>36.302660000000003</c:v>
                </c:pt>
                <c:pt idx="824">
                  <c:v>30.773150000000001</c:v>
                </c:pt>
                <c:pt idx="825">
                  <c:v>29.7059</c:v>
                </c:pt>
                <c:pt idx="826">
                  <c:v>28.965</c:v>
                </c:pt>
                <c:pt idx="827">
                  <c:v>26.564430000000002</c:v>
                </c:pt>
                <c:pt idx="828">
                  <c:v>27.723510000000001</c:v>
                </c:pt>
                <c:pt idx="829">
                  <c:v>25.320440000000001</c:v>
                </c:pt>
                <c:pt idx="830">
                  <c:v>23.119219999999999</c:v>
                </c:pt>
                <c:pt idx="831">
                  <c:v>24.27787</c:v>
                </c:pt>
                <c:pt idx="832">
                  <c:v>30.712219999999999</c:v>
                </c:pt>
                <c:pt idx="833">
                  <c:v>30.694299999999998</c:v>
                </c:pt>
                <c:pt idx="834">
                  <c:v>26.233080000000001</c:v>
                </c:pt>
                <c:pt idx="835">
                  <c:v>30.284120000000001</c:v>
                </c:pt>
                <c:pt idx="836">
                  <c:v>28.317229999999999</c:v>
                </c:pt>
                <c:pt idx="837">
                  <c:v>32.421410000000002</c:v>
                </c:pt>
                <c:pt idx="838">
                  <c:v>32.222880000000004</c:v>
                </c:pt>
                <c:pt idx="839">
                  <c:v>32.53839</c:v>
                </c:pt>
                <c:pt idx="840">
                  <c:v>32.72401</c:v>
                </c:pt>
                <c:pt idx="841">
                  <c:v>31.981349999999999</c:v>
                </c:pt>
                <c:pt idx="842">
                  <c:v>25.408200000000001</c:v>
                </c:pt>
                <c:pt idx="843">
                  <c:v>27.656639999999999</c:v>
                </c:pt>
                <c:pt idx="844">
                  <c:v>22.90906</c:v>
                </c:pt>
                <c:pt idx="845">
                  <c:v>23.491820000000001</c:v>
                </c:pt>
                <c:pt idx="846">
                  <c:v>31.01904</c:v>
                </c:pt>
                <c:pt idx="847">
                  <c:v>26.929279999999999</c:v>
                </c:pt>
                <c:pt idx="848">
                  <c:v>27.527000000000001</c:v>
                </c:pt>
                <c:pt idx="849">
                  <c:v>29.92604</c:v>
                </c:pt>
                <c:pt idx="850">
                  <c:v>28.339919999999999</c:v>
                </c:pt>
                <c:pt idx="851">
                  <c:v>32.432029999999997</c:v>
                </c:pt>
                <c:pt idx="852">
                  <c:v>32.832189999999997</c:v>
                </c:pt>
                <c:pt idx="853">
                  <c:v>34.640810000000002</c:v>
                </c:pt>
                <c:pt idx="854">
                  <c:v>24.439710000000002</c:v>
                </c:pt>
                <c:pt idx="855">
                  <c:v>32.208010000000002</c:v>
                </c:pt>
                <c:pt idx="856">
                  <c:v>29.630050000000001</c:v>
                </c:pt>
                <c:pt idx="857">
                  <c:v>29.44537</c:v>
                </c:pt>
                <c:pt idx="858">
                  <c:v>28.772939999999998</c:v>
                </c:pt>
                <c:pt idx="859">
                  <c:v>29.977799999999998</c:v>
                </c:pt>
                <c:pt idx="860">
                  <c:v>29.418089999999999</c:v>
                </c:pt>
                <c:pt idx="861">
                  <c:v>34.253300000000003</c:v>
                </c:pt>
                <c:pt idx="862">
                  <c:v>25.652349999999998</c:v>
                </c:pt>
                <c:pt idx="863">
                  <c:v>27.874490000000002</c:v>
                </c:pt>
                <c:pt idx="864">
                  <c:v>27.034300000000002</c:v>
                </c:pt>
                <c:pt idx="865">
                  <c:v>26.974270000000001</c:v>
                </c:pt>
                <c:pt idx="866">
                  <c:v>26.863510000000002</c:v>
                </c:pt>
                <c:pt idx="867">
                  <c:v>21.86054</c:v>
                </c:pt>
                <c:pt idx="868">
                  <c:v>27.936889999999998</c:v>
                </c:pt>
                <c:pt idx="869">
                  <c:v>31.077719999999999</c:v>
                </c:pt>
                <c:pt idx="870">
                  <c:v>31.551259999999999</c:v>
                </c:pt>
                <c:pt idx="871">
                  <c:v>26.03735</c:v>
                </c:pt>
                <c:pt idx="872">
                  <c:v>32.063369999999999</c:v>
                </c:pt>
                <c:pt idx="873">
                  <c:v>29.576709999999999</c:v>
                </c:pt>
                <c:pt idx="874">
                  <c:v>24.646719999999998</c:v>
                </c:pt>
                <c:pt idx="875">
                  <c:v>21.436820000000001</c:v>
                </c:pt>
                <c:pt idx="876">
                  <c:v>20.03415</c:v>
                </c:pt>
                <c:pt idx="877">
                  <c:v>20.397010000000002</c:v>
                </c:pt>
                <c:pt idx="878">
                  <c:v>28.796970000000002</c:v>
                </c:pt>
                <c:pt idx="879">
                  <c:v>30.18553</c:v>
                </c:pt>
                <c:pt idx="880">
                  <c:v>28.762080000000001</c:v>
                </c:pt>
                <c:pt idx="881">
                  <c:v>31.001550000000002</c:v>
                </c:pt>
                <c:pt idx="882">
                  <c:v>29.748809999999999</c:v>
                </c:pt>
                <c:pt idx="883">
                  <c:v>31.94228</c:v>
                </c:pt>
                <c:pt idx="884">
                  <c:v>22.966090000000001</c:v>
                </c:pt>
                <c:pt idx="885">
                  <c:v>20.51464</c:v>
                </c:pt>
                <c:pt idx="886">
                  <c:v>25.33475</c:v>
                </c:pt>
                <c:pt idx="887">
                  <c:v>25.589009999999998</c:v>
                </c:pt>
                <c:pt idx="888">
                  <c:v>26.418849999999999</c:v>
                </c:pt>
                <c:pt idx="889">
                  <c:v>24.742850000000001</c:v>
                </c:pt>
                <c:pt idx="890">
                  <c:v>25.755510000000001</c:v>
                </c:pt>
                <c:pt idx="891">
                  <c:v>26.887170000000001</c:v>
                </c:pt>
                <c:pt idx="892">
                  <c:v>29.433009999999999</c:v>
                </c:pt>
                <c:pt idx="893">
                  <c:v>27.021260000000002</c:v>
                </c:pt>
                <c:pt idx="894">
                  <c:v>27.899069999999998</c:v>
                </c:pt>
                <c:pt idx="895">
                  <c:v>29.880220000000001</c:v>
                </c:pt>
                <c:pt idx="896">
                  <c:v>30.808219999999999</c:v>
                </c:pt>
                <c:pt idx="897">
                  <c:v>22.81795</c:v>
                </c:pt>
                <c:pt idx="898">
                  <c:v>23.83362</c:v>
                </c:pt>
                <c:pt idx="899">
                  <c:v>21.69444</c:v>
                </c:pt>
                <c:pt idx="900">
                  <c:v>19.097799999999999</c:v>
                </c:pt>
                <c:pt idx="901">
                  <c:v>30.578209999999999</c:v>
                </c:pt>
                <c:pt idx="902">
                  <c:v>29.533740000000002</c:v>
                </c:pt>
                <c:pt idx="903">
                  <c:v>32.935189999999999</c:v>
                </c:pt>
                <c:pt idx="904">
                  <c:v>28.503430000000002</c:v>
                </c:pt>
                <c:pt idx="905">
                  <c:v>28.723400000000002</c:v>
                </c:pt>
                <c:pt idx="906">
                  <c:v>22.92024</c:v>
                </c:pt>
                <c:pt idx="907">
                  <c:v>24.916519999999998</c:v>
                </c:pt>
                <c:pt idx="908">
                  <c:v>22.532050000000002</c:v>
                </c:pt>
                <c:pt idx="909">
                  <c:v>21.05771</c:v>
                </c:pt>
                <c:pt idx="910">
                  <c:v>21.742460000000001</c:v>
                </c:pt>
                <c:pt idx="911">
                  <c:v>22.279199999999999</c:v>
                </c:pt>
                <c:pt idx="912">
                  <c:v>23.496210000000001</c:v>
                </c:pt>
                <c:pt idx="913">
                  <c:v>24.733329999999999</c:v>
                </c:pt>
                <c:pt idx="914">
                  <c:v>21.952279999999998</c:v>
                </c:pt>
                <c:pt idx="915">
                  <c:v>21.255389999999998</c:v>
                </c:pt>
                <c:pt idx="916">
                  <c:v>28.51024</c:v>
                </c:pt>
                <c:pt idx="917">
                  <c:v>27.328769999999999</c:v>
                </c:pt>
                <c:pt idx="918">
                  <c:v>27.144279999999998</c:v>
                </c:pt>
                <c:pt idx="919">
                  <c:v>28.116219999999998</c:v>
                </c:pt>
                <c:pt idx="920">
                  <c:v>27.67981</c:v>
                </c:pt>
                <c:pt idx="921">
                  <c:v>27.008759999999999</c:v>
                </c:pt>
                <c:pt idx="922">
                  <c:v>25.4924</c:v>
                </c:pt>
                <c:pt idx="923">
                  <c:v>22.95711</c:v>
                </c:pt>
                <c:pt idx="924">
                  <c:v>20.714680000000001</c:v>
                </c:pt>
                <c:pt idx="925">
                  <c:v>31.060089999999999</c:v>
                </c:pt>
                <c:pt idx="926">
                  <c:v>30.975840000000002</c:v>
                </c:pt>
                <c:pt idx="927">
                  <c:v>33.305289999999999</c:v>
                </c:pt>
                <c:pt idx="928">
                  <c:v>34.03275</c:v>
                </c:pt>
                <c:pt idx="929">
                  <c:v>26.749939999999999</c:v>
                </c:pt>
                <c:pt idx="930">
                  <c:v>28.89274</c:v>
                </c:pt>
                <c:pt idx="931">
                  <c:v>23.269120000000001</c:v>
                </c:pt>
                <c:pt idx="932">
                  <c:v>24.211749999999999</c:v>
                </c:pt>
                <c:pt idx="933">
                  <c:v>21.324549999999999</c:v>
                </c:pt>
                <c:pt idx="934">
                  <c:v>21.83897</c:v>
                </c:pt>
                <c:pt idx="935">
                  <c:v>20.4922</c:v>
                </c:pt>
                <c:pt idx="936">
                  <c:v>22.040980000000001</c:v>
                </c:pt>
                <c:pt idx="937">
                  <c:v>21.244060000000001</c:v>
                </c:pt>
                <c:pt idx="938">
                  <c:v>25.08954</c:v>
                </c:pt>
                <c:pt idx="939">
                  <c:v>24.37302</c:v>
                </c:pt>
                <c:pt idx="940">
                  <c:v>23.31316</c:v>
                </c:pt>
                <c:pt idx="941">
                  <c:v>24.827220000000001</c:v>
                </c:pt>
                <c:pt idx="942">
                  <c:v>26.863189999999999</c:v>
                </c:pt>
                <c:pt idx="943">
                  <c:v>27.178570000000001</c:v>
                </c:pt>
                <c:pt idx="944">
                  <c:v>20.856829999999999</c:v>
                </c:pt>
                <c:pt idx="945">
                  <c:v>25.432469999999999</c:v>
                </c:pt>
                <c:pt idx="946">
                  <c:v>24.38571</c:v>
                </c:pt>
                <c:pt idx="947">
                  <c:v>19.678280000000001</c:v>
                </c:pt>
                <c:pt idx="948">
                  <c:v>20.19314</c:v>
                </c:pt>
                <c:pt idx="949">
                  <c:v>20.22635</c:v>
                </c:pt>
                <c:pt idx="950">
                  <c:v>33.159759999999999</c:v>
                </c:pt>
                <c:pt idx="951">
                  <c:v>26.600670000000001</c:v>
                </c:pt>
                <c:pt idx="952">
                  <c:v>27.115120000000001</c:v>
                </c:pt>
                <c:pt idx="953">
                  <c:v>28.769449999999999</c:v>
                </c:pt>
                <c:pt idx="954">
                  <c:v>33.074770000000001</c:v>
                </c:pt>
                <c:pt idx="955">
                  <c:v>29.072980000000001</c:v>
                </c:pt>
                <c:pt idx="956">
                  <c:v>25.356670000000001</c:v>
                </c:pt>
                <c:pt idx="957">
                  <c:v>26.687080000000002</c:v>
                </c:pt>
                <c:pt idx="958">
                  <c:v>24.831320000000002</c:v>
                </c:pt>
                <c:pt idx="959">
                  <c:v>23.187149999999999</c:v>
                </c:pt>
                <c:pt idx="960">
                  <c:v>22.273029999999999</c:v>
                </c:pt>
                <c:pt idx="961">
                  <c:v>19.546320000000001</c:v>
                </c:pt>
                <c:pt idx="962">
                  <c:v>25.266490000000001</c:v>
                </c:pt>
                <c:pt idx="963">
                  <c:v>28.14697</c:v>
                </c:pt>
                <c:pt idx="964">
                  <c:v>25.179510000000001</c:v>
                </c:pt>
                <c:pt idx="965">
                  <c:v>23.259879999999999</c:v>
                </c:pt>
                <c:pt idx="966">
                  <c:v>25.111339999999998</c:v>
                </c:pt>
                <c:pt idx="967">
                  <c:v>23.273810000000001</c:v>
                </c:pt>
                <c:pt idx="968">
                  <c:v>27.084720000000001</c:v>
                </c:pt>
                <c:pt idx="969">
                  <c:v>20.662189999999999</c:v>
                </c:pt>
                <c:pt idx="970">
                  <c:v>24.530760000000001</c:v>
                </c:pt>
                <c:pt idx="971">
                  <c:v>24.730689999999999</c:v>
                </c:pt>
                <c:pt idx="972">
                  <c:v>24.746310000000001</c:v>
                </c:pt>
                <c:pt idx="973">
                  <c:v>19.88822</c:v>
                </c:pt>
                <c:pt idx="974">
                  <c:v>31.782979999999998</c:v>
                </c:pt>
                <c:pt idx="975">
                  <c:v>30.459</c:v>
                </c:pt>
                <c:pt idx="976">
                  <c:v>27.02665</c:v>
                </c:pt>
                <c:pt idx="977">
                  <c:v>25.36872</c:v>
                </c:pt>
                <c:pt idx="978">
                  <c:v>33.73415</c:v>
                </c:pt>
                <c:pt idx="979">
                  <c:v>27.981000000000002</c:v>
                </c:pt>
                <c:pt idx="980">
                  <c:v>31.195209999999999</c:v>
                </c:pt>
                <c:pt idx="981">
                  <c:v>28.45036</c:v>
                </c:pt>
                <c:pt idx="982">
                  <c:v>25.631440000000001</c:v>
                </c:pt>
                <c:pt idx="983">
                  <c:v>22.818470000000001</c:v>
                </c:pt>
                <c:pt idx="984">
                  <c:v>20.019960000000001</c:v>
                </c:pt>
                <c:pt idx="985">
                  <c:v>18.452839999999998</c:v>
                </c:pt>
                <c:pt idx="986">
                  <c:v>19.21088</c:v>
                </c:pt>
                <c:pt idx="987">
                  <c:v>22.871500000000001</c:v>
                </c:pt>
                <c:pt idx="988">
                  <c:v>21.907070000000001</c:v>
                </c:pt>
                <c:pt idx="989">
                  <c:v>20.484549999999999</c:v>
                </c:pt>
                <c:pt idx="990">
                  <c:v>24.31073</c:v>
                </c:pt>
                <c:pt idx="991">
                  <c:v>22.838740000000001</c:v>
                </c:pt>
                <c:pt idx="992">
                  <c:v>29.201080000000001</c:v>
                </c:pt>
                <c:pt idx="993">
                  <c:v>26.737400000000001</c:v>
                </c:pt>
                <c:pt idx="994">
                  <c:v>31.695650000000001</c:v>
                </c:pt>
                <c:pt idx="995">
                  <c:v>24.682020000000001</c:v>
                </c:pt>
                <c:pt idx="996">
                  <c:v>25.278500000000001</c:v>
                </c:pt>
                <c:pt idx="997">
                  <c:v>30.825150000000001</c:v>
                </c:pt>
                <c:pt idx="998">
                  <c:v>30.69876</c:v>
                </c:pt>
                <c:pt idx="999">
                  <c:v>30.82404</c:v>
                </c:pt>
                <c:pt idx="1000">
                  <c:v>23.927289999999999</c:v>
                </c:pt>
                <c:pt idx="1001">
                  <c:v>26.762350000000001</c:v>
                </c:pt>
                <c:pt idx="1002">
                  <c:v>22.985220000000002</c:v>
                </c:pt>
                <c:pt idx="1003">
                  <c:v>23.18554</c:v>
                </c:pt>
                <c:pt idx="1004">
                  <c:v>22.048559999999998</c:v>
                </c:pt>
                <c:pt idx="1005">
                  <c:v>21.336030000000001</c:v>
                </c:pt>
                <c:pt idx="1006">
                  <c:v>20.69434</c:v>
                </c:pt>
                <c:pt idx="1007">
                  <c:v>29.75046</c:v>
                </c:pt>
                <c:pt idx="1008">
                  <c:v>31.24569</c:v>
                </c:pt>
                <c:pt idx="1009">
                  <c:v>27.743320000000001</c:v>
                </c:pt>
                <c:pt idx="1010">
                  <c:v>28.21453</c:v>
                </c:pt>
                <c:pt idx="1011">
                  <c:v>21.839729999999999</c:v>
                </c:pt>
                <c:pt idx="1012">
                  <c:v>31.150770000000001</c:v>
                </c:pt>
                <c:pt idx="1013">
                  <c:v>31.711559999999999</c:v>
                </c:pt>
                <c:pt idx="1014">
                  <c:v>31.60866</c:v>
                </c:pt>
                <c:pt idx="1015">
                  <c:v>23.039670000000001</c:v>
                </c:pt>
                <c:pt idx="1016">
                  <c:v>20.085899999999999</c:v>
                </c:pt>
                <c:pt idx="1017">
                  <c:v>19.314509999999999</c:v>
                </c:pt>
                <c:pt idx="1018">
                  <c:v>18.658110000000001</c:v>
                </c:pt>
                <c:pt idx="1019">
                  <c:v>20.575849999999999</c:v>
                </c:pt>
                <c:pt idx="1020">
                  <c:v>24.22223</c:v>
                </c:pt>
                <c:pt idx="1021">
                  <c:v>26.831189999999999</c:v>
                </c:pt>
                <c:pt idx="1022">
                  <c:v>27.544139999999999</c:v>
                </c:pt>
                <c:pt idx="1023">
                  <c:v>23.525790000000001</c:v>
                </c:pt>
                <c:pt idx="1024">
                  <c:v>22.188389999999998</c:v>
                </c:pt>
                <c:pt idx="1025">
                  <c:v>20.74202</c:v>
                </c:pt>
                <c:pt idx="1026">
                  <c:v>27.144590000000001</c:v>
                </c:pt>
                <c:pt idx="1027">
                  <c:v>24.798570000000002</c:v>
                </c:pt>
                <c:pt idx="1028">
                  <c:v>29.558700000000002</c:v>
                </c:pt>
                <c:pt idx="1029">
                  <c:v>28.158529999999999</c:v>
                </c:pt>
                <c:pt idx="1030">
                  <c:v>21.98978</c:v>
                </c:pt>
                <c:pt idx="1031">
                  <c:v>23.447389999999999</c:v>
                </c:pt>
                <c:pt idx="1032">
                  <c:v>21.505680000000002</c:v>
                </c:pt>
                <c:pt idx="1033">
                  <c:v>22.514209999999999</c:v>
                </c:pt>
                <c:pt idx="1034">
                  <c:v>20.532029999999999</c:v>
                </c:pt>
                <c:pt idx="1035">
                  <c:v>18.384360000000001</c:v>
                </c:pt>
                <c:pt idx="1036">
                  <c:v>27.809170000000002</c:v>
                </c:pt>
                <c:pt idx="1037">
                  <c:v>27.409369999999999</c:v>
                </c:pt>
                <c:pt idx="1038">
                  <c:v>21.172280000000001</c:v>
                </c:pt>
                <c:pt idx="1039">
                  <c:v>21.613109999999999</c:v>
                </c:pt>
                <c:pt idx="1040">
                  <c:v>20.528469999999999</c:v>
                </c:pt>
                <c:pt idx="1041">
                  <c:v>22.645810000000001</c:v>
                </c:pt>
                <c:pt idx="1042">
                  <c:v>23.427990000000001</c:v>
                </c:pt>
                <c:pt idx="1043">
                  <c:v>24.576280000000001</c:v>
                </c:pt>
                <c:pt idx="1044">
                  <c:v>24.067730000000001</c:v>
                </c:pt>
                <c:pt idx="1045">
                  <c:v>19.42728</c:v>
                </c:pt>
                <c:pt idx="1046">
                  <c:v>19.524699999999999</c:v>
                </c:pt>
                <c:pt idx="1047">
                  <c:v>21.05218</c:v>
                </c:pt>
                <c:pt idx="1048">
                  <c:v>20.352879999999999</c:v>
                </c:pt>
                <c:pt idx="1049">
                  <c:v>17.571999999999999</c:v>
                </c:pt>
                <c:pt idx="1050">
                  <c:v>28.69436</c:v>
                </c:pt>
                <c:pt idx="1051">
                  <c:v>26.029309999999999</c:v>
                </c:pt>
                <c:pt idx="1052">
                  <c:v>25.026499999999999</c:v>
                </c:pt>
                <c:pt idx="1053">
                  <c:v>22.62302</c:v>
                </c:pt>
                <c:pt idx="1054">
                  <c:v>21.63017</c:v>
                </c:pt>
                <c:pt idx="1055">
                  <c:v>20.66996</c:v>
                </c:pt>
                <c:pt idx="1056">
                  <c:v>28.900970000000001</c:v>
                </c:pt>
                <c:pt idx="1057">
                  <c:v>23.283709999999999</c:v>
                </c:pt>
                <c:pt idx="1058">
                  <c:v>23.674949999999999</c:v>
                </c:pt>
                <c:pt idx="1059">
                  <c:v>21.106619999999999</c:v>
                </c:pt>
                <c:pt idx="1060">
                  <c:v>21.810680000000001</c:v>
                </c:pt>
                <c:pt idx="1061">
                  <c:v>21.684560000000001</c:v>
                </c:pt>
                <c:pt idx="1062">
                  <c:v>24.890450000000001</c:v>
                </c:pt>
                <c:pt idx="1063">
                  <c:v>24.291830000000001</c:v>
                </c:pt>
                <c:pt idx="1064">
                  <c:v>26.838699999999999</c:v>
                </c:pt>
                <c:pt idx="1065">
                  <c:v>22.799849999999999</c:v>
                </c:pt>
                <c:pt idx="1066">
                  <c:v>25.08531</c:v>
                </c:pt>
                <c:pt idx="1067">
                  <c:v>23.071079999999998</c:v>
                </c:pt>
                <c:pt idx="1068">
                  <c:v>20.224</c:v>
                </c:pt>
                <c:pt idx="1069">
                  <c:v>25.567679999999999</c:v>
                </c:pt>
                <c:pt idx="1070">
                  <c:v>22.3521</c:v>
                </c:pt>
                <c:pt idx="1071">
                  <c:v>22.50262</c:v>
                </c:pt>
                <c:pt idx="1072">
                  <c:v>18.24606</c:v>
                </c:pt>
                <c:pt idx="1073">
                  <c:v>23.590389999999999</c:v>
                </c:pt>
                <c:pt idx="1074">
                  <c:v>23.96658</c:v>
                </c:pt>
                <c:pt idx="1075">
                  <c:v>22.651769999999999</c:v>
                </c:pt>
                <c:pt idx="1076">
                  <c:v>21.19772</c:v>
                </c:pt>
                <c:pt idx="1077">
                  <c:v>22.256150000000002</c:v>
                </c:pt>
                <c:pt idx="1078">
                  <c:v>19.24146</c:v>
                </c:pt>
                <c:pt idx="1079">
                  <c:v>23.776209999999999</c:v>
                </c:pt>
                <c:pt idx="1080">
                  <c:v>25.936859999999999</c:v>
                </c:pt>
                <c:pt idx="1081">
                  <c:v>23.992550000000001</c:v>
                </c:pt>
                <c:pt idx="1082">
                  <c:v>19.94191</c:v>
                </c:pt>
                <c:pt idx="1083">
                  <c:v>23.464569999999998</c:v>
                </c:pt>
                <c:pt idx="1084">
                  <c:v>21.527670000000001</c:v>
                </c:pt>
                <c:pt idx="1085">
                  <c:v>21.871479999999998</c:v>
                </c:pt>
                <c:pt idx="1086">
                  <c:v>22.031320000000001</c:v>
                </c:pt>
                <c:pt idx="1087">
                  <c:v>20.83164</c:v>
                </c:pt>
                <c:pt idx="1088">
                  <c:v>20.121089999999999</c:v>
                </c:pt>
                <c:pt idx="1089">
                  <c:v>21.50544</c:v>
                </c:pt>
                <c:pt idx="1090">
                  <c:v>24.881</c:v>
                </c:pt>
                <c:pt idx="1091">
                  <c:v>31.029389999999999</c:v>
                </c:pt>
                <c:pt idx="1092">
                  <c:v>28.720590000000001</c:v>
                </c:pt>
                <c:pt idx="1093">
                  <c:v>22.03697</c:v>
                </c:pt>
                <c:pt idx="1094">
                  <c:v>24.504740000000002</c:v>
                </c:pt>
                <c:pt idx="1095">
                  <c:v>18.64029</c:v>
                </c:pt>
                <c:pt idx="1096">
                  <c:v>23.878340000000001</c:v>
                </c:pt>
                <c:pt idx="1097">
                  <c:v>24.600660000000001</c:v>
                </c:pt>
                <c:pt idx="1098">
                  <c:v>24.110600000000002</c:v>
                </c:pt>
                <c:pt idx="1099">
                  <c:v>19.90043</c:v>
                </c:pt>
                <c:pt idx="1100">
                  <c:v>17.36843</c:v>
                </c:pt>
                <c:pt idx="1101">
                  <c:v>22.274830000000001</c:v>
                </c:pt>
                <c:pt idx="1102">
                  <c:v>21.036840000000002</c:v>
                </c:pt>
                <c:pt idx="1103">
                  <c:v>21.97486</c:v>
                </c:pt>
                <c:pt idx="1104">
                  <c:v>20.097619999999999</c:v>
                </c:pt>
                <c:pt idx="1105">
                  <c:v>23.389240000000001</c:v>
                </c:pt>
                <c:pt idx="1106">
                  <c:v>18.843050000000002</c:v>
                </c:pt>
                <c:pt idx="1107">
                  <c:v>24.56981</c:v>
                </c:pt>
                <c:pt idx="1108">
                  <c:v>27.308440000000001</c:v>
                </c:pt>
                <c:pt idx="1109">
                  <c:v>20.537949999999999</c:v>
                </c:pt>
                <c:pt idx="1110">
                  <c:v>24.33099</c:v>
                </c:pt>
                <c:pt idx="1111">
                  <c:v>24.001940000000001</c:v>
                </c:pt>
                <c:pt idx="1112">
                  <c:v>24.977609999999999</c:v>
                </c:pt>
                <c:pt idx="1113">
                  <c:v>32.852310000000003</c:v>
                </c:pt>
                <c:pt idx="1114">
                  <c:v>31.27542</c:v>
                </c:pt>
                <c:pt idx="1115">
                  <c:v>31.83417</c:v>
                </c:pt>
                <c:pt idx="1116">
                  <c:v>35.239060000000002</c:v>
                </c:pt>
                <c:pt idx="1117">
                  <c:v>38.23583</c:v>
                </c:pt>
                <c:pt idx="1118">
                  <c:v>36.588729999999998</c:v>
                </c:pt>
                <c:pt idx="1119">
                  <c:v>33.583419999999997</c:v>
                </c:pt>
                <c:pt idx="1120">
                  <c:v>21.454619999999998</c:v>
                </c:pt>
                <c:pt idx="1121">
                  <c:v>25.081790000000002</c:v>
                </c:pt>
                <c:pt idx="1122">
                  <c:v>28.507069999999999</c:v>
                </c:pt>
                <c:pt idx="1123">
                  <c:v>30.080120000000001</c:v>
                </c:pt>
                <c:pt idx="1124">
                  <c:v>31.662500000000001</c:v>
                </c:pt>
                <c:pt idx="1125">
                  <c:v>30.450669999999999</c:v>
                </c:pt>
                <c:pt idx="1126">
                  <c:v>31.99278</c:v>
                </c:pt>
                <c:pt idx="1127">
                  <c:v>33.953209999999999</c:v>
                </c:pt>
                <c:pt idx="1128">
                  <c:v>31.98199</c:v>
                </c:pt>
                <c:pt idx="1129">
                  <c:v>28.603539999999999</c:v>
                </c:pt>
                <c:pt idx="1130">
                  <c:v>25.629300000000001</c:v>
                </c:pt>
                <c:pt idx="1131">
                  <c:v>29.09423</c:v>
                </c:pt>
                <c:pt idx="1132">
                  <c:v>30.72381</c:v>
                </c:pt>
                <c:pt idx="1133">
                  <c:v>28.824919999999999</c:v>
                </c:pt>
                <c:pt idx="1134">
                  <c:v>27.533930000000002</c:v>
                </c:pt>
                <c:pt idx="1135">
                  <c:v>36.272460000000002</c:v>
                </c:pt>
                <c:pt idx="1136">
                  <c:v>30.466629999999999</c:v>
                </c:pt>
                <c:pt idx="1137">
                  <c:v>30.536750000000001</c:v>
                </c:pt>
                <c:pt idx="1138">
                  <c:v>33.962229999999998</c:v>
                </c:pt>
                <c:pt idx="1139">
                  <c:v>31.418320000000001</c:v>
                </c:pt>
                <c:pt idx="1140">
                  <c:v>29.67559</c:v>
                </c:pt>
                <c:pt idx="1141">
                  <c:v>32.277349999999998</c:v>
                </c:pt>
                <c:pt idx="1142">
                  <c:v>29.579249999999998</c:v>
                </c:pt>
                <c:pt idx="1143">
                  <c:v>30.045809999999999</c:v>
                </c:pt>
                <c:pt idx="1144">
                  <c:v>29.539739999999998</c:v>
                </c:pt>
                <c:pt idx="1145">
                  <c:v>29.199719999999999</c:v>
                </c:pt>
                <c:pt idx="1146">
                  <c:v>30.035769999999999</c:v>
                </c:pt>
                <c:pt idx="1147">
                  <c:v>31.305260000000001</c:v>
                </c:pt>
              </c:numCache>
            </c:numRef>
          </c:xVal>
          <c:yVal>
            <c:numRef>
              <c:f>'2002'!$M$2:$M$1149</c:f>
              <c:numCache>
                <c:formatCode>0.00</c:formatCode>
                <c:ptCount val="1148"/>
                <c:pt idx="0">
                  <c:v>-0.39016899999999999</c:v>
                </c:pt>
                <c:pt idx="1">
                  <c:v>0.22339999999999999</c:v>
                </c:pt>
                <c:pt idx="2">
                  <c:v>-0.19192000000000001</c:v>
                </c:pt>
                <c:pt idx="3">
                  <c:v>-0.14849499999999999</c:v>
                </c:pt>
                <c:pt idx="4">
                  <c:v>-0.21925900000000001</c:v>
                </c:pt>
                <c:pt idx="5">
                  <c:v>-0.220196</c:v>
                </c:pt>
                <c:pt idx="6">
                  <c:v>-0.32376300000000002</c:v>
                </c:pt>
                <c:pt idx="7">
                  <c:v>-0.21793000000000001</c:v>
                </c:pt>
                <c:pt idx="8">
                  <c:v>-0.203926</c:v>
                </c:pt>
                <c:pt idx="9">
                  <c:v>-0.25562400000000002</c:v>
                </c:pt>
                <c:pt idx="10">
                  <c:v>-0.10022499999999999</c:v>
                </c:pt>
                <c:pt idx="11">
                  <c:v>-0.257938</c:v>
                </c:pt>
                <c:pt idx="12">
                  <c:v>-0.229936</c:v>
                </c:pt>
                <c:pt idx="13">
                  <c:v>-0.21146899999999999</c:v>
                </c:pt>
                <c:pt idx="14">
                  <c:v>-0.107005</c:v>
                </c:pt>
                <c:pt idx="15">
                  <c:v>-0.13245999999999999</c:v>
                </c:pt>
                <c:pt idx="16">
                  <c:v>-0.254189</c:v>
                </c:pt>
                <c:pt idx="17">
                  <c:v>-0.24443000000000001</c:v>
                </c:pt>
                <c:pt idx="18">
                  <c:v>-0.225383</c:v>
                </c:pt>
                <c:pt idx="19">
                  <c:v>-0.18279200000000001</c:v>
                </c:pt>
                <c:pt idx="20">
                  <c:v>-0.18564700000000001</c:v>
                </c:pt>
                <c:pt idx="21">
                  <c:v>-0.20138200000000001</c:v>
                </c:pt>
                <c:pt idx="22">
                  <c:v>-6.8491999999999997E-2</c:v>
                </c:pt>
                <c:pt idx="23">
                  <c:v>-0.17177100000000001</c:v>
                </c:pt>
                <c:pt idx="24">
                  <c:v>-0.21107999999999999</c:v>
                </c:pt>
                <c:pt idx="25">
                  <c:v>-8.8794999999999999E-2</c:v>
                </c:pt>
                <c:pt idx="26">
                  <c:v>-0.155584</c:v>
                </c:pt>
                <c:pt idx="27">
                  <c:v>-0.147255</c:v>
                </c:pt>
                <c:pt idx="28">
                  <c:v>-0.332152</c:v>
                </c:pt>
                <c:pt idx="29">
                  <c:v>-7.5865000000000002E-2</c:v>
                </c:pt>
                <c:pt idx="30">
                  <c:v>-0.19949900000000001</c:v>
                </c:pt>
                <c:pt idx="31">
                  <c:v>-0.22615399999999999</c:v>
                </c:pt>
                <c:pt idx="32">
                  <c:v>-0.23882500000000001</c:v>
                </c:pt>
                <c:pt idx="33">
                  <c:v>-0.21517800000000001</c:v>
                </c:pt>
                <c:pt idx="34">
                  <c:v>-0.15614900000000001</c:v>
                </c:pt>
                <c:pt idx="35">
                  <c:v>-0.121521</c:v>
                </c:pt>
                <c:pt idx="36">
                  <c:v>-0.106409</c:v>
                </c:pt>
                <c:pt idx="37">
                  <c:v>-0.17314099999999999</c:v>
                </c:pt>
                <c:pt idx="38">
                  <c:v>-0.117133</c:v>
                </c:pt>
                <c:pt idx="39">
                  <c:v>-6.6209000000000004E-2</c:v>
                </c:pt>
                <c:pt idx="40">
                  <c:v>-0.17239299999999999</c:v>
                </c:pt>
                <c:pt idx="41">
                  <c:v>-9.3605999999999995E-2</c:v>
                </c:pt>
                <c:pt idx="42">
                  <c:v>-0.26641399999999998</c:v>
                </c:pt>
                <c:pt idx="43">
                  <c:v>-4.8072999999999998E-2</c:v>
                </c:pt>
                <c:pt idx="44">
                  <c:v>-0.19545299999999999</c:v>
                </c:pt>
                <c:pt idx="45">
                  <c:v>-0.14216100000000001</c:v>
                </c:pt>
                <c:pt idx="46">
                  <c:v>-0.28745599999999999</c:v>
                </c:pt>
                <c:pt idx="47">
                  <c:v>-0.34411199999999997</c:v>
                </c:pt>
                <c:pt idx="48">
                  <c:v>-0.218893</c:v>
                </c:pt>
                <c:pt idx="49">
                  <c:v>-0.178143</c:v>
                </c:pt>
                <c:pt idx="50">
                  <c:v>-5.1756999999999997E-2</c:v>
                </c:pt>
                <c:pt idx="51">
                  <c:v>-0.28315400000000002</c:v>
                </c:pt>
                <c:pt idx="52">
                  <c:v>-0.26374599999999998</c:v>
                </c:pt>
                <c:pt idx="53">
                  <c:v>-0.30075000000000002</c:v>
                </c:pt>
                <c:pt idx="54">
                  <c:v>-0.101017</c:v>
                </c:pt>
                <c:pt idx="55">
                  <c:v>-0.17613799999999999</c:v>
                </c:pt>
                <c:pt idx="56">
                  <c:v>-9.3645999999999993E-2</c:v>
                </c:pt>
                <c:pt idx="57">
                  <c:v>-8.1154000000000004E-2</c:v>
                </c:pt>
                <c:pt idx="58">
                  <c:v>-0.110804</c:v>
                </c:pt>
                <c:pt idx="59">
                  <c:v>-0.17424899999999999</c:v>
                </c:pt>
                <c:pt idx="60">
                  <c:v>-0.30519299999999999</c:v>
                </c:pt>
                <c:pt idx="61">
                  <c:v>-0.12515200000000001</c:v>
                </c:pt>
                <c:pt idx="62">
                  <c:v>-0.22392999999999999</c:v>
                </c:pt>
                <c:pt idx="63">
                  <c:v>-7.7606999999999995E-2</c:v>
                </c:pt>
                <c:pt idx="64">
                  <c:v>-4.3102000000000001E-2</c:v>
                </c:pt>
                <c:pt idx="65">
                  <c:v>-0.10495400000000001</c:v>
                </c:pt>
                <c:pt idx="66">
                  <c:v>-0.18266099999999999</c:v>
                </c:pt>
                <c:pt idx="67">
                  <c:v>-0.109622</c:v>
                </c:pt>
                <c:pt idx="68">
                  <c:v>-0.20751500000000001</c:v>
                </c:pt>
                <c:pt idx="69">
                  <c:v>-0.25582500000000002</c:v>
                </c:pt>
                <c:pt idx="70">
                  <c:v>-0.23996000000000001</c:v>
                </c:pt>
                <c:pt idx="71">
                  <c:v>-0.171293</c:v>
                </c:pt>
                <c:pt idx="72">
                  <c:v>-0.29666999999999999</c:v>
                </c:pt>
                <c:pt idx="73">
                  <c:v>-0.29039599999999999</c:v>
                </c:pt>
                <c:pt idx="74">
                  <c:v>-0.166099</c:v>
                </c:pt>
                <c:pt idx="75">
                  <c:v>-0.14388999999999999</c:v>
                </c:pt>
                <c:pt idx="76">
                  <c:v>-0.24513499999999999</c:v>
                </c:pt>
                <c:pt idx="77">
                  <c:v>-0.242309</c:v>
                </c:pt>
                <c:pt idx="78">
                  <c:v>-0.16291900000000001</c:v>
                </c:pt>
                <c:pt idx="79">
                  <c:v>-0.22547200000000001</c:v>
                </c:pt>
                <c:pt idx="80">
                  <c:v>-0.18651200000000001</c:v>
                </c:pt>
                <c:pt idx="81">
                  <c:v>-0.15426100000000001</c:v>
                </c:pt>
                <c:pt idx="82">
                  <c:v>-0.16638800000000001</c:v>
                </c:pt>
                <c:pt idx="83">
                  <c:v>-0.119241</c:v>
                </c:pt>
                <c:pt idx="84">
                  <c:v>-0.20471600000000001</c:v>
                </c:pt>
                <c:pt idx="85">
                  <c:v>-0.28435300000000002</c:v>
                </c:pt>
                <c:pt idx="86">
                  <c:v>-0.15571499999999999</c:v>
                </c:pt>
                <c:pt idx="87">
                  <c:v>-0.157633</c:v>
                </c:pt>
                <c:pt idx="88">
                  <c:v>-0.121197</c:v>
                </c:pt>
                <c:pt idx="89">
                  <c:v>-0.139044</c:v>
                </c:pt>
                <c:pt idx="90">
                  <c:v>-0.14624999999999999</c:v>
                </c:pt>
                <c:pt idx="91">
                  <c:v>-0.21281700000000001</c:v>
                </c:pt>
                <c:pt idx="92">
                  <c:v>-0.10868</c:v>
                </c:pt>
                <c:pt idx="93">
                  <c:v>-0.11386599999999999</c:v>
                </c:pt>
                <c:pt idx="94">
                  <c:v>-0.15013599999999999</c:v>
                </c:pt>
                <c:pt idx="95">
                  <c:v>-0.11037</c:v>
                </c:pt>
                <c:pt idx="96">
                  <c:v>-4.3346999999999997E-2</c:v>
                </c:pt>
                <c:pt idx="97">
                  <c:v>-5.6620999999999998E-2</c:v>
                </c:pt>
                <c:pt idx="98">
                  <c:v>-7.7005000000000004E-2</c:v>
                </c:pt>
                <c:pt idx="99">
                  <c:v>-0.22869</c:v>
                </c:pt>
                <c:pt idx="100">
                  <c:v>-7.7676999999999996E-2</c:v>
                </c:pt>
                <c:pt idx="101">
                  <c:v>-8.4231E-2</c:v>
                </c:pt>
                <c:pt idx="102">
                  <c:v>-0.150341</c:v>
                </c:pt>
                <c:pt idx="103">
                  <c:v>-0.19567899999999999</c:v>
                </c:pt>
                <c:pt idx="104">
                  <c:v>-0.13994999999999999</c:v>
                </c:pt>
                <c:pt idx="105">
                  <c:v>-0.15734300000000001</c:v>
                </c:pt>
                <c:pt idx="106">
                  <c:v>-0.180867</c:v>
                </c:pt>
                <c:pt idx="107">
                  <c:v>-8.3479999999999995E-3</c:v>
                </c:pt>
                <c:pt idx="108">
                  <c:v>-0.118183</c:v>
                </c:pt>
                <c:pt idx="109">
                  <c:v>-5.8044999999999999E-2</c:v>
                </c:pt>
                <c:pt idx="110">
                  <c:v>-0.197102</c:v>
                </c:pt>
                <c:pt idx="111">
                  <c:v>-0.18840599999999999</c:v>
                </c:pt>
                <c:pt idx="112">
                  <c:v>-0.245091</c:v>
                </c:pt>
                <c:pt idx="113">
                  <c:v>-4.1199999999999999E-4</c:v>
                </c:pt>
                <c:pt idx="114">
                  <c:v>-0.13269800000000001</c:v>
                </c:pt>
                <c:pt idx="115">
                  <c:v>-0.10788499999999999</c:v>
                </c:pt>
                <c:pt idx="116">
                  <c:v>-6.7666000000000004E-2</c:v>
                </c:pt>
                <c:pt idx="117">
                  <c:v>-0.141538</c:v>
                </c:pt>
                <c:pt idx="118">
                  <c:v>-0.22301699999999999</c:v>
                </c:pt>
                <c:pt idx="119">
                  <c:v>-0.103772</c:v>
                </c:pt>
                <c:pt idx="120">
                  <c:v>-0.14896300000000001</c:v>
                </c:pt>
                <c:pt idx="121">
                  <c:v>-7.6277999999999999E-2</c:v>
                </c:pt>
                <c:pt idx="122">
                  <c:v>-0.151889</c:v>
                </c:pt>
                <c:pt idx="123">
                  <c:v>-0.25108599999999998</c:v>
                </c:pt>
                <c:pt idx="124">
                  <c:v>-0.24130499999999999</c:v>
                </c:pt>
                <c:pt idx="125">
                  <c:v>-0.108761</c:v>
                </c:pt>
                <c:pt idx="126">
                  <c:v>-0.26274599999999998</c:v>
                </c:pt>
                <c:pt idx="127">
                  <c:v>-0.29955599999999999</c:v>
                </c:pt>
                <c:pt idx="128">
                  <c:v>-0.229153</c:v>
                </c:pt>
                <c:pt idx="129">
                  <c:v>-0.162968</c:v>
                </c:pt>
                <c:pt idx="130">
                  <c:v>-6.8117999999999998E-2</c:v>
                </c:pt>
                <c:pt idx="131">
                  <c:v>-0.108582</c:v>
                </c:pt>
                <c:pt idx="132">
                  <c:v>-0.239649</c:v>
                </c:pt>
                <c:pt idx="133">
                  <c:v>-0.21439800000000001</c:v>
                </c:pt>
                <c:pt idx="134">
                  <c:v>-0.13114300000000001</c:v>
                </c:pt>
                <c:pt idx="135">
                  <c:v>-0.137375</c:v>
                </c:pt>
                <c:pt idx="136">
                  <c:v>-7.5008000000000005E-2</c:v>
                </c:pt>
                <c:pt idx="137">
                  <c:v>-1.4694E-2</c:v>
                </c:pt>
                <c:pt idx="138">
                  <c:v>-0.106048</c:v>
                </c:pt>
                <c:pt idx="139">
                  <c:v>-0.18990899999999999</c:v>
                </c:pt>
                <c:pt idx="140">
                  <c:v>-0.20085500000000001</c:v>
                </c:pt>
                <c:pt idx="141">
                  <c:v>-0.26861400000000002</c:v>
                </c:pt>
                <c:pt idx="142">
                  <c:v>-1.5626000000000001E-2</c:v>
                </c:pt>
                <c:pt idx="143">
                  <c:v>-0.107248</c:v>
                </c:pt>
                <c:pt idx="144">
                  <c:v>-9.3935000000000005E-2</c:v>
                </c:pt>
                <c:pt idx="145">
                  <c:v>-0.111871</c:v>
                </c:pt>
                <c:pt idx="146">
                  <c:v>-0.14765600000000001</c:v>
                </c:pt>
                <c:pt idx="147">
                  <c:v>-0.16725799999999999</c:v>
                </c:pt>
                <c:pt idx="148">
                  <c:v>-0.231824</c:v>
                </c:pt>
                <c:pt idx="149">
                  <c:v>-9.2510999999999996E-2</c:v>
                </c:pt>
                <c:pt idx="150">
                  <c:v>-0.20940900000000001</c:v>
                </c:pt>
                <c:pt idx="151">
                  <c:v>-0.19913900000000001</c:v>
                </c:pt>
                <c:pt idx="152">
                  <c:v>-0.167714</c:v>
                </c:pt>
                <c:pt idx="153">
                  <c:v>-0.17013500000000001</c:v>
                </c:pt>
                <c:pt idx="154">
                  <c:v>-0.15834400000000001</c:v>
                </c:pt>
                <c:pt idx="155">
                  <c:v>-0.16167000000000001</c:v>
                </c:pt>
                <c:pt idx="156">
                  <c:v>-0.29342600000000002</c:v>
                </c:pt>
                <c:pt idx="157">
                  <c:v>-0.27859099999999998</c:v>
                </c:pt>
                <c:pt idx="158">
                  <c:v>-0.259241</c:v>
                </c:pt>
                <c:pt idx="159">
                  <c:v>-0.27401700000000001</c:v>
                </c:pt>
                <c:pt idx="160">
                  <c:v>-5.9965999999999998E-2</c:v>
                </c:pt>
                <c:pt idx="161">
                  <c:v>-5.9597999999999998E-2</c:v>
                </c:pt>
                <c:pt idx="162">
                  <c:v>-0.14277200000000001</c:v>
                </c:pt>
                <c:pt idx="163">
                  <c:v>-0.19994600000000001</c:v>
                </c:pt>
                <c:pt idx="164">
                  <c:v>-0.15102699999999999</c:v>
                </c:pt>
                <c:pt idx="165">
                  <c:v>-0.23639099999999999</c:v>
                </c:pt>
                <c:pt idx="166">
                  <c:v>-0.237904</c:v>
                </c:pt>
                <c:pt idx="167">
                  <c:v>-0.282717</c:v>
                </c:pt>
                <c:pt idx="168">
                  <c:v>-0.24784</c:v>
                </c:pt>
                <c:pt idx="169">
                  <c:v>-0.27836</c:v>
                </c:pt>
                <c:pt idx="170">
                  <c:v>-0.1241</c:v>
                </c:pt>
                <c:pt idx="171">
                  <c:v>-0.284026</c:v>
                </c:pt>
                <c:pt idx="172">
                  <c:v>-0.17341999999999999</c:v>
                </c:pt>
                <c:pt idx="173">
                  <c:v>-0.17403099999999999</c:v>
                </c:pt>
                <c:pt idx="174">
                  <c:v>-0.105215</c:v>
                </c:pt>
                <c:pt idx="175">
                  <c:v>-0.247804</c:v>
                </c:pt>
                <c:pt idx="176">
                  <c:v>-9.9697999999999995E-2</c:v>
                </c:pt>
                <c:pt idx="177">
                  <c:v>-0.103362</c:v>
                </c:pt>
                <c:pt idx="178">
                  <c:v>-0.166466</c:v>
                </c:pt>
                <c:pt idx="179">
                  <c:v>-0.18026500000000001</c:v>
                </c:pt>
                <c:pt idx="180">
                  <c:v>-0.17377200000000001</c:v>
                </c:pt>
                <c:pt idx="181">
                  <c:v>-0.139656</c:v>
                </c:pt>
                <c:pt idx="182">
                  <c:v>-0.1782</c:v>
                </c:pt>
                <c:pt idx="183">
                  <c:v>-0.22887099999999999</c:v>
                </c:pt>
                <c:pt idx="184">
                  <c:v>-0.24961800000000001</c:v>
                </c:pt>
                <c:pt idx="185">
                  <c:v>-0.31297999999999998</c:v>
                </c:pt>
                <c:pt idx="186">
                  <c:v>-0.23968200000000001</c:v>
                </c:pt>
                <c:pt idx="187">
                  <c:v>-0.159691</c:v>
                </c:pt>
                <c:pt idx="188">
                  <c:v>-0.21363799999999999</c:v>
                </c:pt>
                <c:pt idx="189">
                  <c:v>-0.16638600000000001</c:v>
                </c:pt>
                <c:pt idx="190">
                  <c:v>-0.120389</c:v>
                </c:pt>
                <c:pt idx="191">
                  <c:v>-0.24849299999999999</c:v>
                </c:pt>
                <c:pt idx="192">
                  <c:v>-0.34124700000000002</c:v>
                </c:pt>
                <c:pt idx="193">
                  <c:v>-0.14205300000000001</c:v>
                </c:pt>
                <c:pt idx="194">
                  <c:v>-0.16616700000000001</c:v>
                </c:pt>
                <c:pt idx="195">
                  <c:v>-0.20460500000000001</c:v>
                </c:pt>
                <c:pt idx="196">
                  <c:v>-0.10619099999999999</c:v>
                </c:pt>
                <c:pt idx="197">
                  <c:v>-0.175538</c:v>
                </c:pt>
                <c:pt idx="198">
                  <c:v>-0.21493699999999999</c:v>
                </c:pt>
                <c:pt idx="199">
                  <c:v>-0.29645899999999997</c:v>
                </c:pt>
                <c:pt idx="200">
                  <c:v>0</c:v>
                </c:pt>
                <c:pt idx="201">
                  <c:v>-0.26354300000000003</c:v>
                </c:pt>
                <c:pt idx="202">
                  <c:v>-0.124001</c:v>
                </c:pt>
                <c:pt idx="203">
                  <c:v>-0.25274600000000003</c:v>
                </c:pt>
                <c:pt idx="204">
                  <c:v>-0.160775</c:v>
                </c:pt>
                <c:pt idx="205">
                  <c:v>-0.18593199999999999</c:v>
                </c:pt>
                <c:pt idx="206">
                  <c:v>-0.25584699999999999</c:v>
                </c:pt>
                <c:pt idx="207">
                  <c:v>-0.286576</c:v>
                </c:pt>
                <c:pt idx="208">
                  <c:v>-0.31964399999999998</c:v>
                </c:pt>
                <c:pt idx="209">
                  <c:v>-0.31157000000000001</c:v>
                </c:pt>
                <c:pt idx="210">
                  <c:v>-0.234931</c:v>
                </c:pt>
                <c:pt idx="211">
                  <c:v>-0.38057299999999999</c:v>
                </c:pt>
                <c:pt idx="212">
                  <c:v>-0.175791</c:v>
                </c:pt>
                <c:pt idx="213">
                  <c:v>-0.265565</c:v>
                </c:pt>
                <c:pt idx="214">
                  <c:v>-0.111015</c:v>
                </c:pt>
                <c:pt idx="215">
                  <c:v>-0.25406000000000001</c:v>
                </c:pt>
                <c:pt idx="216">
                  <c:v>-0.26126899999999997</c:v>
                </c:pt>
                <c:pt idx="217">
                  <c:v>-0.12737999999999999</c:v>
                </c:pt>
                <c:pt idx="218">
                  <c:v>-0.18803400000000001</c:v>
                </c:pt>
                <c:pt idx="219">
                  <c:v>-0.16081400000000001</c:v>
                </c:pt>
                <c:pt idx="220">
                  <c:v>-0.19837099999999999</c:v>
                </c:pt>
                <c:pt idx="221">
                  <c:v>-0.22314100000000001</c:v>
                </c:pt>
                <c:pt idx="222">
                  <c:v>-0.22823499999999999</c:v>
                </c:pt>
                <c:pt idx="223">
                  <c:v>-0.360601</c:v>
                </c:pt>
                <c:pt idx="224">
                  <c:v>-0.23089599999999999</c:v>
                </c:pt>
                <c:pt idx="225">
                  <c:v>-0.26684099999999999</c:v>
                </c:pt>
                <c:pt idx="226">
                  <c:v>-0.31731199999999998</c:v>
                </c:pt>
                <c:pt idx="227">
                  <c:v>-0.142871</c:v>
                </c:pt>
                <c:pt idx="228">
                  <c:v>-0.26087700000000003</c:v>
                </c:pt>
                <c:pt idx="229">
                  <c:v>-0.17302799999999999</c:v>
                </c:pt>
                <c:pt idx="230">
                  <c:v>-0.15400700000000001</c:v>
                </c:pt>
                <c:pt idx="231">
                  <c:v>-0.18836700000000001</c:v>
                </c:pt>
                <c:pt idx="232">
                  <c:v>-0.16552500000000001</c:v>
                </c:pt>
                <c:pt idx="233">
                  <c:v>-0.25488100000000002</c:v>
                </c:pt>
                <c:pt idx="234">
                  <c:v>-0.21212800000000001</c:v>
                </c:pt>
                <c:pt idx="235">
                  <c:v>-0.191192</c:v>
                </c:pt>
                <c:pt idx="236">
                  <c:v>-0.14854000000000001</c:v>
                </c:pt>
                <c:pt idx="237">
                  <c:v>-0.16258800000000001</c:v>
                </c:pt>
                <c:pt idx="238">
                  <c:v>-0.23366200000000001</c:v>
                </c:pt>
                <c:pt idx="239">
                  <c:v>-0.247285</c:v>
                </c:pt>
                <c:pt idx="240">
                  <c:v>-0.127527</c:v>
                </c:pt>
                <c:pt idx="241">
                  <c:v>-0.32464599999999999</c:v>
                </c:pt>
                <c:pt idx="242">
                  <c:v>-0.258133</c:v>
                </c:pt>
                <c:pt idx="243">
                  <c:v>-0.19463</c:v>
                </c:pt>
                <c:pt idx="244">
                  <c:v>-0.23028299999999999</c:v>
                </c:pt>
                <c:pt idx="245">
                  <c:v>-0.31784800000000002</c:v>
                </c:pt>
                <c:pt idx="246">
                  <c:v>-0.26708500000000002</c:v>
                </c:pt>
                <c:pt idx="247">
                  <c:v>-0.102782</c:v>
                </c:pt>
                <c:pt idx="248">
                  <c:v>-0.118367</c:v>
                </c:pt>
                <c:pt idx="249">
                  <c:v>-0.14257800000000001</c:v>
                </c:pt>
                <c:pt idx="250">
                  <c:v>-0.11155</c:v>
                </c:pt>
                <c:pt idx="251">
                  <c:v>-0.13408600000000001</c:v>
                </c:pt>
                <c:pt idx="252">
                  <c:v>-0.30696499999999999</c:v>
                </c:pt>
                <c:pt idx="253">
                  <c:v>-0.28254499999999999</c:v>
                </c:pt>
                <c:pt idx="254">
                  <c:v>-0.193025</c:v>
                </c:pt>
                <c:pt idx="255">
                  <c:v>-0.144154</c:v>
                </c:pt>
                <c:pt idx="256">
                  <c:v>-0.15378500000000001</c:v>
                </c:pt>
                <c:pt idx="257">
                  <c:v>-0.16924</c:v>
                </c:pt>
                <c:pt idx="258">
                  <c:v>-0.235906</c:v>
                </c:pt>
                <c:pt idx="259">
                  <c:v>-0.26496799999999998</c:v>
                </c:pt>
                <c:pt idx="260">
                  <c:v>-0.24585799999999999</c:v>
                </c:pt>
                <c:pt idx="261">
                  <c:v>-0.29643599999999998</c:v>
                </c:pt>
                <c:pt idx="262">
                  <c:v>-0.20572299999999999</c:v>
                </c:pt>
                <c:pt idx="263">
                  <c:v>-0.17969499999999999</c:v>
                </c:pt>
                <c:pt idx="264">
                  <c:v>-0.252807</c:v>
                </c:pt>
                <c:pt idx="265">
                  <c:v>-0.145096</c:v>
                </c:pt>
                <c:pt idx="266">
                  <c:v>-0.244119</c:v>
                </c:pt>
                <c:pt idx="267">
                  <c:v>-0.17902399999999999</c:v>
                </c:pt>
                <c:pt idx="268">
                  <c:v>-0.19844700000000001</c:v>
                </c:pt>
                <c:pt idx="269">
                  <c:v>-0.19944500000000001</c:v>
                </c:pt>
                <c:pt idx="270">
                  <c:v>-0.225796</c:v>
                </c:pt>
                <c:pt idx="271">
                  <c:v>-0.19995299999999999</c:v>
                </c:pt>
                <c:pt idx="272">
                  <c:v>-0.16214899999999999</c:v>
                </c:pt>
                <c:pt idx="273">
                  <c:v>-0.15903200000000001</c:v>
                </c:pt>
                <c:pt idx="274">
                  <c:v>-0.10997999999999999</c:v>
                </c:pt>
                <c:pt idx="275">
                  <c:v>-7.4337E-2</c:v>
                </c:pt>
                <c:pt idx="276">
                  <c:v>-0.234511</c:v>
                </c:pt>
                <c:pt idx="277">
                  <c:v>-0.175404</c:v>
                </c:pt>
                <c:pt idx="278">
                  <c:v>-0.249804</c:v>
                </c:pt>
                <c:pt idx="279">
                  <c:v>-0.21215800000000001</c:v>
                </c:pt>
                <c:pt idx="280">
                  <c:v>-0.20812</c:v>
                </c:pt>
                <c:pt idx="281">
                  <c:v>-0.28475299999999998</c:v>
                </c:pt>
                <c:pt idx="282">
                  <c:v>-0.26549299999999998</c:v>
                </c:pt>
                <c:pt idx="283">
                  <c:v>-0.31482100000000002</c:v>
                </c:pt>
                <c:pt idx="284">
                  <c:v>-0.310089</c:v>
                </c:pt>
                <c:pt idx="285">
                  <c:v>-0.249638</c:v>
                </c:pt>
                <c:pt idx="286">
                  <c:v>-0.26086599999999999</c:v>
                </c:pt>
                <c:pt idx="287">
                  <c:v>-0.241812</c:v>
                </c:pt>
                <c:pt idx="288">
                  <c:v>-0.19004399999999999</c:v>
                </c:pt>
                <c:pt idx="289">
                  <c:v>-0.30841600000000002</c:v>
                </c:pt>
                <c:pt idx="290">
                  <c:v>-0.44552700000000001</c:v>
                </c:pt>
                <c:pt idx="291">
                  <c:v>-0.1421</c:v>
                </c:pt>
                <c:pt idx="292">
                  <c:v>-0.17194799999999999</c:v>
                </c:pt>
                <c:pt idx="293">
                  <c:v>-6.2620999999999996E-2</c:v>
                </c:pt>
                <c:pt idx="294">
                  <c:v>-0.250689</c:v>
                </c:pt>
                <c:pt idx="295">
                  <c:v>-0.13503100000000001</c:v>
                </c:pt>
                <c:pt idx="296">
                  <c:v>-6.2175000000000001E-2</c:v>
                </c:pt>
                <c:pt idx="297">
                  <c:v>-0.12457500000000001</c:v>
                </c:pt>
                <c:pt idx="298">
                  <c:v>-0.13350600000000001</c:v>
                </c:pt>
                <c:pt idx="299">
                  <c:v>-0.33119199999999999</c:v>
                </c:pt>
                <c:pt idx="300">
                  <c:v>-0.13381799999999999</c:v>
                </c:pt>
                <c:pt idx="301">
                  <c:v>-0.14408199999999999</c:v>
                </c:pt>
                <c:pt idx="302">
                  <c:v>-0.20871899999999999</c:v>
                </c:pt>
                <c:pt idx="303">
                  <c:v>-0.133271</c:v>
                </c:pt>
                <c:pt idx="304">
                  <c:v>-0.168323</c:v>
                </c:pt>
                <c:pt idx="305">
                  <c:v>-0.13925999999999999</c:v>
                </c:pt>
                <c:pt idx="306">
                  <c:v>-0.159776</c:v>
                </c:pt>
                <c:pt idx="307">
                  <c:v>-0.21208299999999999</c:v>
                </c:pt>
                <c:pt idx="308">
                  <c:v>-0.19994100000000001</c:v>
                </c:pt>
                <c:pt idx="309">
                  <c:v>-0.117316</c:v>
                </c:pt>
                <c:pt idx="310">
                  <c:v>-0.231131</c:v>
                </c:pt>
                <c:pt idx="311">
                  <c:v>-0.34516799999999997</c:v>
                </c:pt>
                <c:pt idx="312">
                  <c:v>-2.5373E-2</c:v>
                </c:pt>
                <c:pt idx="313">
                  <c:v>-0.151144</c:v>
                </c:pt>
                <c:pt idx="314">
                  <c:v>-0.12431200000000001</c:v>
                </c:pt>
                <c:pt idx="315">
                  <c:v>-0.18637100000000001</c:v>
                </c:pt>
                <c:pt idx="316">
                  <c:v>-0.22917899999999999</c:v>
                </c:pt>
                <c:pt idx="317">
                  <c:v>-0.26987699999999998</c:v>
                </c:pt>
                <c:pt idx="318">
                  <c:v>-0.241177</c:v>
                </c:pt>
                <c:pt idx="319">
                  <c:v>-0.18426500000000001</c:v>
                </c:pt>
                <c:pt idx="320">
                  <c:v>-0.119062</c:v>
                </c:pt>
                <c:pt idx="321">
                  <c:v>-0.191862</c:v>
                </c:pt>
                <c:pt idx="322">
                  <c:v>-0.16345999999999999</c:v>
                </c:pt>
                <c:pt idx="323">
                  <c:v>-0.25572499999999998</c:v>
                </c:pt>
                <c:pt idx="324">
                  <c:v>-0.17566399999999999</c:v>
                </c:pt>
                <c:pt idx="325">
                  <c:v>-0.241869</c:v>
                </c:pt>
                <c:pt idx="326">
                  <c:v>-0.29453200000000002</c:v>
                </c:pt>
                <c:pt idx="327">
                  <c:v>-0.23599200000000001</c:v>
                </c:pt>
                <c:pt idx="328">
                  <c:v>-0.21668599999999999</c:v>
                </c:pt>
                <c:pt idx="329">
                  <c:v>-0.18498400000000001</c:v>
                </c:pt>
                <c:pt idx="330">
                  <c:v>-0.16320299999999999</c:v>
                </c:pt>
                <c:pt idx="331">
                  <c:v>-0.15249799999999999</c:v>
                </c:pt>
                <c:pt idx="332">
                  <c:v>-0.27852900000000003</c:v>
                </c:pt>
                <c:pt idx="333">
                  <c:v>-9.7153000000000003E-2</c:v>
                </c:pt>
                <c:pt idx="334">
                  <c:v>-0.148676</c:v>
                </c:pt>
                <c:pt idx="335">
                  <c:v>-0.208091</c:v>
                </c:pt>
                <c:pt idx="336">
                  <c:v>-0.169243</c:v>
                </c:pt>
                <c:pt idx="337">
                  <c:v>-9.6006999999999995E-2</c:v>
                </c:pt>
                <c:pt idx="338">
                  <c:v>-0.10291</c:v>
                </c:pt>
                <c:pt idx="339">
                  <c:v>-0.329573</c:v>
                </c:pt>
                <c:pt idx="340">
                  <c:v>-0.14695800000000001</c:v>
                </c:pt>
                <c:pt idx="341">
                  <c:v>-0.1452</c:v>
                </c:pt>
                <c:pt idx="342">
                  <c:v>-0.17713499999999999</c:v>
                </c:pt>
                <c:pt idx="343">
                  <c:v>-0.165964</c:v>
                </c:pt>
                <c:pt idx="344">
                  <c:v>-0.20560400000000001</c:v>
                </c:pt>
                <c:pt idx="345">
                  <c:v>-0.16683400000000001</c:v>
                </c:pt>
                <c:pt idx="346">
                  <c:v>-0.139712</c:v>
                </c:pt>
                <c:pt idx="347">
                  <c:v>-0.25965300000000002</c:v>
                </c:pt>
                <c:pt idx="348">
                  <c:v>-0.181645</c:v>
                </c:pt>
                <c:pt idx="349">
                  <c:v>-0.13722000000000001</c:v>
                </c:pt>
                <c:pt idx="350">
                  <c:v>-0.11997099999999999</c:v>
                </c:pt>
                <c:pt idx="351">
                  <c:v>-0.24857499999999999</c:v>
                </c:pt>
                <c:pt idx="352">
                  <c:v>-0.350968</c:v>
                </c:pt>
                <c:pt idx="353">
                  <c:v>-6.5475000000000005E-2</c:v>
                </c:pt>
                <c:pt idx="354">
                  <c:v>-0.36669099999999999</c:v>
                </c:pt>
                <c:pt idx="355">
                  <c:v>-0.18108399999999999</c:v>
                </c:pt>
                <c:pt idx="356">
                  <c:v>-0.31213099999999999</c:v>
                </c:pt>
                <c:pt idx="357">
                  <c:v>-0.27007900000000001</c:v>
                </c:pt>
                <c:pt idx="358">
                  <c:v>-0.106513</c:v>
                </c:pt>
                <c:pt idx="359">
                  <c:v>-0.131242</c:v>
                </c:pt>
                <c:pt idx="360">
                  <c:v>-0.161084</c:v>
                </c:pt>
                <c:pt idx="361">
                  <c:v>-0.18499699999999999</c:v>
                </c:pt>
                <c:pt idx="362">
                  <c:v>-0.198439</c:v>
                </c:pt>
                <c:pt idx="363">
                  <c:v>-0.23674899999999999</c:v>
                </c:pt>
                <c:pt idx="364">
                  <c:v>-0.156058</c:v>
                </c:pt>
                <c:pt idx="365">
                  <c:v>-0.20576</c:v>
                </c:pt>
                <c:pt idx="366">
                  <c:v>-0.17565</c:v>
                </c:pt>
                <c:pt idx="367">
                  <c:v>-0.21266099999999999</c:v>
                </c:pt>
                <c:pt idx="368">
                  <c:v>-0.124111</c:v>
                </c:pt>
                <c:pt idx="369">
                  <c:v>-4.0656999999999999E-2</c:v>
                </c:pt>
                <c:pt idx="370">
                  <c:v>-0.215888</c:v>
                </c:pt>
                <c:pt idx="371">
                  <c:v>-9.5381999999999995E-2</c:v>
                </c:pt>
                <c:pt idx="372">
                  <c:v>-0.146926</c:v>
                </c:pt>
                <c:pt idx="373">
                  <c:v>-0.17264499999999999</c:v>
                </c:pt>
                <c:pt idx="374">
                  <c:v>-0.12761700000000001</c:v>
                </c:pt>
                <c:pt idx="375">
                  <c:v>-0.11007400000000001</c:v>
                </c:pt>
                <c:pt idx="376">
                  <c:v>-7.0751999999999995E-2</c:v>
                </c:pt>
                <c:pt idx="377">
                  <c:v>-0.32137399999999999</c:v>
                </c:pt>
                <c:pt idx="378">
                  <c:v>-0.20505499999999999</c:v>
                </c:pt>
                <c:pt idx="379">
                  <c:v>-7.6957999999999999E-2</c:v>
                </c:pt>
                <c:pt idx="380">
                  <c:v>-0.16954</c:v>
                </c:pt>
                <c:pt idx="381">
                  <c:v>-0.21803600000000001</c:v>
                </c:pt>
                <c:pt idx="382">
                  <c:v>-0.24970800000000001</c:v>
                </c:pt>
                <c:pt idx="383">
                  <c:v>-0.239645</c:v>
                </c:pt>
                <c:pt idx="384">
                  <c:v>-0.16820299999999999</c:v>
                </c:pt>
                <c:pt idx="385">
                  <c:v>-0.129611</c:v>
                </c:pt>
                <c:pt idx="386">
                  <c:v>-0.27495199999999997</c:v>
                </c:pt>
                <c:pt idx="387">
                  <c:v>-0.171153</c:v>
                </c:pt>
                <c:pt idx="388">
                  <c:v>-0.26809899999999998</c:v>
                </c:pt>
                <c:pt idx="389">
                  <c:v>-8.5219000000000003E-2</c:v>
                </c:pt>
                <c:pt idx="390">
                  <c:v>-0.21315300000000001</c:v>
                </c:pt>
                <c:pt idx="391">
                  <c:v>-0.156719</c:v>
                </c:pt>
                <c:pt idx="392">
                  <c:v>-0.11719599999999999</c:v>
                </c:pt>
                <c:pt idx="393">
                  <c:v>-0.30640699999999998</c:v>
                </c:pt>
                <c:pt idx="394">
                  <c:v>-0.159409</c:v>
                </c:pt>
                <c:pt idx="395">
                  <c:v>-0.27086300000000002</c:v>
                </c:pt>
                <c:pt idx="396">
                  <c:v>-0.24776999999999999</c:v>
                </c:pt>
                <c:pt idx="397">
                  <c:v>-0.11473700000000001</c:v>
                </c:pt>
                <c:pt idx="398">
                  <c:v>-0.17692099999999999</c:v>
                </c:pt>
                <c:pt idx="399">
                  <c:v>-0.216028</c:v>
                </c:pt>
                <c:pt idx="400">
                  <c:v>-0.21872</c:v>
                </c:pt>
                <c:pt idx="401">
                  <c:v>-0.21442600000000001</c:v>
                </c:pt>
                <c:pt idx="402">
                  <c:v>-0.13872300000000001</c:v>
                </c:pt>
                <c:pt idx="403">
                  <c:v>-0.17906900000000001</c:v>
                </c:pt>
                <c:pt idx="404">
                  <c:v>-0.35301500000000002</c:v>
                </c:pt>
                <c:pt idx="405">
                  <c:v>-0.20144400000000001</c:v>
                </c:pt>
                <c:pt idx="406">
                  <c:v>-0.37132599999999999</c:v>
                </c:pt>
                <c:pt idx="407">
                  <c:v>-0.106896</c:v>
                </c:pt>
                <c:pt idx="408">
                  <c:v>-0.18704299999999999</c:v>
                </c:pt>
                <c:pt idx="409">
                  <c:v>-0.18216199999999999</c:v>
                </c:pt>
                <c:pt idx="410">
                  <c:v>-8.8820999999999997E-2</c:v>
                </c:pt>
                <c:pt idx="411">
                  <c:v>-0.21138799999999999</c:v>
                </c:pt>
                <c:pt idx="412">
                  <c:v>-0.282252</c:v>
                </c:pt>
                <c:pt idx="413">
                  <c:v>-0.21906800000000001</c:v>
                </c:pt>
                <c:pt idx="414">
                  <c:v>-0.24707000000000001</c:v>
                </c:pt>
                <c:pt idx="415">
                  <c:v>-0.226799</c:v>
                </c:pt>
                <c:pt idx="416">
                  <c:v>-0.14336099999999999</c:v>
                </c:pt>
                <c:pt idx="417">
                  <c:v>-0.23902699999999999</c:v>
                </c:pt>
                <c:pt idx="418">
                  <c:v>-0.34301599999999999</c:v>
                </c:pt>
                <c:pt idx="419">
                  <c:v>-0.30012299999999997</c:v>
                </c:pt>
                <c:pt idx="420">
                  <c:v>-0.234343</c:v>
                </c:pt>
                <c:pt idx="421">
                  <c:v>-0.201235</c:v>
                </c:pt>
                <c:pt idx="422">
                  <c:v>-0.24981999999999999</c:v>
                </c:pt>
                <c:pt idx="423">
                  <c:v>-0.27617199999999997</c:v>
                </c:pt>
                <c:pt idx="424">
                  <c:v>-0.19539200000000001</c:v>
                </c:pt>
                <c:pt idx="425">
                  <c:v>-0.180065</c:v>
                </c:pt>
                <c:pt idx="426">
                  <c:v>-0.170684</c:v>
                </c:pt>
                <c:pt idx="427">
                  <c:v>-0.13485800000000001</c:v>
                </c:pt>
                <c:pt idx="428">
                  <c:v>-0.13614499999999999</c:v>
                </c:pt>
                <c:pt idx="429">
                  <c:v>-0.133268</c:v>
                </c:pt>
                <c:pt idx="430">
                  <c:v>-0.17238200000000001</c:v>
                </c:pt>
                <c:pt idx="431">
                  <c:v>-0.25056899999999999</c:v>
                </c:pt>
                <c:pt idx="432">
                  <c:v>-0.31493599999999999</c:v>
                </c:pt>
                <c:pt idx="433">
                  <c:v>-0.200826</c:v>
                </c:pt>
                <c:pt idx="434">
                  <c:v>-0.17674100000000001</c:v>
                </c:pt>
                <c:pt idx="435">
                  <c:v>-0.17871300000000001</c:v>
                </c:pt>
                <c:pt idx="436">
                  <c:v>-0.21163299999999999</c:v>
                </c:pt>
                <c:pt idx="437">
                  <c:v>-0.18884100000000001</c:v>
                </c:pt>
                <c:pt idx="438">
                  <c:v>-0.116939</c:v>
                </c:pt>
                <c:pt idx="439">
                  <c:v>-0.120396</c:v>
                </c:pt>
                <c:pt idx="440">
                  <c:v>-0.22945199999999999</c:v>
                </c:pt>
                <c:pt idx="441">
                  <c:v>-0.204541</c:v>
                </c:pt>
                <c:pt idx="442">
                  <c:v>-0.34171200000000002</c:v>
                </c:pt>
                <c:pt idx="443">
                  <c:v>-0.394314</c:v>
                </c:pt>
                <c:pt idx="444">
                  <c:v>-0.244671</c:v>
                </c:pt>
                <c:pt idx="445">
                  <c:v>-0.13202800000000001</c:v>
                </c:pt>
                <c:pt idx="446">
                  <c:v>-0.114549</c:v>
                </c:pt>
                <c:pt idx="447">
                  <c:v>-0.216367</c:v>
                </c:pt>
                <c:pt idx="448">
                  <c:v>-0.17244599999999999</c:v>
                </c:pt>
                <c:pt idx="449">
                  <c:v>-0.135603</c:v>
                </c:pt>
                <c:pt idx="450">
                  <c:v>-0.28146300000000002</c:v>
                </c:pt>
                <c:pt idx="451">
                  <c:v>-0.18997700000000001</c:v>
                </c:pt>
                <c:pt idx="452">
                  <c:v>-0.26709100000000002</c:v>
                </c:pt>
                <c:pt idx="453">
                  <c:v>-0.229819</c:v>
                </c:pt>
                <c:pt idx="454">
                  <c:v>-0.32725300000000002</c:v>
                </c:pt>
                <c:pt idx="455">
                  <c:v>-0.33153100000000002</c:v>
                </c:pt>
                <c:pt idx="456">
                  <c:v>-0.23993700000000001</c:v>
                </c:pt>
                <c:pt idx="457">
                  <c:v>-0.38106200000000001</c:v>
                </c:pt>
                <c:pt idx="458">
                  <c:v>-0.15465699999999999</c:v>
                </c:pt>
                <c:pt idx="459">
                  <c:v>-0.174237</c:v>
                </c:pt>
                <c:pt idx="460">
                  <c:v>-0.26215899999999998</c:v>
                </c:pt>
                <c:pt idx="461">
                  <c:v>-0.11745899999999999</c:v>
                </c:pt>
                <c:pt idx="462">
                  <c:v>-0.30905899999999997</c:v>
                </c:pt>
                <c:pt idx="463">
                  <c:v>-0.190716</c:v>
                </c:pt>
                <c:pt idx="464">
                  <c:v>-0.33825499999999997</c:v>
                </c:pt>
                <c:pt idx="465">
                  <c:v>-0.15998899999999999</c:v>
                </c:pt>
                <c:pt idx="466">
                  <c:v>-0.175511</c:v>
                </c:pt>
                <c:pt idx="467">
                  <c:v>-9.4069E-2</c:v>
                </c:pt>
                <c:pt idx="468">
                  <c:v>-0.14524200000000001</c:v>
                </c:pt>
                <c:pt idx="469">
                  <c:v>-0.154581</c:v>
                </c:pt>
                <c:pt idx="470">
                  <c:v>-0.30826900000000002</c:v>
                </c:pt>
                <c:pt idx="471">
                  <c:v>-0.115312</c:v>
                </c:pt>
                <c:pt idx="472">
                  <c:v>-0.16648099999999999</c:v>
                </c:pt>
                <c:pt idx="473">
                  <c:v>-4.1665000000000001E-2</c:v>
                </c:pt>
                <c:pt idx="474">
                  <c:v>-0.22197</c:v>
                </c:pt>
                <c:pt idx="475">
                  <c:v>-0.148008</c:v>
                </c:pt>
                <c:pt idx="476">
                  <c:v>-0.19358800000000001</c:v>
                </c:pt>
                <c:pt idx="477">
                  <c:v>-0.30656800000000001</c:v>
                </c:pt>
                <c:pt idx="478">
                  <c:v>-0.25558999999999998</c:v>
                </c:pt>
                <c:pt idx="479">
                  <c:v>-0.154506</c:v>
                </c:pt>
                <c:pt idx="480">
                  <c:v>-0.16811799999999999</c:v>
                </c:pt>
                <c:pt idx="481">
                  <c:v>-0.1042</c:v>
                </c:pt>
                <c:pt idx="482">
                  <c:v>-0.25610500000000003</c:v>
                </c:pt>
                <c:pt idx="483">
                  <c:v>-0.34168399999999999</c:v>
                </c:pt>
                <c:pt idx="484">
                  <c:v>-0.34618500000000002</c:v>
                </c:pt>
                <c:pt idx="485">
                  <c:v>-0.30311300000000002</c:v>
                </c:pt>
                <c:pt idx="486">
                  <c:v>-8.8916999999999996E-2</c:v>
                </c:pt>
                <c:pt idx="487">
                  <c:v>-0.119467</c:v>
                </c:pt>
                <c:pt idx="488">
                  <c:v>-0.339918</c:v>
                </c:pt>
                <c:pt idx="489">
                  <c:v>-0.231818</c:v>
                </c:pt>
                <c:pt idx="490">
                  <c:v>-0.148225</c:v>
                </c:pt>
                <c:pt idx="491">
                  <c:v>-0.107971</c:v>
                </c:pt>
                <c:pt idx="492">
                  <c:v>-0.19411</c:v>
                </c:pt>
                <c:pt idx="493">
                  <c:v>-4.6695E-2</c:v>
                </c:pt>
                <c:pt idx="494">
                  <c:v>-0.19983100000000001</c:v>
                </c:pt>
                <c:pt idx="495">
                  <c:v>-0.26145400000000002</c:v>
                </c:pt>
                <c:pt idx="496">
                  <c:v>-8.2654000000000005E-2</c:v>
                </c:pt>
                <c:pt idx="497">
                  <c:v>-0.11821</c:v>
                </c:pt>
                <c:pt idx="498">
                  <c:v>-0.29822900000000002</c:v>
                </c:pt>
                <c:pt idx="499">
                  <c:v>-0.29525699999999999</c:v>
                </c:pt>
                <c:pt idx="500">
                  <c:v>-0.109</c:v>
                </c:pt>
                <c:pt idx="501">
                  <c:v>-0.233824</c:v>
                </c:pt>
                <c:pt idx="502">
                  <c:v>-0.25176700000000002</c:v>
                </c:pt>
                <c:pt idx="503">
                  <c:v>-0.241646</c:v>
                </c:pt>
                <c:pt idx="504">
                  <c:v>-0.229771</c:v>
                </c:pt>
                <c:pt idx="505">
                  <c:v>-0.188388</c:v>
                </c:pt>
                <c:pt idx="506">
                  <c:v>-0.203096</c:v>
                </c:pt>
                <c:pt idx="507">
                  <c:v>-0.18796199999999999</c:v>
                </c:pt>
                <c:pt idx="508">
                  <c:v>-0.17305400000000001</c:v>
                </c:pt>
                <c:pt idx="509">
                  <c:v>-0.20864199999999999</c:v>
                </c:pt>
                <c:pt idx="510">
                  <c:v>-0.13322100000000001</c:v>
                </c:pt>
                <c:pt idx="511">
                  <c:v>-0.122473</c:v>
                </c:pt>
                <c:pt idx="512">
                  <c:v>-0.188196</c:v>
                </c:pt>
                <c:pt idx="513">
                  <c:v>-0.208088</c:v>
                </c:pt>
                <c:pt idx="514">
                  <c:v>-0.28683599999999998</c:v>
                </c:pt>
                <c:pt idx="515">
                  <c:v>-0.39912300000000001</c:v>
                </c:pt>
                <c:pt idx="516">
                  <c:v>-0.20283300000000001</c:v>
                </c:pt>
                <c:pt idx="517">
                  <c:v>-0.19806699999999999</c:v>
                </c:pt>
                <c:pt idx="518">
                  <c:v>-0.37115100000000001</c:v>
                </c:pt>
                <c:pt idx="519">
                  <c:v>-0.237677</c:v>
                </c:pt>
                <c:pt idx="520">
                  <c:v>-0.213334</c:v>
                </c:pt>
                <c:pt idx="521">
                  <c:v>-7.8756000000000007E-2</c:v>
                </c:pt>
                <c:pt idx="522">
                  <c:v>-0.102038</c:v>
                </c:pt>
                <c:pt idx="523">
                  <c:v>-9.4256999999999994E-2</c:v>
                </c:pt>
                <c:pt idx="524">
                  <c:v>-0.11717900000000001</c:v>
                </c:pt>
                <c:pt idx="525">
                  <c:v>-0.23160600000000001</c:v>
                </c:pt>
                <c:pt idx="526">
                  <c:v>-0.24937200000000001</c:v>
                </c:pt>
                <c:pt idx="527">
                  <c:v>-0.30846899999999999</c:v>
                </c:pt>
                <c:pt idx="528">
                  <c:v>-0.33167600000000003</c:v>
                </c:pt>
                <c:pt idx="529">
                  <c:v>-0.15629399999999999</c:v>
                </c:pt>
                <c:pt idx="530">
                  <c:v>-0.35197099999999998</c:v>
                </c:pt>
                <c:pt idx="531">
                  <c:v>-0.314946</c:v>
                </c:pt>
                <c:pt idx="532">
                  <c:v>-0.25010199999999999</c:v>
                </c:pt>
                <c:pt idx="533">
                  <c:v>-0.179838</c:v>
                </c:pt>
                <c:pt idx="534">
                  <c:v>-0.29678300000000002</c:v>
                </c:pt>
                <c:pt idx="535">
                  <c:v>-0.208179</c:v>
                </c:pt>
                <c:pt idx="536">
                  <c:v>-0.10932699999999999</c:v>
                </c:pt>
                <c:pt idx="537">
                  <c:v>-7.8087000000000004E-2</c:v>
                </c:pt>
                <c:pt idx="538">
                  <c:v>-9.6095E-2</c:v>
                </c:pt>
                <c:pt idx="539">
                  <c:v>-0.106658</c:v>
                </c:pt>
                <c:pt idx="540">
                  <c:v>-0.13067999999999999</c:v>
                </c:pt>
                <c:pt idx="541">
                  <c:v>-0.12830900000000001</c:v>
                </c:pt>
                <c:pt idx="542">
                  <c:v>-0.20671200000000001</c:v>
                </c:pt>
                <c:pt idx="543">
                  <c:v>-0.18590599999999999</c:v>
                </c:pt>
                <c:pt idx="544">
                  <c:v>-0.21673500000000001</c:v>
                </c:pt>
                <c:pt idx="545">
                  <c:v>-0.207928</c:v>
                </c:pt>
                <c:pt idx="546">
                  <c:v>-0.145285</c:v>
                </c:pt>
                <c:pt idx="547">
                  <c:v>-0.12944700000000001</c:v>
                </c:pt>
                <c:pt idx="548">
                  <c:v>-0.26476699999999997</c:v>
                </c:pt>
                <c:pt idx="549">
                  <c:v>-0.126749</c:v>
                </c:pt>
                <c:pt idx="550">
                  <c:v>9.6380000000000007E-3</c:v>
                </c:pt>
                <c:pt idx="551">
                  <c:v>-0.257552</c:v>
                </c:pt>
                <c:pt idx="552">
                  <c:v>-0.220773</c:v>
                </c:pt>
                <c:pt idx="553">
                  <c:v>-9.3210000000000001E-2</c:v>
                </c:pt>
                <c:pt idx="554">
                  <c:v>-2.5859E-2</c:v>
                </c:pt>
                <c:pt idx="555">
                  <c:v>-2.4098999999999999E-2</c:v>
                </c:pt>
                <c:pt idx="556">
                  <c:v>-3.9387999999999999E-2</c:v>
                </c:pt>
                <c:pt idx="557">
                  <c:v>-0.110002</c:v>
                </c:pt>
                <c:pt idx="558">
                  <c:v>-0.18448600000000001</c:v>
                </c:pt>
                <c:pt idx="559">
                  <c:v>-0.23084199999999999</c:v>
                </c:pt>
                <c:pt idx="560">
                  <c:v>-0.212536</c:v>
                </c:pt>
                <c:pt idx="561">
                  <c:v>-0.221751</c:v>
                </c:pt>
                <c:pt idx="562">
                  <c:v>-8.3132999999999999E-2</c:v>
                </c:pt>
                <c:pt idx="563">
                  <c:v>-0.134827</c:v>
                </c:pt>
                <c:pt idx="564">
                  <c:v>-0.15747800000000001</c:v>
                </c:pt>
                <c:pt idx="565">
                  <c:v>-0.15354000000000001</c:v>
                </c:pt>
                <c:pt idx="566">
                  <c:v>-0.219973</c:v>
                </c:pt>
                <c:pt idx="567">
                  <c:v>-0.220582</c:v>
                </c:pt>
                <c:pt idx="568">
                  <c:v>-0.211811</c:v>
                </c:pt>
                <c:pt idx="569">
                  <c:v>-0.14192099999999999</c:v>
                </c:pt>
                <c:pt idx="570">
                  <c:v>-0.327733</c:v>
                </c:pt>
                <c:pt idx="571">
                  <c:v>-0.14834</c:v>
                </c:pt>
                <c:pt idx="572">
                  <c:v>-0.106502</c:v>
                </c:pt>
                <c:pt idx="573">
                  <c:v>-6.5678E-2</c:v>
                </c:pt>
                <c:pt idx="574">
                  <c:v>-2.162E-2</c:v>
                </c:pt>
                <c:pt idx="575">
                  <c:v>-6.5601999999999994E-2</c:v>
                </c:pt>
                <c:pt idx="576">
                  <c:v>-0.27598899999999998</c:v>
                </c:pt>
                <c:pt idx="577">
                  <c:v>-0.28697</c:v>
                </c:pt>
                <c:pt idx="578">
                  <c:v>-0.21649199999999999</c:v>
                </c:pt>
                <c:pt idx="579">
                  <c:v>-0.176063</c:v>
                </c:pt>
                <c:pt idx="580">
                  <c:v>-0.19000700000000001</c:v>
                </c:pt>
                <c:pt idx="581">
                  <c:v>-0.27518999999999999</c:v>
                </c:pt>
                <c:pt idx="582">
                  <c:v>-0.18588299999999999</c:v>
                </c:pt>
                <c:pt idx="583">
                  <c:v>-0.18269299999999999</c:v>
                </c:pt>
                <c:pt idx="584">
                  <c:v>-0.29028100000000001</c:v>
                </c:pt>
                <c:pt idx="585">
                  <c:v>-9.5994999999999997E-2</c:v>
                </c:pt>
                <c:pt idx="586">
                  <c:v>-0.13759099999999999</c:v>
                </c:pt>
                <c:pt idx="587">
                  <c:v>-0.15373700000000001</c:v>
                </c:pt>
                <c:pt idx="588">
                  <c:v>-0.239595</c:v>
                </c:pt>
                <c:pt idx="589">
                  <c:v>-7.5830999999999996E-2</c:v>
                </c:pt>
                <c:pt idx="590">
                  <c:v>-0.108457</c:v>
                </c:pt>
                <c:pt idx="591">
                  <c:v>-0.29057899999999998</c:v>
                </c:pt>
                <c:pt idx="592">
                  <c:v>-6.1830000000000003E-2</c:v>
                </c:pt>
                <c:pt idx="593">
                  <c:v>-9.8427000000000001E-2</c:v>
                </c:pt>
                <c:pt idx="594">
                  <c:v>-0.235876</c:v>
                </c:pt>
                <c:pt idx="595">
                  <c:v>-9.2821000000000001E-2</c:v>
                </c:pt>
                <c:pt idx="596">
                  <c:v>-0.197187</c:v>
                </c:pt>
                <c:pt idx="597">
                  <c:v>-0.33209100000000003</c:v>
                </c:pt>
                <c:pt idx="598">
                  <c:v>-0.25620100000000001</c:v>
                </c:pt>
                <c:pt idx="599">
                  <c:v>-0.30042999999999997</c:v>
                </c:pt>
                <c:pt idx="600">
                  <c:v>-0.244919</c:v>
                </c:pt>
                <c:pt idx="601">
                  <c:v>-0.178369</c:v>
                </c:pt>
                <c:pt idx="602">
                  <c:v>-0.26363999999999999</c:v>
                </c:pt>
                <c:pt idx="603">
                  <c:v>-0.16196199999999999</c:v>
                </c:pt>
                <c:pt idx="604">
                  <c:v>-0.154506</c:v>
                </c:pt>
                <c:pt idx="605">
                  <c:v>-0.188447</c:v>
                </c:pt>
                <c:pt idx="606">
                  <c:v>-7.6994999999999994E-2</c:v>
                </c:pt>
                <c:pt idx="607">
                  <c:v>-0.153031</c:v>
                </c:pt>
                <c:pt idx="608">
                  <c:v>-8.4108000000000002E-2</c:v>
                </c:pt>
                <c:pt idx="609">
                  <c:v>-0.41503800000000002</c:v>
                </c:pt>
                <c:pt idx="610">
                  <c:v>-0.15041399999999999</c:v>
                </c:pt>
                <c:pt idx="611">
                  <c:v>-0.31184699999999999</c:v>
                </c:pt>
                <c:pt idx="612">
                  <c:v>-0.17679600000000001</c:v>
                </c:pt>
                <c:pt idx="613">
                  <c:v>-0.14357300000000001</c:v>
                </c:pt>
                <c:pt idx="614">
                  <c:v>-0.25357800000000003</c:v>
                </c:pt>
                <c:pt idx="615">
                  <c:v>-0.12595600000000001</c:v>
                </c:pt>
                <c:pt idx="616">
                  <c:v>-0.42920799999999998</c:v>
                </c:pt>
                <c:pt idx="617">
                  <c:v>-0.17069200000000001</c:v>
                </c:pt>
                <c:pt idx="618">
                  <c:v>-8.5512000000000005E-2</c:v>
                </c:pt>
                <c:pt idx="619">
                  <c:v>-0.179815</c:v>
                </c:pt>
                <c:pt idx="620">
                  <c:v>-0.12989200000000001</c:v>
                </c:pt>
                <c:pt idx="621">
                  <c:v>-0.28975699999999999</c:v>
                </c:pt>
                <c:pt idx="622">
                  <c:v>-0.100367</c:v>
                </c:pt>
                <c:pt idx="623">
                  <c:v>-0.127084</c:v>
                </c:pt>
                <c:pt idx="624">
                  <c:v>-0.10130699999999999</c:v>
                </c:pt>
                <c:pt idx="625">
                  <c:v>-0.15329000000000001</c:v>
                </c:pt>
                <c:pt idx="626">
                  <c:v>-8.5639000000000007E-2</c:v>
                </c:pt>
                <c:pt idx="627">
                  <c:v>-8.0408999999999994E-2</c:v>
                </c:pt>
                <c:pt idx="628">
                  <c:v>-0.198129</c:v>
                </c:pt>
                <c:pt idx="629">
                  <c:v>-0.407113</c:v>
                </c:pt>
                <c:pt idx="630">
                  <c:v>-0.28265099999999999</c:v>
                </c:pt>
                <c:pt idx="631">
                  <c:v>-4.7149999999999997E-2</c:v>
                </c:pt>
                <c:pt idx="632">
                  <c:v>-0.17674400000000001</c:v>
                </c:pt>
                <c:pt idx="633">
                  <c:v>-0.109191</c:v>
                </c:pt>
                <c:pt idx="634">
                  <c:v>-0.20757400000000001</c:v>
                </c:pt>
                <c:pt idx="635">
                  <c:v>-0.21790499999999999</c:v>
                </c:pt>
                <c:pt idx="636">
                  <c:v>-0.40762399999999999</c:v>
                </c:pt>
                <c:pt idx="637">
                  <c:v>-0.45222899999999999</c:v>
                </c:pt>
                <c:pt idx="638">
                  <c:v>-0.35535899999999998</c:v>
                </c:pt>
                <c:pt idx="639">
                  <c:v>-0.25026199999999998</c:v>
                </c:pt>
                <c:pt idx="640">
                  <c:v>-0.13511000000000001</c:v>
                </c:pt>
                <c:pt idx="641">
                  <c:v>-6.4982999999999999E-2</c:v>
                </c:pt>
                <c:pt idx="642">
                  <c:v>-0.28498099999999998</c:v>
                </c:pt>
                <c:pt idx="643">
                  <c:v>-0.149866</c:v>
                </c:pt>
                <c:pt idx="644">
                  <c:v>-0.112149</c:v>
                </c:pt>
                <c:pt idx="645">
                  <c:v>-0.104254</c:v>
                </c:pt>
                <c:pt idx="646">
                  <c:v>-0.171044</c:v>
                </c:pt>
                <c:pt idx="647">
                  <c:v>-0.20590600000000001</c:v>
                </c:pt>
                <c:pt idx="648">
                  <c:v>-9.7251000000000004E-2</c:v>
                </c:pt>
                <c:pt idx="649">
                  <c:v>-0.149002</c:v>
                </c:pt>
                <c:pt idx="650">
                  <c:v>1.2750000000000001E-3</c:v>
                </c:pt>
                <c:pt idx="651">
                  <c:v>-8.0839999999999992E-3</c:v>
                </c:pt>
                <c:pt idx="652">
                  <c:v>-0.17866499999999999</c:v>
                </c:pt>
                <c:pt idx="653">
                  <c:v>-0.17424700000000001</c:v>
                </c:pt>
                <c:pt idx="654">
                  <c:v>-0.17435800000000001</c:v>
                </c:pt>
                <c:pt idx="655">
                  <c:v>-0.27977000000000002</c:v>
                </c:pt>
                <c:pt idx="656">
                  <c:v>-8.0741999999999994E-2</c:v>
                </c:pt>
                <c:pt idx="657">
                  <c:v>-9.9481E-2</c:v>
                </c:pt>
                <c:pt idx="658">
                  <c:v>-0.20916199999999999</c:v>
                </c:pt>
                <c:pt idx="659">
                  <c:v>-0.15534300000000001</c:v>
                </c:pt>
                <c:pt idx="660">
                  <c:v>-0.109223</c:v>
                </c:pt>
                <c:pt idx="661">
                  <c:v>-0.146088</c:v>
                </c:pt>
                <c:pt idx="662">
                  <c:v>-0.136521</c:v>
                </c:pt>
                <c:pt idx="663">
                  <c:v>-0.162249</c:v>
                </c:pt>
                <c:pt idx="664">
                  <c:v>-0.16301099999999999</c:v>
                </c:pt>
                <c:pt idx="665">
                  <c:v>-0.15437400000000001</c:v>
                </c:pt>
                <c:pt idx="666">
                  <c:v>-0.22247600000000001</c:v>
                </c:pt>
                <c:pt idx="667">
                  <c:v>-0.28499999999999998</c:v>
                </c:pt>
                <c:pt idx="668">
                  <c:v>-0.18953700000000001</c:v>
                </c:pt>
                <c:pt idx="669">
                  <c:v>-0.17799100000000001</c:v>
                </c:pt>
                <c:pt idx="670">
                  <c:v>-0.165246</c:v>
                </c:pt>
                <c:pt idx="671">
                  <c:v>-0.10603600000000001</c:v>
                </c:pt>
                <c:pt idx="672">
                  <c:v>-5.3498999999999998E-2</c:v>
                </c:pt>
                <c:pt idx="673">
                  <c:v>-0.18130299999999999</c:v>
                </c:pt>
                <c:pt idx="674">
                  <c:v>-0.194131</c:v>
                </c:pt>
                <c:pt idx="675">
                  <c:v>-6.4788999999999999E-2</c:v>
                </c:pt>
                <c:pt idx="676">
                  <c:v>-0.10332</c:v>
                </c:pt>
                <c:pt idx="677">
                  <c:v>-0.26948699999999998</c:v>
                </c:pt>
                <c:pt idx="678">
                  <c:v>-0.209678</c:v>
                </c:pt>
                <c:pt idx="679">
                  <c:v>-0.237793</c:v>
                </c:pt>
                <c:pt idx="680">
                  <c:v>-0.145345</c:v>
                </c:pt>
                <c:pt idx="681">
                  <c:v>-0.18573600000000001</c:v>
                </c:pt>
                <c:pt idx="682">
                  <c:v>-0.24093200000000001</c:v>
                </c:pt>
                <c:pt idx="683">
                  <c:v>-0.20419399999999999</c:v>
                </c:pt>
                <c:pt idx="684">
                  <c:v>-0.13853399999999999</c:v>
                </c:pt>
                <c:pt idx="685">
                  <c:v>-0.131049</c:v>
                </c:pt>
                <c:pt idx="686">
                  <c:v>-0.24302799999999999</c:v>
                </c:pt>
                <c:pt idx="687">
                  <c:v>-0.12690100000000001</c:v>
                </c:pt>
                <c:pt idx="688">
                  <c:v>-0.14716899999999999</c:v>
                </c:pt>
                <c:pt idx="689">
                  <c:v>-0.16782</c:v>
                </c:pt>
                <c:pt idx="690">
                  <c:v>-9.0881000000000003E-2</c:v>
                </c:pt>
                <c:pt idx="691">
                  <c:v>-0.106846</c:v>
                </c:pt>
                <c:pt idx="692">
                  <c:v>-0.18804199999999999</c:v>
                </c:pt>
                <c:pt idx="693">
                  <c:v>-6.3518000000000005E-2</c:v>
                </c:pt>
                <c:pt idx="694">
                  <c:v>-0.21876200000000001</c:v>
                </c:pt>
                <c:pt idx="695">
                  <c:v>-0.25161299999999998</c:v>
                </c:pt>
                <c:pt idx="696">
                  <c:v>2.529E-2</c:v>
                </c:pt>
                <c:pt idx="697">
                  <c:v>-6.4416000000000001E-2</c:v>
                </c:pt>
                <c:pt idx="698">
                  <c:v>-4.0377999999999997E-2</c:v>
                </c:pt>
                <c:pt idx="699">
                  <c:v>-2.1527999999999999E-2</c:v>
                </c:pt>
                <c:pt idx="700">
                  <c:v>-0.281412</c:v>
                </c:pt>
                <c:pt idx="701">
                  <c:v>-0.19315499999999999</c:v>
                </c:pt>
                <c:pt idx="702">
                  <c:v>-0.187698</c:v>
                </c:pt>
                <c:pt idx="703">
                  <c:v>-0.104143</c:v>
                </c:pt>
                <c:pt idx="704">
                  <c:v>-0.21992600000000001</c:v>
                </c:pt>
                <c:pt idx="705">
                  <c:v>-0.10715</c:v>
                </c:pt>
                <c:pt idx="706">
                  <c:v>-0.25193300000000002</c:v>
                </c:pt>
                <c:pt idx="707">
                  <c:v>-0.235983</c:v>
                </c:pt>
                <c:pt idx="708">
                  <c:v>-0.14664199999999999</c:v>
                </c:pt>
                <c:pt idx="709">
                  <c:v>-0.113658</c:v>
                </c:pt>
                <c:pt idx="710">
                  <c:v>-0.127134</c:v>
                </c:pt>
                <c:pt idx="711">
                  <c:v>-0.169596</c:v>
                </c:pt>
                <c:pt idx="712">
                  <c:v>-0.11265</c:v>
                </c:pt>
                <c:pt idx="713">
                  <c:v>-0.16885700000000001</c:v>
                </c:pt>
                <c:pt idx="714">
                  <c:v>-0.30512400000000001</c:v>
                </c:pt>
                <c:pt idx="715">
                  <c:v>-0.27132499999999998</c:v>
                </c:pt>
                <c:pt idx="716">
                  <c:v>-0.10942200000000001</c:v>
                </c:pt>
                <c:pt idx="717">
                  <c:v>-0.242033</c:v>
                </c:pt>
                <c:pt idx="718">
                  <c:v>-9.6847000000000003E-2</c:v>
                </c:pt>
                <c:pt idx="719">
                  <c:v>-0.18707299999999999</c:v>
                </c:pt>
                <c:pt idx="720">
                  <c:v>-0.14613799999999999</c:v>
                </c:pt>
                <c:pt idx="721">
                  <c:v>-4.4366000000000003E-2</c:v>
                </c:pt>
                <c:pt idx="722">
                  <c:v>3.8574999999999998E-2</c:v>
                </c:pt>
                <c:pt idx="723">
                  <c:v>4.1807999999999998E-2</c:v>
                </c:pt>
                <c:pt idx="724">
                  <c:v>-4.9410000000000003E-2</c:v>
                </c:pt>
                <c:pt idx="725">
                  <c:v>-0.26567200000000002</c:v>
                </c:pt>
                <c:pt idx="726">
                  <c:v>-0.114423</c:v>
                </c:pt>
                <c:pt idx="727">
                  <c:v>-0.40607399999999999</c:v>
                </c:pt>
                <c:pt idx="728">
                  <c:v>-5.9109000000000002E-2</c:v>
                </c:pt>
                <c:pt idx="729">
                  <c:v>-0.146783</c:v>
                </c:pt>
                <c:pt idx="730">
                  <c:v>-0.13633200000000001</c:v>
                </c:pt>
                <c:pt idx="731">
                  <c:v>-0.108221</c:v>
                </c:pt>
                <c:pt idx="732">
                  <c:v>-0.13805000000000001</c:v>
                </c:pt>
                <c:pt idx="733">
                  <c:v>-0.21023900000000001</c:v>
                </c:pt>
                <c:pt idx="734">
                  <c:v>-0.19866600000000001</c:v>
                </c:pt>
                <c:pt idx="735">
                  <c:v>-1.5177E-2</c:v>
                </c:pt>
                <c:pt idx="736">
                  <c:v>-0.24094299999999999</c:v>
                </c:pt>
                <c:pt idx="737">
                  <c:v>-0.16642899999999999</c:v>
                </c:pt>
                <c:pt idx="738">
                  <c:v>-0.19118399999999999</c:v>
                </c:pt>
                <c:pt idx="739">
                  <c:v>-0.23419000000000001</c:v>
                </c:pt>
                <c:pt idx="740">
                  <c:v>-0.22039700000000001</c:v>
                </c:pt>
                <c:pt idx="741">
                  <c:v>-0.15468999999999999</c:v>
                </c:pt>
                <c:pt idx="742">
                  <c:v>-0.27422400000000002</c:v>
                </c:pt>
                <c:pt idx="743">
                  <c:v>-0.190358</c:v>
                </c:pt>
                <c:pt idx="744">
                  <c:v>-0.20715700000000001</c:v>
                </c:pt>
                <c:pt idx="745">
                  <c:v>-0.20469399999999999</c:v>
                </c:pt>
                <c:pt idx="746">
                  <c:v>7.8174999999999994E-2</c:v>
                </c:pt>
                <c:pt idx="747">
                  <c:v>-1.436E-2</c:v>
                </c:pt>
                <c:pt idx="748">
                  <c:v>-1.2841E-2</c:v>
                </c:pt>
                <c:pt idx="749">
                  <c:v>-0.12494</c:v>
                </c:pt>
                <c:pt idx="750">
                  <c:v>-0.12325700000000001</c:v>
                </c:pt>
                <c:pt idx="751">
                  <c:v>-0.156246</c:v>
                </c:pt>
                <c:pt idx="752">
                  <c:v>-0.18446000000000001</c:v>
                </c:pt>
                <c:pt idx="753">
                  <c:v>-0.14953</c:v>
                </c:pt>
                <c:pt idx="754">
                  <c:v>-0.18115899999999999</c:v>
                </c:pt>
                <c:pt idx="755">
                  <c:v>-0.19416600000000001</c:v>
                </c:pt>
                <c:pt idx="756">
                  <c:v>-0.142234</c:v>
                </c:pt>
                <c:pt idx="757">
                  <c:v>-0.15670400000000001</c:v>
                </c:pt>
                <c:pt idx="758">
                  <c:v>-0.16792899999999999</c:v>
                </c:pt>
                <c:pt idx="759">
                  <c:v>-0.33600200000000002</c:v>
                </c:pt>
                <c:pt idx="760">
                  <c:v>-0.25267600000000001</c:v>
                </c:pt>
                <c:pt idx="761">
                  <c:v>-0.31779000000000002</c:v>
                </c:pt>
                <c:pt idx="762">
                  <c:v>-0.183027</c:v>
                </c:pt>
                <c:pt idx="763">
                  <c:v>-0.21610399999999999</c:v>
                </c:pt>
                <c:pt idx="764">
                  <c:v>-0.131854</c:v>
                </c:pt>
                <c:pt idx="765">
                  <c:v>-0.24359900000000001</c:v>
                </c:pt>
                <c:pt idx="766">
                  <c:v>-0.14207900000000001</c:v>
                </c:pt>
                <c:pt idx="767">
                  <c:v>-0.26951199999999997</c:v>
                </c:pt>
                <c:pt idx="768">
                  <c:v>1.6548E-2</c:v>
                </c:pt>
                <c:pt idx="769">
                  <c:v>-0.18375</c:v>
                </c:pt>
                <c:pt idx="770">
                  <c:v>-0.13055700000000001</c:v>
                </c:pt>
                <c:pt idx="771">
                  <c:v>-0.24193799999999999</c:v>
                </c:pt>
                <c:pt idx="772">
                  <c:v>-0.10324700000000001</c:v>
                </c:pt>
                <c:pt idx="773">
                  <c:v>-0.128746</c:v>
                </c:pt>
                <c:pt idx="774">
                  <c:v>-0.11455899999999999</c:v>
                </c:pt>
                <c:pt idx="775">
                  <c:v>-5.3652999999999999E-2</c:v>
                </c:pt>
                <c:pt idx="776">
                  <c:v>-0.34015899999999999</c:v>
                </c:pt>
                <c:pt idx="777">
                  <c:v>-0.43254399999999998</c:v>
                </c:pt>
                <c:pt idx="778">
                  <c:v>-0.16269600000000001</c:v>
                </c:pt>
                <c:pt idx="779">
                  <c:v>-0.38625700000000002</c:v>
                </c:pt>
                <c:pt idx="780">
                  <c:v>-0.32462600000000003</c:v>
                </c:pt>
                <c:pt idx="781">
                  <c:v>-0.30443199999999998</c:v>
                </c:pt>
                <c:pt idx="782">
                  <c:v>-0.35685099999999997</c:v>
                </c:pt>
                <c:pt idx="783">
                  <c:v>-0.28042699999999998</c:v>
                </c:pt>
                <c:pt idx="784">
                  <c:v>-0.28819299999999998</c:v>
                </c:pt>
                <c:pt idx="785">
                  <c:v>-0.27827299999999999</c:v>
                </c:pt>
                <c:pt idx="786">
                  <c:v>-0.32567000000000002</c:v>
                </c:pt>
                <c:pt idx="787">
                  <c:v>-0.22075800000000001</c:v>
                </c:pt>
                <c:pt idx="788">
                  <c:v>-0.18857699999999999</c:v>
                </c:pt>
                <c:pt idx="789">
                  <c:v>-5.9451999999999998E-2</c:v>
                </c:pt>
                <c:pt idx="790">
                  <c:v>-7.016E-2</c:v>
                </c:pt>
                <c:pt idx="791">
                  <c:v>-9.4419000000000003E-2</c:v>
                </c:pt>
                <c:pt idx="792">
                  <c:v>-0.31590400000000002</c:v>
                </c:pt>
                <c:pt idx="793">
                  <c:v>-0.21884000000000001</c:v>
                </c:pt>
                <c:pt idx="794">
                  <c:v>-6.3418000000000002E-2</c:v>
                </c:pt>
                <c:pt idx="795">
                  <c:v>-0.18556700000000001</c:v>
                </c:pt>
                <c:pt idx="796">
                  <c:v>-0.26879700000000001</c:v>
                </c:pt>
                <c:pt idx="797">
                  <c:v>-0.44566800000000001</c:v>
                </c:pt>
                <c:pt idx="798">
                  <c:v>-8.0368999999999996E-2</c:v>
                </c:pt>
                <c:pt idx="799">
                  <c:v>-0.140067</c:v>
                </c:pt>
                <c:pt idx="800">
                  <c:v>-0.27110000000000001</c:v>
                </c:pt>
                <c:pt idx="801">
                  <c:v>-0.22609899999999999</c:v>
                </c:pt>
                <c:pt idx="802">
                  <c:v>-0.12146800000000001</c:v>
                </c:pt>
                <c:pt idx="803">
                  <c:v>-0.146371</c:v>
                </c:pt>
                <c:pt idx="804">
                  <c:v>-9.5656000000000005E-2</c:v>
                </c:pt>
                <c:pt idx="805">
                  <c:v>-0.100975</c:v>
                </c:pt>
                <c:pt idx="806">
                  <c:v>-0.12520200000000001</c:v>
                </c:pt>
                <c:pt idx="807">
                  <c:v>-6.4297999999999994E-2</c:v>
                </c:pt>
                <c:pt idx="808">
                  <c:v>-0.19706799999999999</c:v>
                </c:pt>
                <c:pt idx="809">
                  <c:v>-0.13012299999999999</c:v>
                </c:pt>
                <c:pt idx="810">
                  <c:v>-0.208097</c:v>
                </c:pt>
                <c:pt idx="811">
                  <c:v>-0.18875900000000001</c:v>
                </c:pt>
                <c:pt idx="812">
                  <c:v>-0.163521</c:v>
                </c:pt>
                <c:pt idx="813">
                  <c:v>-0.17177700000000001</c:v>
                </c:pt>
                <c:pt idx="814">
                  <c:v>-8.7634000000000004E-2</c:v>
                </c:pt>
                <c:pt idx="815">
                  <c:v>-0.29438399999999998</c:v>
                </c:pt>
                <c:pt idx="816">
                  <c:v>-0.406891</c:v>
                </c:pt>
                <c:pt idx="817">
                  <c:v>-0.21867200000000001</c:v>
                </c:pt>
                <c:pt idx="818">
                  <c:v>-0.265235</c:v>
                </c:pt>
                <c:pt idx="819">
                  <c:v>-0.30042600000000003</c:v>
                </c:pt>
                <c:pt idx="820">
                  <c:v>-0.298406</c:v>
                </c:pt>
                <c:pt idx="821">
                  <c:v>-0.10067</c:v>
                </c:pt>
                <c:pt idx="822">
                  <c:v>-0.22487499999999999</c:v>
                </c:pt>
                <c:pt idx="823">
                  <c:v>-4.2277000000000002E-2</c:v>
                </c:pt>
                <c:pt idx="824">
                  <c:v>-7.9770999999999995E-2</c:v>
                </c:pt>
                <c:pt idx="825">
                  <c:v>-0.210643</c:v>
                </c:pt>
                <c:pt idx="826">
                  <c:v>-0.10414</c:v>
                </c:pt>
                <c:pt idx="827">
                  <c:v>-0.26627099999999998</c:v>
                </c:pt>
                <c:pt idx="828">
                  <c:v>-0.184971</c:v>
                </c:pt>
                <c:pt idx="829">
                  <c:v>-0.134655</c:v>
                </c:pt>
                <c:pt idx="830">
                  <c:v>-0.27043400000000001</c:v>
                </c:pt>
                <c:pt idx="831">
                  <c:v>-0.32593899999999998</c:v>
                </c:pt>
                <c:pt idx="832">
                  <c:v>-0.317216</c:v>
                </c:pt>
                <c:pt idx="833">
                  <c:v>-0.211086</c:v>
                </c:pt>
                <c:pt idx="834">
                  <c:v>-0.15253</c:v>
                </c:pt>
                <c:pt idx="835">
                  <c:v>-0.20244799999999999</c:v>
                </c:pt>
                <c:pt idx="836">
                  <c:v>-0.21631500000000001</c:v>
                </c:pt>
                <c:pt idx="837">
                  <c:v>-0.102868</c:v>
                </c:pt>
                <c:pt idx="838">
                  <c:v>-0.14036599999999999</c:v>
                </c:pt>
                <c:pt idx="839">
                  <c:v>-0.17501700000000001</c:v>
                </c:pt>
                <c:pt idx="840">
                  <c:v>-0.116087</c:v>
                </c:pt>
                <c:pt idx="841">
                  <c:v>-0.100357</c:v>
                </c:pt>
                <c:pt idx="842">
                  <c:v>-0.15915199999999999</c:v>
                </c:pt>
                <c:pt idx="843">
                  <c:v>-0.125643</c:v>
                </c:pt>
                <c:pt idx="844">
                  <c:v>-0.34509499999999999</c:v>
                </c:pt>
                <c:pt idx="845">
                  <c:v>-0.30525000000000002</c:v>
                </c:pt>
                <c:pt idx="846">
                  <c:v>-6.2361E-2</c:v>
                </c:pt>
                <c:pt idx="847">
                  <c:v>-0.21861700000000001</c:v>
                </c:pt>
                <c:pt idx="848">
                  <c:v>-0.244977</c:v>
                </c:pt>
                <c:pt idx="849">
                  <c:v>-0.20247599999999999</c:v>
                </c:pt>
                <c:pt idx="850">
                  <c:v>-0.234738</c:v>
                </c:pt>
                <c:pt idx="851">
                  <c:v>-0.105277</c:v>
                </c:pt>
                <c:pt idx="852">
                  <c:v>-9.6682000000000004E-2</c:v>
                </c:pt>
                <c:pt idx="853">
                  <c:v>-4.2853000000000002E-2</c:v>
                </c:pt>
                <c:pt idx="854">
                  <c:v>-0.36992399999999998</c:v>
                </c:pt>
                <c:pt idx="855">
                  <c:v>-0.108552</c:v>
                </c:pt>
                <c:pt idx="856">
                  <c:v>-0.15879399999999999</c:v>
                </c:pt>
                <c:pt idx="857">
                  <c:v>-6.0373000000000003E-2</c:v>
                </c:pt>
                <c:pt idx="858">
                  <c:v>-0.25241599999999997</c:v>
                </c:pt>
                <c:pt idx="859">
                  <c:v>-0.251027</c:v>
                </c:pt>
                <c:pt idx="860">
                  <c:v>-0.25061099999999997</c:v>
                </c:pt>
                <c:pt idx="861">
                  <c:v>-0.144594</c:v>
                </c:pt>
                <c:pt idx="862">
                  <c:v>-0.17200099999999999</c:v>
                </c:pt>
                <c:pt idx="863">
                  <c:v>-0.173093</c:v>
                </c:pt>
                <c:pt idx="864">
                  <c:v>-0.21962899999999999</c:v>
                </c:pt>
                <c:pt idx="865">
                  <c:v>-0.18920500000000001</c:v>
                </c:pt>
                <c:pt idx="866">
                  <c:v>-0.29533300000000001</c:v>
                </c:pt>
                <c:pt idx="867">
                  <c:v>-0.29028399999999999</c:v>
                </c:pt>
                <c:pt idx="868">
                  <c:v>-0.24201800000000001</c:v>
                </c:pt>
                <c:pt idx="869">
                  <c:v>-0.208428</c:v>
                </c:pt>
                <c:pt idx="870">
                  <c:v>-0.116801</c:v>
                </c:pt>
                <c:pt idx="871">
                  <c:v>-0.21764700000000001</c:v>
                </c:pt>
                <c:pt idx="872">
                  <c:v>-0.16603899999999999</c:v>
                </c:pt>
                <c:pt idx="873">
                  <c:v>-0.18650900000000001</c:v>
                </c:pt>
                <c:pt idx="874">
                  <c:v>-0.195079</c:v>
                </c:pt>
                <c:pt idx="875">
                  <c:v>-0.26267099999999999</c:v>
                </c:pt>
                <c:pt idx="876">
                  <c:v>-0.29054400000000002</c:v>
                </c:pt>
                <c:pt idx="877">
                  <c:v>-0.32551200000000002</c:v>
                </c:pt>
                <c:pt idx="878">
                  <c:v>-0.15294199999999999</c:v>
                </c:pt>
                <c:pt idx="879">
                  <c:v>-0.218528</c:v>
                </c:pt>
                <c:pt idx="880">
                  <c:v>-0.25000800000000001</c:v>
                </c:pt>
                <c:pt idx="881">
                  <c:v>-8.5128999999999996E-2</c:v>
                </c:pt>
                <c:pt idx="882">
                  <c:v>-0.169796</c:v>
                </c:pt>
                <c:pt idx="883">
                  <c:v>-0.16090399999999999</c:v>
                </c:pt>
                <c:pt idx="884">
                  <c:v>-0.26871200000000001</c:v>
                </c:pt>
                <c:pt idx="885">
                  <c:v>-0.36352200000000001</c:v>
                </c:pt>
                <c:pt idx="886">
                  <c:v>-0.252552</c:v>
                </c:pt>
                <c:pt idx="887">
                  <c:v>-0.20962</c:v>
                </c:pt>
                <c:pt idx="888">
                  <c:v>-0.201928</c:v>
                </c:pt>
                <c:pt idx="889">
                  <c:v>-0.191159</c:v>
                </c:pt>
                <c:pt idx="890">
                  <c:v>-0.211176</c:v>
                </c:pt>
                <c:pt idx="891">
                  <c:v>-0.19841800000000001</c:v>
                </c:pt>
                <c:pt idx="892">
                  <c:v>-9.8340999999999998E-2</c:v>
                </c:pt>
                <c:pt idx="893">
                  <c:v>-0.155448</c:v>
                </c:pt>
                <c:pt idx="894">
                  <c:v>-0.105133</c:v>
                </c:pt>
                <c:pt idx="895">
                  <c:v>-0.16719400000000001</c:v>
                </c:pt>
                <c:pt idx="896">
                  <c:v>-0.109393</c:v>
                </c:pt>
                <c:pt idx="897">
                  <c:v>-0.25719399999999998</c:v>
                </c:pt>
                <c:pt idx="898">
                  <c:v>-0.205929</c:v>
                </c:pt>
                <c:pt idx="899">
                  <c:v>-0.30570999999999998</c:v>
                </c:pt>
                <c:pt idx="900">
                  <c:v>-0.333895</c:v>
                </c:pt>
                <c:pt idx="901">
                  <c:v>-0.167297</c:v>
                </c:pt>
                <c:pt idx="902">
                  <c:v>-0.205729</c:v>
                </c:pt>
                <c:pt idx="903">
                  <c:v>-0.12936300000000001</c:v>
                </c:pt>
                <c:pt idx="904">
                  <c:v>-0.167519</c:v>
                </c:pt>
                <c:pt idx="905">
                  <c:v>-0.16539400000000001</c:v>
                </c:pt>
                <c:pt idx="906">
                  <c:v>-0.17743800000000001</c:v>
                </c:pt>
                <c:pt idx="907">
                  <c:v>-0.19870199999999999</c:v>
                </c:pt>
                <c:pt idx="908">
                  <c:v>-0.34909899999999999</c:v>
                </c:pt>
                <c:pt idx="909">
                  <c:v>-0.34583000000000003</c:v>
                </c:pt>
                <c:pt idx="910">
                  <c:v>-0.34702499999999997</c:v>
                </c:pt>
                <c:pt idx="911">
                  <c:v>-0.33601999999999999</c:v>
                </c:pt>
                <c:pt idx="912">
                  <c:v>-0.25904100000000002</c:v>
                </c:pt>
                <c:pt idx="913">
                  <c:v>-0.13591900000000001</c:v>
                </c:pt>
                <c:pt idx="914">
                  <c:v>-0.286991</c:v>
                </c:pt>
                <c:pt idx="915">
                  <c:v>-0.31380599999999997</c:v>
                </c:pt>
                <c:pt idx="916">
                  <c:v>-9.4715999999999995E-2</c:v>
                </c:pt>
                <c:pt idx="917">
                  <c:v>-0.17630299999999999</c:v>
                </c:pt>
                <c:pt idx="918">
                  <c:v>-0.31517899999999999</c:v>
                </c:pt>
                <c:pt idx="919">
                  <c:v>-0.25395600000000002</c:v>
                </c:pt>
                <c:pt idx="920">
                  <c:v>-0.123264</c:v>
                </c:pt>
                <c:pt idx="921">
                  <c:v>-0.143481</c:v>
                </c:pt>
                <c:pt idx="922">
                  <c:v>-0.20832200000000001</c:v>
                </c:pt>
                <c:pt idx="923">
                  <c:v>-4.922E-2</c:v>
                </c:pt>
                <c:pt idx="924">
                  <c:v>-0.148477</c:v>
                </c:pt>
                <c:pt idx="925">
                  <c:v>-0.19624900000000001</c:v>
                </c:pt>
                <c:pt idx="926">
                  <c:v>-9.5776E-2</c:v>
                </c:pt>
                <c:pt idx="927">
                  <c:v>-0.107305</c:v>
                </c:pt>
                <c:pt idx="928">
                  <c:v>-0.20696999999999999</c:v>
                </c:pt>
                <c:pt idx="929">
                  <c:v>-0.22717200000000001</c:v>
                </c:pt>
                <c:pt idx="930">
                  <c:v>-0.18270400000000001</c:v>
                </c:pt>
                <c:pt idx="931">
                  <c:v>-0.29567199999999999</c:v>
                </c:pt>
                <c:pt idx="932">
                  <c:v>-0.175959</c:v>
                </c:pt>
                <c:pt idx="933">
                  <c:v>-0.34147699999999997</c:v>
                </c:pt>
                <c:pt idx="934">
                  <c:v>-0.206785</c:v>
                </c:pt>
                <c:pt idx="935">
                  <c:v>-0.29622100000000001</c:v>
                </c:pt>
                <c:pt idx="936">
                  <c:v>-0.34131499999999998</c:v>
                </c:pt>
                <c:pt idx="937">
                  <c:v>-0.218247</c:v>
                </c:pt>
                <c:pt idx="938">
                  <c:v>-0.23066</c:v>
                </c:pt>
                <c:pt idx="939">
                  <c:v>-0.28574899999999998</c:v>
                </c:pt>
                <c:pt idx="940">
                  <c:v>-0.19995199999999999</c:v>
                </c:pt>
                <c:pt idx="941">
                  <c:v>-0.37120999999999998</c:v>
                </c:pt>
                <c:pt idx="942">
                  <c:v>-0.17401900000000001</c:v>
                </c:pt>
                <c:pt idx="943">
                  <c:v>-0.111891</c:v>
                </c:pt>
                <c:pt idx="944">
                  <c:v>-0.30605300000000002</c:v>
                </c:pt>
                <c:pt idx="945">
                  <c:v>-0.178013</c:v>
                </c:pt>
                <c:pt idx="946">
                  <c:v>-0.17614199999999999</c:v>
                </c:pt>
                <c:pt idx="947">
                  <c:v>-0.25369199999999997</c:v>
                </c:pt>
                <c:pt idx="948">
                  <c:v>-0.159467</c:v>
                </c:pt>
                <c:pt idx="949">
                  <c:v>-0.18020900000000001</c:v>
                </c:pt>
                <c:pt idx="950">
                  <c:v>-0.178067</c:v>
                </c:pt>
                <c:pt idx="951">
                  <c:v>-0.27456000000000003</c:v>
                </c:pt>
                <c:pt idx="952">
                  <c:v>-0.27541199999999999</c:v>
                </c:pt>
                <c:pt idx="953">
                  <c:v>-0.216034</c:v>
                </c:pt>
                <c:pt idx="954">
                  <c:v>-0.23388999999999999</c:v>
                </c:pt>
                <c:pt idx="955">
                  <c:v>-0.18912399999999999</c:v>
                </c:pt>
                <c:pt idx="956">
                  <c:v>-0.31145200000000001</c:v>
                </c:pt>
                <c:pt idx="957">
                  <c:v>-6.0760000000000002E-2</c:v>
                </c:pt>
                <c:pt idx="958">
                  <c:v>-0.18429699999999999</c:v>
                </c:pt>
                <c:pt idx="959">
                  <c:v>-0.24243400000000001</c:v>
                </c:pt>
                <c:pt idx="960">
                  <c:v>-0.19053200000000001</c:v>
                </c:pt>
                <c:pt idx="961">
                  <c:v>-0.177454</c:v>
                </c:pt>
                <c:pt idx="962">
                  <c:v>-0.17419599999999999</c:v>
                </c:pt>
                <c:pt idx="963">
                  <c:v>-0.106472</c:v>
                </c:pt>
                <c:pt idx="964">
                  <c:v>-0.256467</c:v>
                </c:pt>
                <c:pt idx="965">
                  <c:v>-0.246645</c:v>
                </c:pt>
                <c:pt idx="966">
                  <c:v>-0.16326499999999999</c:v>
                </c:pt>
                <c:pt idx="967">
                  <c:v>-0.31933699999999998</c:v>
                </c:pt>
                <c:pt idx="968">
                  <c:v>-0.14647099999999999</c:v>
                </c:pt>
                <c:pt idx="969">
                  <c:v>-0.192221</c:v>
                </c:pt>
                <c:pt idx="970">
                  <c:v>-0.12557499999999999</c:v>
                </c:pt>
                <c:pt idx="971">
                  <c:v>-0.22165299999999999</c:v>
                </c:pt>
                <c:pt idx="972">
                  <c:v>-9.9242999999999998E-2</c:v>
                </c:pt>
                <c:pt idx="973">
                  <c:v>-0.21313199999999999</c:v>
                </c:pt>
                <c:pt idx="974">
                  <c:v>-8.3348000000000005E-2</c:v>
                </c:pt>
                <c:pt idx="975">
                  <c:v>-0.168824</c:v>
                </c:pt>
                <c:pt idx="976">
                  <c:v>-0.31555</c:v>
                </c:pt>
                <c:pt idx="977">
                  <c:v>-0.328957</c:v>
                </c:pt>
                <c:pt idx="978">
                  <c:v>-7.8449000000000005E-2</c:v>
                </c:pt>
                <c:pt idx="979">
                  <c:v>-0.24282100000000001</c:v>
                </c:pt>
                <c:pt idx="980">
                  <c:v>-0.15800600000000001</c:v>
                </c:pt>
                <c:pt idx="981">
                  <c:v>-0.12125900000000001</c:v>
                </c:pt>
                <c:pt idx="982">
                  <c:v>-0.141901</c:v>
                </c:pt>
                <c:pt idx="983">
                  <c:v>-0.191854</c:v>
                </c:pt>
                <c:pt idx="984">
                  <c:v>-0.238626</c:v>
                </c:pt>
                <c:pt idx="985">
                  <c:v>-0.37353999999999998</c:v>
                </c:pt>
                <c:pt idx="986">
                  <c:v>-0.41815600000000003</c:v>
                </c:pt>
                <c:pt idx="987">
                  <c:v>-0.20230600000000001</c:v>
                </c:pt>
                <c:pt idx="988">
                  <c:v>-0.24499899999999999</c:v>
                </c:pt>
                <c:pt idx="989">
                  <c:v>-0.29055300000000001</c:v>
                </c:pt>
                <c:pt idx="990">
                  <c:v>-0.20385300000000001</c:v>
                </c:pt>
                <c:pt idx="991">
                  <c:v>-0.207597</c:v>
                </c:pt>
                <c:pt idx="992">
                  <c:v>-0.31656000000000001</c:v>
                </c:pt>
                <c:pt idx="993">
                  <c:v>-0.17998700000000001</c:v>
                </c:pt>
                <c:pt idx="994">
                  <c:v>-0.16513900000000001</c:v>
                </c:pt>
                <c:pt idx="995">
                  <c:v>-0.18453900000000001</c:v>
                </c:pt>
                <c:pt idx="996">
                  <c:v>-0.110488</c:v>
                </c:pt>
                <c:pt idx="997">
                  <c:v>-0.20214699999999999</c:v>
                </c:pt>
                <c:pt idx="998">
                  <c:v>-0.167131</c:v>
                </c:pt>
                <c:pt idx="999">
                  <c:v>-0.15143799999999999</c:v>
                </c:pt>
                <c:pt idx="1000">
                  <c:v>-0.155866</c:v>
                </c:pt>
                <c:pt idx="1001">
                  <c:v>-0.166765</c:v>
                </c:pt>
                <c:pt idx="1002">
                  <c:v>-0.18173600000000001</c:v>
                </c:pt>
                <c:pt idx="1003">
                  <c:v>-0.11458599999999999</c:v>
                </c:pt>
                <c:pt idx="1004">
                  <c:v>-0.104185</c:v>
                </c:pt>
                <c:pt idx="1005">
                  <c:v>-0.15737200000000001</c:v>
                </c:pt>
                <c:pt idx="1006">
                  <c:v>-0.29661799999999999</c:v>
                </c:pt>
                <c:pt idx="1007">
                  <c:v>-0.17408299999999999</c:v>
                </c:pt>
                <c:pt idx="1008">
                  <c:v>-0.12848399999999999</c:v>
                </c:pt>
                <c:pt idx="1009">
                  <c:v>-0.30197299999999999</c:v>
                </c:pt>
                <c:pt idx="1010">
                  <c:v>-0.20887600000000001</c:v>
                </c:pt>
                <c:pt idx="1011">
                  <c:v>-0.367755</c:v>
                </c:pt>
                <c:pt idx="1012">
                  <c:v>-9.9683999999999995E-2</c:v>
                </c:pt>
                <c:pt idx="1013">
                  <c:v>-0.122377</c:v>
                </c:pt>
                <c:pt idx="1014">
                  <c:v>-0.14860000000000001</c:v>
                </c:pt>
                <c:pt idx="1015">
                  <c:v>-0.29876999999999998</c:v>
                </c:pt>
                <c:pt idx="1016">
                  <c:v>-0.28392499999999998</c:v>
                </c:pt>
                <c:pt idx="1017">
                  <c:v>-0.40380199999999999</c:v>
                </c:pt>
                <c:pt idx="1018">
                  <c:v>-0.14089099999999999</c:v>
                </c:pt>
                <c:pt idx="1019">
                  <c:v>-0.27470499999999998</c:v>
                </c:pt>
                <c:pt idx="1020">
                  <c:v>-0.165771</c:v>
                </c:pt>
                <c:pt idx="1021">
                  <c:v>-0.13709399999999999</c:v>
                </c:pt>
                <c:pt idx="1022">
                  <c:v>-0.163052</c:v>
                </c:pt>
                <c:pt idx="1023">
                  <c:v>-0.228686</c:v>
                </c:pt>
                <c:pt idx="1024">
                  <c:v>-0.16768</c:v>
                </c:pt>
                <c:pt idx="1025">
                  <c:v>-0.197076</c:v>
                </c:pt>
                <c:pt idx="1026">
                  <c:v>-0.16602800000000001</c:v>
                </c:pt>
                <c:pt idx="1027">
                  <c:v>-0.19387799999999999</c:v>
                </c:pt>
                <c:pt idx="1028">
                  <c:v>-0.17215900000000001</c:v>
                </c:pt>
                <c:pt idx="1029">
                  <c:v>-0.174597</c:v>
                </c:pt>
                <c:pt idx="1030">
                  <c:v>-0.272644</c:v>
                </c:pt>
                <c:pt idx="1031">
                  <c:v>-0.21693100000000001</c:v>
                </c:pt>
                <c:pt idx="1032">
                  <c:v>-0.29861799999999999</c:v>
                </c:pt>
                <c:pt idx="1033">
                  <c:v>-7.1381E-2</c:v>
                </c:pt>
                <c:pt idx="1034">
                  <c:v>-0.22742499999999999</c:v>
                </c:pt>
                <c:pt idx="1035">
                  <c:v>-0.43615399999999999</c:v>
                </c:pt>
                <c:pt idx="1036">
                  <c:v>-0.161389</c:v>
                </c:pt>
                <c:pt idx="1037">
                  <c:v>-0.18615200000000001</c:v>
                </c:pt>
                <c:pt idx="1038">
                  <c:v>-0.299348</c:v>
                </c:pt>
                <c:pt idx="1039">
                  <c:v>-0.22150700000000001</c:v>
                </c:pt>
                <c:pt idx="1040">
                  <c:v>-0.31186199999999997</c:v>
                </c:pt>
                <c:pt idx="1041">
                  <c:v>-0.24782100000000001</c:v>
                </c:pt>
                <c:pt idx="1042">
                  <c:v>-0.221469</c:v>
                </c:pt>
                <c:pt idx="1043">
                  <c:v>-0.19059599999999999</c:v>
                </c:pt>
                <c:pt idx="1044">
                  <c:v>-0.20976800000000001</c:v>
                </c:pt>
                <c:pt idx="1045">
                  <c:v>-0.34847099999999998</c:v>
                </c:pt>
                <c:pt idx="1046">
                  <c:v>-0.188864</c:v>
                </c:pt>
                <c:pt idx="1047">
                  <c:v>-0.14646300000000001</c:v>
                </c:pt>
                <c:pt idx="1048">
                  <c:v>-0.23961499999999999</c:v>
                </c:pt>
                <c:pt idx="1049">
                  <c:v>-0.361869</c:v>
                </c:pt>
                <c:pt idx="1050">
                  <c:v>-0.184334</c:v>
                </c:pt>
                <c:pt idx="1051">
                  <c:v>-0.15269099999999999</c:v>
                </c:pt>
                <c:pt idx="1052">
                  <c:v>-0.27113300000000001</c:v>
                </c:pt>
                <c:pt idx="1053">
                  <c:v>-0.35457499999999997</c:v>
                </c:pt>
                <c:pt idx="1054">
                  <c:v>-0.394345</c:v>
                </c:pt>
                <c:pt idx="1055">
                  <c:v>-0.13276399999999999</c:v>
                </c:pt>
                <c:pt idx="1056">
                  <c:v>-0.115093</c:v>
                </c:pt>
                <c:pt idx="1057">
                  <c:v>-0.232489</c:v>
                </c:pt>
                <c:pt idx="1058">
                  <c:v>-0.21471599999999999</c:v>
                </c:pt>
                <c:pt idx="1059">
                  <c:v>-0.28953299999999998</c:v>
                </c:pt>
                <c:pt idx="1060">
                  <c:v>-0.23685500000000001</c:v>
                </c:pt>
                <c:pt idx="1061">
                  <c:v>-0.103507</c:v>
                </c:pt>
                <c:pt idx="1062">
                  <c:v>-0.26296599999999998</c:v>
                </c:pt>
                <c:pt idx="1063">
                  <c:v>-0.20239099999999999</c:v>
                </c:pt>
                <c:pt idx="1064">
                  <c:v>-0.20871899999999999</c:v>
                </c:pt>
                <c:pt idx="1065">
                  <c:v>-0.30201899999999998</c:v>
                </c:pt>
                <c:pt idx="1066">
                  <c:v>-0.145512</c:v>
                </c:pt>
                <c:pt idx="1067">
                  <c:v>-0.25508599999999998</c:v>
                </c:pt>
                <c:pt idx="1068">
                  <c:v>-0.26200600000000002</c:v>
                </c:pt>
                <c:pt idx="1069">
                  <c:v>-0.17588300000000001</c:v>
                </c:pt>
                <c:pt idx="1070">
                  <c:v>-0.25546799999999997</c:v>
                </c:pt>
                <c:pt idx="1071">
                  <c:v>-0.16034999999999999</c:v>
                </c:pt>
                <c:pt idx="1072">
                  <c:v>-0.247865</c:v>
                </c:pt>
                <c:pt idx="1073">
                  <c:v>-0.21454899999999999</c:v>
                </c:pt>
                <c:pt idx="1074">
                  <c:v>-0.196544</c:v>
                </c:pt>
                <c:pt idx="1075">
                  <c:v>-0.22944600000000001</c:v>
                </c:pt>
                <c:pt idx="1076">
                  <c:v>-0.19679199999999999</c:v>
                </c:pt>
                <c:pt idx="1077">
                  <c:v>-0.31822299999999998</c:v>
                </c:pt>
                <c:pt idx="1078">
                  <c:v>-0.345584</c:v>
                </c:pt>
                <c:pt idx="1079">
                  <c:v>-0.15907499999999999</c:v>
                </c:pt>
                <c:pt idx="1080">
                  <c:v>-0.22017200000000001</c:v>
                </c:pt>
                <c:pt idx="1081">
                  <c:v>-0.20205699999999999</c:v>
                </c:pt>
                <c:pt idx="1082">
                  <c:v>-0.207731</c:v>
                </c:pt>
                <c:pt idx="1083">
                  <c:v>-0.26974500000000001</c:v>
                </c:pt>
                <c:pt idx="1084">
                  <c:v>-0.227743</c:v>
                </c:pt>
                <c:pt idx="1085">
                  <c:v>-0.139048</c:v>
                </c:pt>
                <c:pt idx="1086">
                  <c:v>-0.30785800000000002</c:v>
                </c:pt>
                <c:pt idx="1087">
                  <c:v>-0.25624200000000003</c:v>
                </c:pt>
                <c:pt idx="1088">
                  <c:v>-0.26466400000000001</c:v>
                </c:pt>
                <c:pt idx="1089">
                  <c:v>-0.32456800000000002</c:v>
                </c:pt>
                <c:pt idx="1090">
                  <c:v>-0.19448399999999999</c:v>
                </c:pt>
                <c:pt idx="1091">
                  <c:v>-0.17849699999999999</c:v>
                </c:pt>
                <c:pt idx="1092">
                  <c:v>-0.20871400000000001</c:v>
                </c:pt>
                <c:pt idx="1093">
                  <c:v>-0.28777599999999998</c:v>
                </c:pt>
                <c:pt idx="1094">
                  <c:v>-0.223554</c:v>
                </c:pt>
                <c:pt idx="1095">
                  <c:v>-0.30004999999999998</c:v>
                </c:pt>
                <c:pt idx="1096">
                  <c:v>-0.17402500000000001</c:v>
                </c:pt>
                <c:pt idx="1097">
                  <c:v>-0.32538600000000001</c:v>
                </c:pt>
                <c:pt idx="1098">
                  <c:v>-0.26125999999999999</c:v>
                </c:pt>
                <c:pt idx="1099">
                  <c:v>-0.38487500000000002</c:v>
                </c:pt>
                <c:pt idx="1100">
                  <c:v>-0.339785</c:v>
                </c:pt>
                <c:pt idx="1101">
                  <c:v>-0.286163</c:v>
                </c:pt>
                <c:pt idx="1102">
                  <c:v>-0.17113200000000001</c:v>
                </c:pt>
                <c:pt idx="1103">
                  <c:v>-0.37376399999999999</c:v>
                </c:pt>
                <c:pt idx="1104">
                  <c:v>-0.38375300000000001</c:v>
                </c:pt>
                <c:pt idx="1105">
                  <c:v>-0.27407300000000001</c:v>
                </c:pt>
                <c:pt idx="1106">
                  <c:v>-0.37066900000000003</c:v>
                </c:pt>
                <c:pt idx="1107">
                  <c:v>-0.141622</c:v>
                </c:pt>
                <c:pt idx="1108">
                  <c:v>-0.17264499999999999</c:v>
                </c:pt>
                <c:pt idx="1109">
                  <c:v>-0.396754</c:v>
                </c:pt>
                <c:pt idx="1110">
                  <c:v>-0.13359299999999999</c:v>
                </c:pt>
                <c:pt idx="1111">
                  <c:v>-0.119958</c:v>
                </c:pt>
                <c:pt idx="1112">
                  <c:v>-0.134105</c:v>
                </c:pt>
                <c:pt idx="1113">
                  <c:v>-7.0047999999999999E-2</c:v>
                </c:pt>
                <c:pt idx="1114">
                  <c:v>-0.21498999999999999</c:v>
                </c:pt>
                <c:pt idx="1115">
                  <c:v>-0.142655</c:v>
                </c:pt>
                <c:pt idx="1116">
                  <c:v>-0.10886800000000001</c:v>
                </c:pt>
                <c:pt idx="1117">
                  <c:v>-0.18029899999999999</c:v>
                </c:pt>
                <c:pt idx="1118">
                  <c:v>-0.14817900000000001</c:v>
                </c:pt>
                <c:pt idx="1119">
                  <c:v>-9.9002999999999994E-2</c:v>
                </c:pt>
                <c:pt idx="1120">
                  <c:v>-0.35404600000000003</c:v>
                </c:pt>
                <c:pt idx="1121">
                  <c:v>-0.41301199999999999</c:v>
                </c:pt>
                <c:pt idx="1122">
                  <c:v>-0.11143699999999999</c:v>
                </c:pt>
                <c:pt idx="1123">
                  <c:v>-0.26874999999999999</c:v>
                </c:pt>
                <c:pt idx="1124">
                  <c:v>-0.106859</c:v>
                </c:pt>
                <c:pt idx="1125">
                  <c:v>-0.21637799999999999</c:v>
                </c:pt>
                <c:pt idx="1126">
                  <c:v>-8.9146000000000003E-2</c:v>
                </c:pt>
                <c:pt idx="1127">
                  <c:v>-0.13019600000000001</c:v>
                </c:pt>
                <c:pt idx="1128">
                  <c:v>-0.115234</c:v>
                </c:pt>
                <c:pt idx="1129">
                  <c:v>-6.8180000000000004E-2</c:v>
                </c:pt>
                <c:pt idx="1130">
                  <c:v>-0.260216</c:v>
                </c:pt>
                <c:pt idx="1131">
                  <c:v>-0.17355300000000001</c:v>
                </c:pt>
                <c:pt idx="1132">
                  <c:v>-0.14754</c:v>
                </c:pt>
                <c:pt idx="1133">
                  <c:v>-0.16590099999999999</c:v>
                </c:pt>
                <c:pt idx="1134">
                  <c:v>-0.33156000000000002</c:v>
                </c:pt>
                <c:pt idx="1135">
                  <c:v>-6.1612E-2</c:v>
                </c:pt>
                <c:pt idx="1136">
                  <c:v>-0.19787099999999999</c:v>
                </c:pt>
                <c:pt idx="1137">
                  <c:v>-6.9307999999999995E-2</c:v>
                </c:pt>
                <c:pt idx="1138">
                  <c:v>-0.24158099999999999</c:v>
                </c:pt>
                <c:pt idx="1139">
                  <c:v>-0.230515</c:v>
                </c:pt>
                <c:pt idx="1140">
                  <c:v>-9.6823999999999993E-2</c:v>
                </c:pt>
                <c:pt idx="1141">
                  <c:v>-0.19864899999999999</c:v>
                </c:pt>
                <c:pt idx="1142">
                  <c:v>-0.142955</c:v>
                </c:pt>
                <c:pt idx="1143">
                  <c:v>-0.16933699999999999</c:v>
                </c:pt>
                <c:pt idx="1144">
                  <c:v>-0.16469900000000001</c:v>
                </c:pt>
                <c:pt idx="1145">
                  <c:v>-2.7067000000000001E-2</c:v>
                </c:pt>
                <c:pt idx="1146">
                  <c:v>-0.15457000000000001</c:v>
                </c:pt>
                <c:pt idx="1147">
                  <c:v>-9.1200000000000003E-2</c:v>
                </c:pt>
              </c:numCache>
            </c:numRef>
          </c:yVal>
          <c:smooth val="0"/>
          <c:extLst>
            <c:ext xmlns:c16="http://schemas.microsoft.com/office/drawing/2014/chart" uri="{C3380CC4-5D6E-409C-BE32-E72D297353CC}">
              <c16:uniqueId val="{00000001-D5AA-45EF-BF83-92E3AB5AD619}"/>
            </c:ext>
          </c:extLst>
        </c:ser>
        <c:dLbls>
          <c:showLegendKey val="0"/>
          <c:showVal val="0"/>
          <c:showCatName val="0"/>
          <c:showSerName val="0"/>
          <c:showPercent val="0"/>
          <c:showBubbleSize val="0"/>
        </c:dLbls>
        <c:axId val="708518431"/>
        <c:axId val="708542143"/>
      </c:scatterChart>
      <c:valAx>
        <c:axId val="708518431"/>
        <c:scaling>
          <c:orientation val="minMax"/>
          <c:max val="40"/>
          <c:min val="15"/>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GB" sz="1200" b="1"/>
                  <a:t>LST</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PK"/>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708542143"/>
        <c:crossesAt val="-40"/>
        <c:crossBetween val="midCat"/>
      </c:valAx>
      <c:valAx>
        <c:axId val="7085421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GB" sz="1200"/>
                  <a:t>NDBI</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crossAx val="708518431"/>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tx1"/>
      </a:solidFill>
      <a:round/>
    </a:ln>
    <a:effectLst/>
  </c:spPr>
  <c:txPr>
    <a:bodyPr/>
    <a:lstStyle/>
    <a:p>
      <a:pPr>
        <a:defRPr/>
      </a:pPr>
      <a:endParaRPr lang="en-PK"/>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LST and</a:t>
            </a:r>
            <a:r>
              <a:rPr lang="en-US" b="1" baseline="0"/>
              <a:t> </a:t>
            </a:r>
            <a:r>
              <a:rPr lang="en-US" b="1"/>
              <a:t>NDBI 2022</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manualLayout>
          <c:layoutTarget val="inner"/>
          <c:xMode val="edge"/>
          <c:yMode val="edge"/>
          <c:x val="0.2250138888888889"/>
          <c:y val="0.17848055555555553"/>
          <c:w val="0.69866277777777774"/>
          <c:h val="0.55455833333333338"/>
        </c:manualLayout>
      </c:layout>
      <c:scatterChart>
        <c:scatterStyle val="lineMarker"/>
        <c:varyColors val="0"/>
        <c:ser>
          <c:idx val="0"/>
          <c:order val="0"/>
          <c:tx>
            <c:strRef>
              <c:f>'2002'!$C$1</c:f>
              <c:strCache>
                <c:ptCount val="1"/>
                <c:pt idx="0">
                  <c:v>NDBI</c:v>
                </c:pt>
              </c:strCache>
            </c:strRef>
          </c:tx>
          <c:spPr>
            <a:ln w="19050" cap="rnd">
              <a:noFill/>
              <a:round/>
            </a:ln>
            <a:effectLst/>
          </c:spPr>
          <c:marker>
            <c:symbol val="circle"/>
            <c:size val="5"/>
            <c:spPr>
              <a:solidFill>
                <a:schemeClr val="dk1">
                  <a:tint val="88500"/>
                </a:schemeClr>
              </a:solidFill>
              <a:ln w="9525">
                <a:solidFill>
                  <a:schemeClr val="dk1">
                    <a:tint val="88500"/>
                  </a:schemeClr>
                </a:solidFill>
              </a:ln>
              <a:effectLst/>
            </c:spPr>
          </c:marker>
          <c:trendline>
            <c:spPr>
              <a:ln w="28575" cap="rnd">
                <a:solidFill>
                  <a:schemeClr val="tx1"/>
                </a:solidFill>
                <a:prstDash val="sysDot"/>
              </a:ln>
              <a:effectLst/>
            </c:spPr>
            <c:trendlineType val="linear"/>
            <c:dispRSqr val="1"/>
            <c:dispEq val="1"/>
            <c:trendlineLbl>
              <c:layout>
                <c:manualLayout>
                  <c:x val="-0.66425916666666662"/>
                  <c:y val="0.53680634920634918"/>
                </c:manualLayout>
              </c:layout>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baseline="0"/>
                      <a:t>y = 0.0119x - 0.4844</a:t>
                    </a:r>
                    <a:br>
                      <a:rPr lang="en-US" baseline="0"/>
                    </a:br>
                    <a:r>
                      <a:rPr lang="en-US" baseline="0"/>
                      <a:t>R² = 0.6012</a:t>
                    </a:r>
                    <a:endParaRPr lang="en-US"/>
                  </a:p>
                </c:rich>
              </c:tx>
              <c:numFmt formatCode="General" sourceLinked="0"/>
              <c:spPr>
                <a:noFill/>
                <a:ln w="12700">
                  <a:solidFill>
                    <a:schemeClr val="tx1"/>
                  </a:solid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trendlineLbl>
          </c:trendline>
          <c:xVal>
            <c:numRef>
              <c:f>'2002'!$B$2:$B$1149</c:f>
              <c:numCache>
                <c:formatCode>0.0</c:formatCode>
                <c:ptCount val="1148"/>
                <c:pt idx="0">
                  <c:v>23.096071999999999</c:v>
                </c:pt>
                <c:pt idx="1">
                  <c:v>40</c:v>
                </c:pt>
                <c:pt idx="2">
                  <c:v>28.760905999999999</c:v>
                </c:pt>
                <c:pt idx="3">
                  <c:v>27.261009000000001</c:v>
                </c:pt>
                <c:pt idx="4">
                  <c:v>26.670926999999999</c:v>
                </c:pt>
                <c:pt idx="5">
                  <c:v>24.426500000000001</c:v>
                </c:pt>
                <c:pt idx="6">
                  <c:v>26.895399000000001</c:v>
                </c:pt>
                <c:pt idx="7">
                  <c:v>30.927173</c:v>
                </c:pt>
                <c:pt idx="8">
                  <c:v>27.385362000000001</c:v>
                </c:pt>
                <c:pt idx="9">
                  <c:v>25.835466</c:v>
                </c:pt>
                <c:pt idx="10">
                  <c:v>29.640557999999999</c:v>
                </c:pt>
                <c:pt idx="11">
                  <c:v>27.236080999999999</c:v>
                </c:pt>
                <c:pt idx="12">
                  <c:v>28.703662999999999</c:v>
                </c:pt>
                <c:pt idx="13">
                  <c:v>30.569474</c:v>
                </c:pt>
                <c:pt idx="14">
                  <c:v>33.291998</c:v>
                </c:pt>
                <c:pt idx="15">
                  <c:v>30.719045999999999</c:v>
                </c:pt>
                <c:pt idx="16">
                  <c:v>26.6692</c:v>
                </c:pt>
                <c:pt idx="17">
                  <c:v>29.025089999999999</c:v>
                </c:pt>
                <c:pt idx="18">
                  <c:v>29.547906000000001</c:v>
                </c:pt>
                <c:pt idx="19">
                  <c:v>26.764655000000001</c:v>
                </c:pt>
                <c:pt idx="20">
                  <c:v>28.524614</c:v>
                </c:pt>
                <c:pt idx="21">
                  <c:v>27.969474000000002</c:v>
                </c:pt>
                <c:pt idx="22">
                  <c:v>31.938476000000001</c:v>
                </c:pt>
                <c:pt idx="23">
                  <c:v>31.102167000000001</c:v>
                </c:pt>
                <c:pt idx="24">
                  <c:v>27.853117999999998</c:v>
                </c:pt>
                <c:pt idx="25">
                  <c:v>32.760373000000001</c:v>
                </c:pt>
                <c:pt idx="26">
                  <c:v>26.833839999999999</c:v>
                </c:pt>
                <c:pt idx="27">
                  <c:v>29.333725000000001</c:v>
                </c:pt>
                <c:pt idx="28">
                  <c:v>25.843088000000002</c:v>
                </c:pt>
                <c:pt idx="29">
                  <c:v>30.363023999999999</c:v>
                </c:pt>
                <c:pt idx="30">
                  <c:v>29.485681</c:v>
                </c:pt>
                <c:pt idx="31">
                  <c:v>30.062100999999998</c:v>
                </c:pt>
                <c:pt idx="32">
                  <c:v>27.820948999999999</c:v>
                </c:pt>
                <c:pt idx="33">
                  <c:v>28.497197</c:v>
                </c:pt>
                <c:pt idx="34">
                  <c:v>27.933620000000001</c:v>
                </c:pt>
                <c:pt idx="35">
                  <c:v>34.951473999999997</c:v>
                </c:pt>
                <c:pt idx="36">
                  <c:v>33.290627999999998</c:v>
                </c:pt>
                <c:pt idx="37">
                  <c:v>30.385968999999999</c:v>
                </c:pt>
                <c:pt idx="38">
                  <c:v>30.044568999999999</c:v>
                </c:pt>
                <c:pt idx="39">
                  <c:v>31.760629000000002</c:v>
                </c:pt>
                <c:pt idx="40">
                  <c:v>28.334137999999999</c:v>
                </c:pt>
                <c:pt idx="41">
                  <c:v>31.041896999999999</c:v>
                </c:pt>
                <c:pt idx="42">
                  <c:v>30.092559000000001</c:v>
                </c:pt>
                <c:pt idx="43">
                  <c:v>31.840561000000001</c:v>
                </c:pt>
                <c:pt idx="44">
                  <c:v>27.939409999999999</c:v>
                </c:pt>
                <c:pt idx="45">
                  <c:v>28.267868</c:v>
                </c:pt>
                <c:pt idx="46">
                  <c:v>28.846557000000001</c:v>
                </c:pt>
                <c:pt idx="47">
                  <c:v>25.144786</c:v>
                </c:pt>
                <c:pt idx="48">
                  <c:v>26.354624000000001</c:v>
                </c:pt>
                <c:pt idx="49">
                  <c:v>29.707114000000001</c:v>
                </c:pt>
                <c:pt idx="50">
                  <c:v>31.645394</c:v>
                </c:pt>
                <c:pt idx="51">
                  <c:v>28.806781999999998</c:v>
                </c:pt>
                <c:pt idx="52">
                  <c:v>29.774524</c:v>
                </c:pt>
                <c:pt idx="53">
                  <c:v>28.822009000000001</c:v>
                </c:pt>
                <c:pt idx="54">
                  <c:v>31.729700999999999</c:v>
                </c:pt>
                <c:pt idx="55">
                  <c:v>30.989739</c:v>
                </c:pt>
                <c:pt idx="56">
                  <c:v>31.775943000000002</c:v>
                </c:pt>
                <c:pt idx="57">
                  <c:v>34.979030000000002</c:v>
                </c:pt>
                <c:pt idx="58">
                  <c:v>28.864128999999998</c:v>
                </c:pt>
                <c:pt idx="59">
                  <c:v>25.008406999999998</c:v>
                </c:pt>
                <c:pt idx="60">
                  <c:v>27.128219000000001</c:v>
                </c:pt>
                <c:pt idx="61">
                  <c:v>28.413112000000002</c:v>
                </c:pt>
                <c:pt idx="62">
                  <c:v>30.278956000000001</c:v>
                </c:pt>
                <c:pt idx="63">
                  <c:v>34.258808999999999</c:v>
                </c:pt>
                <c:pt idx="64">
                  <c:v>30.495647999999999</c:v>
                </c:pt>
                <c:pt idx="65">
                  <c:v>27.942011000000001</c:v>
                </c:pt>
                <c:pt idx="66">
                  <c:v>30.858086</c:v>
                </c:pt>
                <c:pt idx="67">
                  <c:v>30.123376</c:v>
                </c:pt>
                <c:pt idx="68">
                  <c:v>26.966540999999999</c:v>
                </c:pt>
                <c:pt idx="69">
                  <c:v>31.009602999999998</c:v>
                </c:pt>
                <c:pt idx="70">
                  <c:v>31.516795999999999</c:v>
                </c:pt>
                <c:pt idx="71">
                  <c:v>28.087969999999999</c:v>
                </c:pt>
                <c:pt idx="72">
                  <c:v>29.824769</c:v>
                </c:pt>
                <c:pt idx="73">
                  <c:v>30.418099000000002</c:v>
                </c:pt>
                <c:pt idx="74">
                  <c:v>29.396557999999999</c:v>
                </c:pt>
                <c:pt idx="75">
                  <c:v>30.297832</c:v>
                </c:pt>
                <c:pt idx="76">
                  <c:v>29.403908999999999</c:v>
                </c:pt>
                <c:pt idx="77">
                  <c:v>28.508239</c:v>
                </c:pt>
                <c:pt idx="78">
                  <c:v>31.063030999999999</c:v>
                </c:pt>
                <c:pt idx="79">
                  <c:v>29.780336999999999</c:v>
                </c:pt>
                <c:pt idx="80">
                  <c:v>29.134947</c:v>
                </c:pt>
                <c:pt idx="81">
                  <c:v>29.930381000000001</c:v>
                </c:pt>
                <c:pt idx="82">
                  <c:v>28.418081000000001</c:v>
                </c:pt>
                <c:pt idx="83">
                  <c:v>31.865390000000001</c:v>
                </c:pt>
                <c:pt idx="84">
                  <c:v>29.885131999999999</c:v>
                </c:pt>
                <c:pt idx="85">
                  <c:v>28.276046999999998</c:v>
                </c:pt>
                <c:pt idx="86">
                  <c:v>31.128060000000001</c:v>
                </c:pt>
                <c:pt idx="87">
                  <c:v>33.380740000000003</c:v>
                </c:pt>
                <c:pt idx="88">
                  <c:v>36.477547999999999</c:v>
                </c:pt>
                <c:pt idx="89">
                  <c:v>27.584806</c:v>
                </c:pt>
                <c:pt idx="90">
                  <c:v>30.725006</c:v>
                </c:pt>
                <c:pt idx="91">
                  <c:v>28.451495000000001</c:v>
                </c:pt>
                <c:pt idx="92">
                  <c:v>30.204211999999998</c:v>
                </c:pt>
                <c:pt idx="93">
                  <c:v>29.424294</c:v>
                </c:pt>
                <c:pt idx="94">
                  <c:v>32.316200000000002</c:v>
                </c:pt>
                <c:pt idx="95">
                  <c:v>30.582909000000001</c:v>
                </c:pt>
                <c:pt idx="96">
                  <c:v>30.139880000000002</c:v>
                </c:pt>
                <c:pt idx="97">
                  <c:v>32.507384000000002</c:v>
                </c:pt>
                <c:pt idx="98">
                  <c:v>31.780833999999999</c:v>
                </c:pt>
                <c:pt idx="99">
                  <c:v>27.028362999999999</c:v>
                </c:pt>
                <c:pt idx="100">
                  <c:v>34.168605999999997</c:v>
                </c:pt>
                <c:pt idx="101">
                  <c:v>30.52036</c:v>
                </c:pt>
                <c:pt idx="102">
                  <c:v>30.435473000000002</c:v>
                </c:pt>
                <c:pt idx="103">
                  <c:v>28.946535999999998</c:v>
                </c:pt>
                <c:pt idx="104">
                  <c:v>31.768324</c:v>
                </c:pt>
                <c:pt idx="105">
                  <c:v>30.674647</c:v>
                </c:pt>
                <c:pt idx="106">
                  <c:v>30.979628999999999</c:v>
                </c:pt>
                <c:pt idx="107">
                  <c:v>31.658829000000001</c:v>
                </c:pt>
                <c:pt idx="108">
                  <c:v>31.904608</c:v>
                </c:pt>
                <c:pt idx="109">
                  <c:v>36.400807</c:v>
                </c:pt>
                <c:pt idx="110">
                  <c:v>28.546258999999999</c:v>
                </c:pt>
                <c:pt idx="111">
                  <c:v>28.518014999999998</c:v>
                </c:pt>
                <c:pt idx="112">
                  <c:v>25.763369999999998</c:v>
                </c:pt>
                <c:pt idx="113">
                  <c:v>31.128943</c:v>
                </c:pt>
                <c:pt idx="114">
                  <c:v>28.623235999999999</c:v>
                </c:pt>
                <c:pt idx="115">
                  <c:v>31.847178</c:v>
                </c:pt>
                <c:pt idx="116">
                  <c:v>31.829695999999998</c:v>
                </c:pt>
                <c:pt idx="117">
                  <c:v>31.811836</c:v>
                </c:pt>
                <c:pt idx="118">
                  <c:v>33.268715999999998</c:v>
                </c:pt>
                <c:pt idx="119">
                  <c:v>34.415407000000002</c:v>
                </c:pt>
                <c:pt idx="120">
                  <c:v>35.288103</c:v>
                </c:pt>
                <c:pt idx="121">
                  <c:v>31.688758</c:v>
                </c:pt>
                <c:pt idx="122">
                  <c:v>30.011748999999998</c:v>
                </c:pt>
                <c:pt idx="123">
                  <c:v>26.897791000000002</c:v>
                </c:pt>
                <c:pt idx="124">
                  <c:v>28.090864</c:v>
                </c:pt>
                <c:pt idx="125">
                  <c:v>33.506608</c:v>
                </c:pt>
                <c:pt idx="126">
                  <c:v>30.909375000000001</c:v>
                </c:pt>
                <c:pt idx="127">
                  <c:v>33.149112000000002</c:v>
                </c:pt>
                <c:pt idx="128">
                  <c:v>29.362400000000001</c:v>
                </c:pt>
                <c:pt idx="129">
                  <c:v>32.818300000000001</c:v>
                </c:pt>
                <c:pt idx="130">
                  <c:v>32.201956000000003</c:v>
                </c:pt>
                <c:pt idx="131">
                  <c:v>32.227452</c:v>
                </c:pt>
                <c:pt idx="132">
                  <c:v>29.923860999999999</c:v>
                </c:pt>
                <c:pt idx="133">
                  <c:v>35.028858999999997</c:v>
                </c:pt>
                <c:pt idx="134">
                  <c:v>35.041393999999997</c:v>
                </c:pt>
                <c:pt idx="135">
                  <c:v>34.401091999999998</c:v>
                </c:pt>
                <c:pt idx="136">
                  <c:v>34.394798000000002</c:v>
                </c:pt>
                <c:pt idx="137">
                  <c:v>34.133206000000001</c:v>
                </c:pt>
                <c:pt idx="138">
                  <c:v>32.634484999999998</c:v>
                </c:pt>
                <c:pt idx="139">
                  <c:v>28.256045</c:v>
                </c:pt>
                <c:pt idx="140">
                  <c:v>29.809449999999998</c:v>
                </c:pt>
                <c:pt idx="141">
                  <c:v>27.274432999999998</c:v>
                </c:pt>
                <c:pt idx="142">
                  <c:v>28.443034999999998</c:v>
                </c:pt>
                <c:pt idx="143">
                  <c:v>28.967897000000001</c:v>
                </c:pt>
                <c:pt idx="144">
                  <c:v>32.915351000000001</c:v>
                </c:pt>
                <c:pt idx="145">
                  <c:v>32.723813</c:v>
                </c:pt>
                <c:pt idx="146">
                  <c:v>33.852609000000001</c:v>
                </c:pt>
                <c:pt idx="147">
                  <c:v>32.146410000000003</c:v>
                </c:pt>
                <c:pt idx="148">
                  <c:v>31.147147</c:v>
                </c:pt>
                <c:pt idx="149">
                  <c:v>34.242908999999997</c:v>
                </c:pt>
                <c:pt idx="150">
                  <c:v>30.016594000000001</c:v>
                </c:pt>
                <c:pt idx="151">
                  <c:v>29.257656999999998</c:v>
                </c:pt>
                <c:pt idx="152">
                  <c:v>29.167614</c:v>
                </c:pt>
                <c:pt idx="153">
                  <c:v>28.800962999999999</c:v>
                </c:pt>
                <c:pt idx="154">
                  <c:v>27.675163000000001</c:v>
                </c:pt>
                <c:pt idx="155">
                  <c:v>27.38542</c:v>
                </c:pt>
                <c:pt idx="156">
                  <c:v>26.287866999999999</c:v>
                </c:pt>
                <c:pt idx="157">
                  <c:v>31.221938999999999</c:v>
                </c:pt>
                <c:pt idx="158">
                  <c:v>28.070702000000001</c:v>
                </c:pt>
                <c:pt idx="159">
                  <c:v>29.687010999999998</c:v>
                </c:pt>
                <c:pt idx="160">
                  <c:v>31.140384000000001</c:v>
                </c:pt>
                <c:pt idx="161">
                  <c:v>36.061615000000003</c:v>
                </c:pt>
                <c:pt idx="162">
                  <c:v>32.487050000000004</c:v>
                </c:pt>
                <c:pt idx="163">
                  <c:v>32.319316999999998</c:v>
                </c:pt>
                <c:pt idx="164">
                  <c:v>34.058663000000003</c:v>
                </c:pt>
                <c:pt idx="165">
                  <c:v>27.964767999999999</c:v>
                </c:pt>
                <c:pt idx="166">
                  <c:v>29.581244999999999</c:v>
                </c:pt>
                <c:pt idx="167">
                  <c:v>27.731155000000001</c:v>
                </c:pt>
                <c:pt idx="168">
                  <c:v>27.930447000000001</c:v>
                </c:pt>
                <c:pt idx="169">
                  <c:v>27.240808999999999</c:v>
                </c:pt>
                <c:pt idx="170">
                  <c:v>29.855255</c:v>
                </c:pt>
                <c:pt idx="171">
                  <c:v>26.912751</c:v>
                </c:pt>
                <c:pt idx="172">
                  <c:v>35.739986999999999</c:v>
                </c:pt>
                <c:pt idx="173">
                  <c:v>31.925457999999999</c:v>
                </c:pt>
                <c:pt idx="174">
                  <c:v>30.794177999999999</c:v>
                </c:pt>
                <c:pt idx="175">
                  <c:v>28.324373999999999</c:v>
                </c:pt>
                <c:pt idx="176">
                  <c:v>37.293332999999997</c:v>
                </c:pt>
                <c:pt idx="177">
                  <c:v>33.620944999999999</c:v>
                </c:pt>
                <c:pt idx="178">
                  <c:v>33.561525000000003</c:v>
                </c:pt>
                <c:pt idx="179">
                  <c:v>36.657572999999999</c:v>
                </c:pt>
                <c:pt idx="180">
                  <c:v>29.677610000000001</c:v>
                </c:pt>
                <c:pt idx="181">
                  <c:v>32.085168000000003</c:v>
                </c:pt>
                <c:pt idx="182">
                  <c:v>28.760663000000001</c:v>
                </c:pt>
                <c:pt idx="183">
                  <c:v>29.241858000000001</c:v>
                </c:pt>
                <c:pt idx="184">
                  <c:v>29.365667999999999</c:v>
                </c:pt>
                <c:pt idx="185">
                  <c:v>28.796400999999999</c:v>
                </c:pt>
                <c:pt idx="186">
                  <c:v>29.940128999999999</c:v>
                </c:pt>
                <c:pt idx="187">
                  <c:v>32.278897000000001</c:v>
                </c:pt>
                <c:pt idx="188">
                  <c:v>31.426914</c:v>
                </c:pt>
                <c:pt idx="189">
                  <c:v>31.540206000000001</c:v>
                </c:pt>
                <c:pt idx="190">
                  <c:v>31.504405999999999</c:v>
                </c:pt>
                <c:pt idx="191">
                  <c:v>31.478888999999999</c:v>
                </c:pt>
                <c:pt idx="192">
                  <c:v>28.393422999999999</c:v>
                </c:pt>
                <c:pt idx="193">
                  <c:v>33.048178</c:v>
                </c:pt>
                <c:pt idx="194">
                  <c:v>32.583761000000003</c:v>
                </c:pt>
                <c:pt idx="195">
                  <c:v>28.550798</c:v>
                </c:pt>
                <c:pt idx="196">
                  <c:v>33.469518999999998</c:v>
                </c:pt>
                <c:pt idx="197">
                  <c:v>31.894634</c:v>
                </c:pt>
                <c:pt idx="198">
                  <c:v>27.843351999999999</c:v>
                </c:pt>
                <c:pt idx="199">
                  <c:v>27.518227</c:v>
                </c:pt>
                <c:pt idx="201">
                  <c:v>24.689709000000001</c:v>
                </c:pt>
                <c:pt idx="202">
                  <c:v>26.836842000000001</c:v>
                </c:pt>
                <c:pt idx="203">
                  <c:v>24.863081000000001</c:v>
                </c:pt>
                <c:pt idx="204">
                  <c:v>27.223547</c:v>
                </c:pt>
                <c:pt idx="205">
                  <c:v>26.856847999999999</c:v>
                </c:pt>
                <c:pt idx="206">
                  <c:v>24.115264</c:v>
                </c:pt>
                <c:pt idx="207">
                  <c:v>25.133925000000001</c:v>
                </c:pt>
                <c:pt idx="208">
                  <c:v>23.547058</c:v>
                </c:pt>
                <c:pt idx="209">
                  <c:v>23.671703999999998</c:v>
                </c:pt>
                <c:pt idx="210">
                  <c:v>22.238613000000001</c:v>
                </c:pt>
                <c:pt idx="211">
                  <c:v>19.932254</c:v>
                </c:pt>
                <c:pt idx="212">
                  <c:v>25.763819999999999</c:v>
                </c:pt>
                <c:pt idx="213">
                  <c:v>23.863892</c:v>
                </c:pt>
                <c:pt idx="214">
                  <c:v>27.937556000000001</c:v>
                </c:pt>
                <c:pt idx="215">
                  <c:v>27.511111</c:v>
                </c:pt>
                <c:pt idx="216">
                  <c:v>25.291405000000001</c:v>
                </c:pt>
                <c:pt idx="217">
                  <c:v>28.832048</c:v>
                </c:pt>
                <c:pt idx="218">
                  <c:v>29.343986999999998</c:v>
                </c:pt>
                <c:pt idx="219">
                  <c:v>28.301317999999998</c:v>
                </c:pt>
                <c:pt idx="220">
                  <c:v>23.967119</c:v>
                </c:pt>
                <c:pt idx="221">
                  <c:v>22.910056999999998</c:v>
                </c:pt>
                <c:pt idx="222">
                  <c:v>22.462375999999999</c:v>
                </c:pt>
                <c:pt idx="223">
                  <c:v>17.773092999999999</c:v>
                </c:pt>
                <c:pt idx="224">
                  <c:v>19.636865</c:v>
                </c:pt>
                <c:pt idx="225">
                  <c:v>27.285890999999999</c:v>
                </c:pt>
                <c:pt idx="226">
                  <c:v>25.882559000000001</c:v>
                </c:pt>
                <c:pt idx="227">
                  <c:v>28.411819000000001</c:v>
                </c:pt>
                <c:pt idx="228">
                  <c:v>26.497823</c:v>
                </c:pt>
                <c:pt idx="229">
                  <c:v>28.353463999999999</c:v>
                </c:pt>
                <c:pt idx="230">
                  <c:v>29.197391</c:v>
                </c:pt>
                <c:pt idx="231">
                  <c:v>26.710965999999999</c:v>
                </c:pt>
                <c:pt idx="232">
                  <c:v>30.393265</c:v>
                </c:pt>
                <c:pt idx="233">
                  <c:v>26.345262999999999</c:v>
                </c:pt>
                <c:pt idx="234">
                  <c:v>26.365275</c:v>
                </c:pt>
                <c:pt idx="235">
                  <c:v>26.632171</c:v>
                </c:pt>
                <c:pt idx="236">
                  <c:v>29.587562999999999</c:v>
                </c:pt>
                <c:pt idx="237">
                  <c:v>27.775604999999999</c:v>
                </c:pt>
                <c:pt idx="238">
                  <c:v>28.518222999999999</c:v>
                </c:pt>
                <c:pt idx="239">
                  <c:v>20.89451</c:v>
                </c:pt>
                <c:pt idx="240">
                  <c:v>28.287213999999999</c:v>
                </c:pt>
                <c:pt idx="241">
                  <c:v>25.938400000000001</c:v>
                </c:pt>
                <c:pt idx="242">
                  <c:v>27.133406999999998</c:v>
                </c:pt>
                <c:pt idx="243">
                  <c:v>27.412821000000001</c:v>
                </c:pt>
                <c:pt idx="244">
                  <c:v>27.951460999999998</c:v>
                </c:pt>
                <c:pt idx="245">
                  <c:v>29.127824</c:v>
                </c:pt>
                <c:pt idx="246">
                  <c:v>27.033978000000001</c:v>
                </c:pt>
                <c:pt idx="247">
                  <c:v>30.113726</c:v>
                </c:pt>
                <c:pt idx="248">
                  <c:v>30.030711</c:v>
                </c:pt>
                <c:pt idx="249">
                  <c:v>29.040913</c:v>
                </c:pt>
                <c:pt idx="250">
                  <c:v>31.855611</c:v>
                </c:pt>
                <c:pt idx="251">
                  <c:v>25.311440000000001</c:v>
                </c:pt>
                <c:pt idx="252">
                  <c:v>24.287227000000001</c:v>
                </c:pt>
                <c:pt idx="253">
                  <c:v>20.697683999999999</c:v>
                </c:pt>
                <c:pt idx="254">
                  <c:v>26.962852999999999</c:v>
                </c:pt>
                <c:pt idx="255">
                  <c:v>29.571439999999999</c:v>
                </c:pt>
                <c:pt idx="256">
                  <c:v>31.923137000000001</c:v>
                </c:pt>
                <c:pt idx="257">
                  <c:v>28.111812</c:v>
                </c:pt>
                <c:pt idx="258">
                  <c:v>27.625243999999999</c:v>
                </c:pt>
                <c:pt idx="259">
                  <c:v>28.093921000000002</c:v>
                </c:pt>
                <c:pt idx="260">
                  <c:v>28.203968</c:v>
                </c:pt>
                <c:pt idx="261">
                  <c:v>24.952105</c:v>
                </c:pt>
                <c:pt idx="262">
                  <c:v>23.807039</c:v>
                </c:pt>
                <c:pt idx="263">
                  <c:v>31.018115999999999</c:v>
                </c:pt>
                <c:pt idx="264">
                  <c:v>24.239035000000001</c:v>
                </c:pt>
                <c:pt idx="265">
                  <c:v>29.008839999999999</c:v>
                </c:pt>
                <c:pt idx="266">
                  <c:v>21.999855</c:v>
                </c:pt>
                <c:pt idx="267">
                  <c:v>30.262374999999999</c:v>
                </c:pt>
                <c:pt idx="268">
                  <c:v>27.468495999999998</c:v>
                </c:pt>
                <c:pt idx="269">
                  <c:v>28.269711000000001</c:v>
                </c:pt>
                <c:pt idx="270">
                  <c:v>27.151951</c:v>
                </c:pt>
                <c:pt idx="271">
                  <c:v>29.777856</c:v>
                </c:pt>
                <c:pt idx="272">
                  <c:v>31.781583000000001</c:v>
                </c:pt>
                <c:pt idx="273">
                  <c:v>30.356408999999999</c:v>
                </c:pt>
                <c:pt idx="274">
                  <c:v>29.598837</c:v>
                </c:pt>
                <c:pt idx="275">
                  <c:v>30.345493999999999</c:v>
                </c:pt>
                <c:pt idx="276">
                  <c:v>24.711969</c:v>
                </c:pt>
                <c:pt idx="277">
                  <c:v>26.014600999999999</c:v>
                </c:pt>
                <c:pt idx="278">
                  <c:v>23.700904000000001</c:v>
                </c:pt>
                <c:pt idx="279">
                  <c:v>27.792293000000001</c:v>
                </c:pt>
                <c:pt idx="280">
                  <c:v>29.398848999999998</c:v>
                </c:pt>
                <c:pt idx="281">
                  <c:v>27.506491</c:v>
                </c:pt>
                <c:pt idx="282">
                  <c:v>25.487556000000001</c:v>
                </c:pt>
                <c:pt idx="283">
                  <c:v>25.691476000000002</c:v>
                </c:pt>
                <c:pt idx="284">
                  <c:v>26.993976</c:v>
                </c:pt>
                <c:pt idx="285">
                  <c:v>27.057818000000001</c:v>
                </c:pt>
                <c:pt idx="286">
                  <c:v>25.009853</c:v>
                </c:pt>
                <c:pt idx="287">
                  <c:v>25.440345000000001</c:v>
                </c:pt>
                <c:pt idx="288">
                  <c:v>23.861899000000001</c:v>
                </c:pt>
                <c:pt idx="289">
                  <c:v>22.994299999999999</c:v>
                </c:pt>
                <c:pt idx="290">
                  <c:v>28.350991</c:v>
                </c:pt>
                <c:pt idx="291">
                  <c:v>27.432485</c:v>
                </c:pt>
                <c:pt idx="292">
                  <c:v>27.295977000000001</c:v>
                </c:pt>
                <c:pt idx="293">
                  <c:v>32.364521000000003</c:v>
                </c:pt>
                <c:pt idx="294">
                  <c:v>28.122342</c:v>
                </c:pt>
                <c:pt idx="295">
                  <c:v>32.904927000000001</c:v>
                </c:pt>
                <c:pt idx="296">
                  <c:v>32.096162</c:v>
                </c:pt>
                <c:pt idx="297">
                  <c:v>30.955386000000001</c:v>
                </c:pt>
                <c:pt idx="298">
                  <c:v>30.571891000000001</c:v>
                </c:pt>
                <c:pt idx="299">
                  <c:v>21.754197999999999</c:v>
                </c:pt>
                <c:pt idx="300">
                  <c:v>27.464448999999998</c:v>
                </c:pt>
                <c:pt idx="301">
                  <c:v>31.383327000000001</c:v>
                </c:pt>
                <c:pt idx="302">
                  <c:v>30.961200000000002</c:v>
                </c:pt>
                <c:pt idx="303">
                  <c:v>31.489704</c:v>
                </c:pt>
                <c:pt idx="304">
                  <c:v>28.278423</c:v>
                </c:pt>
                <c:pt idx="305">
                  <c:v>28.099910999999999</c:v>
                </c:pt>
                <c:pt idx="306">
                  <c:v>26.566072999999999</c:v>
                </c:pt>
                <c:pt idx="307">
                  <c:v>26.130324000000002</c:v>
                </c:pt>
                <c:pt idx="308">
                  <c:v>24.514551000000001</c:v>
                </c:pt>
                <c:pt idx="309">
                  <c:v>30.986325999999998</c:v>
                </c:pt>
                <c:pt idx="310">
                  <c:v>26.986328</c:v>
                </c:pt>
                <c:pt idx="311">
                  <c:v>25.813362999999999</c:v>
                </c:pt>
                <c:pt idx="312">
                  <c:v>33.503363</c:v>
                </c:pt>
                <c:pt idx="313">
                  <c:v>29.683751999999998</c:v>
                </c:pt>
                <c:pt idx="314">
                  <c:v>32.352494999999998</c:v>
                </c:pt>
                <c:pt idx="315">
                  <c:v>29.827935</c:v>
                </c:pt>
                <c:pt idx="316">
                  <c:v>27.481978000000002</c:v>
                </c:pt>
                <c:pt idx="317">
                  <c:v>24.609656000000001</c:v>
                </c:pt>
                <c:pt idx="318">
                  <c:v>24.209517999999999</c:v>
                </c:pt>
                <c:pt idx="319">
                  <c:v>29.942332</c:v>
                </c:pt>
                <c:pt idx="320">
                  <c:v>27.074580999999998</c:v>
                </c:pt>
                <c:pt idx="321">
                  <c:v>26.552287</c:v>
                </c:pt>
                <c:pt idx="322">
                  <c:v>28.603652</c:v>
                </c:pt>
                <c:pt idx="323">
                  <c:v>27.410959999999999</c:v>
                </c:pt>
                <c:pt idx="324">
                  <c:v>26.89461</c:v>
                </c:pt>
                <c:pt idx="325">
                  <c:v>26.359577000000002</c:v>
                </c:pt>
                <c:pt idx="326">
                  <c:v>26.076284999999999</c:v>
                </c:pt>
                <c:pt idx="327">
                  <c:v>23.779094000000001</c:v>
                </c:pt>
                <c:pt idx="328">
                  <c:v>27.387891</c:v>
                </c:pt>
                <c:pt idx="329">
                  <c:v>30.157903999999998</c:v>
                </c:pt>
                <c:pt idx="330">
                  <c:v>28.001418000000001</c:v>
                </c:pt>
                <c:pt idx="331">
                  <c:v>30.455787000000001</c:v>
                </c:pt>
                <c:pt idx="332">
                  <c:v>28.483198999999999</c:v>
                </c:pt>
                <c:pt idx="333">
                  <c:v>29.578512</c:v>
                </c:pt>
                <c:pt idx="334">
                  <c:v>31.739830999999999</c:v>
                </c:pt>
                <c:pt idx="335">
                  <c:v>28.199074</c:v>
                </c:pt>
                <c:pt idx="336">
                  <c:v>27.550864000000001</c:v>
                </c:pt>
                <c:pt idx="337">
                  <c:v>30.199639999999999</c:v>
                </c:pt>
                <c:pt idx="338">
                  <c:v>33.520629999999997</c:v>
                </c:pt>
                <c:pt idx="339">
                  <c:v>29.193669</c:v>
                </c:pt>
                <c:pt idx="340">
                  <c:v>29.093219999999999</c:v>
                </c:pt>
                <c:pt idx="341">
                  <c:v>26.750440000000001</c:v>
                </c:pt>
                <c:pt idx="342">
                  <c:v>32.099294999999998</c:v>
                </c:pt>
                <c:pt idx="343">
                  <c:v>31.911840000000002</c:v>
                </c:pt>
                <c:pt idx="344">
                  <c:v>28.832329000000001</c:v>
                </c:pt>
                <c:pt idx="345">
                  <c:v>25.183619</c:v>
                </c:pt>
                <c:pt idx="346">
                  <c:v>32.145043999999999</c:v>
                </c:pt>
                <c:pt idx="347">
                  <c:v>32.943658999999997</c:v>
                </c:pt>
                <c:pt idx="348">
                  <c:v>31.115846999999999</c:v>
                </c:pt>
                <c:pt idx="349">
                  <c:v>30.728825000000001</c:v>
                </c:pt>
                <c:pt idx="350">
                  <c:v>32.812924000000002</c:v>
                </c:pt>
                <c:pt idx="351">
                  <c:v>27.415451000000001</c:v>
                </c:pt>
                <c:pt idx="352">
                  <c:v>25.347373999999999</c:v>
                </c:pt>
                <c:pt idx="353">
                  <c:v>28.426030999999998</c:v>
                </c:pt>
                <c:pt idx="354">
                  <c:v>26.758165000000002</c:v>
                </c:pt>
                <c:pt idx="355">
                  <c:v>29.628329999999998</c:v>
                </c:pt>
                <c:pt idx="356">
                  <c:v>24.681873</c:v>
                </c:pt>
                <c:pt idx="357">
                  <c:v>23.857305</c:v>
                </c:pt>
                <c:pt idx="358">
                  <c:v>30.007944999999999</c:v>
                </c:pt>
                <c:pt idx="359">
                  <c:v>31.443152000000001</c:v>
                </c:pt>
                <c:pt idx="360">
                  <c:v>28.906196000000001</c:v>
                </c:pt>
                <c:pt idx="361">
                  <c:v>27.071567999999999</c:v>
                </c:pt>
                <c:pt idx="362">
                  <c:v>27.869685</c:v>
                </c:pt>
                <c:pt idx="363">
                  <c:v>27.737811000000001</c:v>
                </c:pt>
                <c:pt idx="364">
                  <c:v>29.775635000000001</c:v>
                </c:pt>
                <c:pt idx="365">
                  <c:v>28.653769</c:v>
                </c:pt>
                <c:pt idx="366">
                  <c:v>28.150044999999999</c:v>
                </c:pt>
                <c:pt idx="367">
                  <c:v>28.824684999999999</c:v>
                </c:pt>
                <c:pt idx="368">
                  <c:v>27.578361000000001</c:v>
                </c:pt>
                <c:pt idx="369">
                  <c:v>35.788504000000003</c:v>
                </c:pt>
                <c:pt idx="370">
                  <c:v>30.297516999999999</c:v>
                </c:pt>
                <c:pt idx="371">
                  <c:v>32.832140000000003</c:v>
                </c:pt>
                <c:pt idx="372">
                  <c:v>30.377051999999999</c:v>
                </c:pt>
                <c:pt idx="373">
                  <c:v>31.155908</c:v>
                </c:pt>
                <c:pt idx="374">
                  <c:v>30.714745000000001</c:v>
                </c:pt>
                <c:pt idx="375">
                  <c:v>29.921485000000001</c:v>
                </c:pt>
                <c:pt idx="376">
                  <c:v>34.376069000000001</c:v>
                </c:pt>
                <c:pt idx="377">
                  <c:v>28.296993000000001</c:v>
                </c:pt>
                <c:pt idx="378">
                  <c:v>28.590205000000001</c:v>
                </c:pt>
                <c:pt idx="379">
                  <c:v>28.936964</c:v>
                </c:pt>
                <c:pt idx="380">
                  <c:v>29.349815</c:v>
                </c:pt>
                <c:pt idx="381">
                  <c:v>29.025708999999999</c:v>
                </c:pt>
                <c:pt idx="382">
                  <c:v>30.648140999999999</c:v>
                </c:pt>
                <c:pt idx="383">
                  <c:v>28.218081000000002</c:v>
                </c:pt>
                <c:pt idx="384">
                  <c:v>31.304680000000001</c:v>
                </c:pt>
                <c:pt idx="385">
                  <c:v>34.108058999999997</c:v>
                </c:pt>
                <c:pt idx="386">
                  <c:v>30.332381000000002</c:v>
                </c:pt>
                <c:pt idx="387">
                  <c:v>32.760424999999998</c:v>
                </c:pt>
                <c:pt idx="388">
                  <c:v>27.771609999999999</c:v>
                </c:pt>
                <c:pt idx="389">
                  <c:v>32.254702000000002</c:v>
                </c:pt>
                <c:pt idx="390">
                  <c:v>29.32761</c:v>
                </c:pt>
                <c:pt idx="391">
                  <c:v>30.053594</c:v>
                </c:pt>
                <c:pt idx="392">
                  <c:v>28.511887000000002</c:v>
                </c:pt>
                <c:pt idx="393">
                  <c:v>28.447745999999999</c:v>
                </c:pt>
                <c:pt idx="394">
                  <c:v>30.361725</c:v>
                </c:pt>
                <c:pt idx="395">
                  <c:v>29.059747999999999</c:v>
                </c:pt>
                <c:pt idx="396">
                  <c:v>29.698909</c:v>
                </c:pt>
                <c:pt idx="397">
                  <c:v>39.429960000000001</c:v>
                </c:pt>
                <c:pt idx="398">
                  <c:v>33.554892000000002</c:v>
                </c:pt>
                <c:pt idx="399">
                  <c:v>26.178909999999998</c:v>
                </c:pt>
                <c:pt idx="400">
                  <c:v>22.731762</c:v>
                </c:pt>
                <c:pt idx="401">
                  <c:v>28.088508999999998</c:v>
                </c:pt>
                <c:pt idx="402">
                  <c:v>33.459474</c:v>
                </c:pt>
                <c:pt idx="403">
                  <c:v>27.885811</c:v>
                </c:pt>
                <c:pt idx="404">
                  <c:v>25.407261999999999</c:v>
                </c:pt>
                <c:pt idx="405">
                  <c:v>31.449394000000002</c:v>
                </c:pt>
                <c:pt idx="406">
                  <c:v>25.862324999999998</c:v>
                </c:pt>
                <c:pt idx="407">
                  <c:v>28.995615999999998</c:v>
                </c:pt>
                <c:pt idx="408">
                  <c:v>33.096885</c:v>
                </c:pt>
                <c:pt idx="409">
                  <c:v>31.879117999999998</c:v>
                </c:pt>
                <c:pt idx="410">
                  <c:v>29.652339000000001</c:v>
                </c:pt>
                <c:pt idx="411">
                  <c:v>32.507007999999999</c:v>
                </c:pt>
                <c:pt idx="412">
                  <c:v>29.588394000000001</c:v>
                </c:pt>
                <c:pt idx="413">
                  <c:v>28.155487000000001</c:v>
                </c:pt>
                <c:pt idx="414">
                  <c:v>28.753098000000001</c:v>
                </c:pt>
                <c:pt idx="415">
                  <c:v>33.742804999999997</c:v>
                </c:pt>
                <c:pt idx="416">
                  <c:v>31.502026999999998</c:v>
                </c:pt>
                <c:pt idx="417">
                  <c:v>29.669481999999999</c:v>
                </c:pt>
                <c:pt idx="418">
                  <c:v>24.359221999999999</c:v>
                </c:pt>
                <c:pt idx="419">
                  <c:v>22.620612999999999</c:v>
                </c:pt>
                <c:pt idx="420">
                  <c:v>26.681850000000001</c:v>
                </c:pt>
                <c:pt idx="421">
                  <c:v>28.502835999999999</c:v>
                </c:pt>
                <c:pt idx="422">
                  <c:v>22.400509</c:v>
                </c:pt>
                <c:pt idx="423">
                  <c:v>20.255953000000002</c:v>
                </c:pt>
                <c:pt idx="424">
                  <c:v>31.625916</c:v>
                </c:pt>
                <c:pt idx="425">
                  <c:v>29.142122000000001</c:v>
                </c:pt>
                <c:pt idx="426">
                  <c:v>30.586067</c:v>
                </c:pt>
                <c:pt idx="427">
                  <c:v>31.400518999999999</c:v>
                </c:pt>
                <c:pt idx="428">
                  <c:v>33.297648000000002</c:v>
                </c:pt>
                <c:pt idx="429">
                  <c:v>30.620048000000001</c:v>
                </c:pt>
                <c:pt idx="430">
                  <c:v>29.410938000000002</c:v>
                </c:pt>
                <c:pt idx="431">
                  <c:v>33.607433</c:v>
                </c:pt>
                <c:pt idx="432">
                  <c:v>26.566734</c:v>
                </c:pt>
                <c:pt idx="433">
                  <c:v>28.870968999999999</c:v>
                </c:pt>
                <c:pt idx="434">
                  <c:v>35.314782999999998</c:v>
                </c:pt>
                <c:pt idx="435">
                  <c:v>32.231836000000001</c:v>
                </c:pt>
                <c:pt idx="436">
                  <c:v>29.520654</c:v>
                </c:pt>
                <c:pt idx="437">
                  <c:v>30.516295</c:v>
                </c:pt>
                <c:pt idx="438">
                  <c:v>31.95861</c:v>
                </c:pt>
                <c:pt idx="439">
                  <c:v>27.50958</c:v>
                </c:pt>
                <c:pt idx="440">
                  <c:v>26.265858999999999</c:v>
                </c:pt>
                <c:pt idx="441">
                  <c:v>24.601285000000001</c:v>
                </c:pt>
                <c:pt idx="442">
                  <c:v>19.892544999999998</c:v>
                </c:pt>
                <c:pt idx="443">
                  <c:v>17.914508999999999</c:v>
                </c:pt>
                <c:pt idx="444">
                  <c:v>28.988168000000002</c:v>
                </c:pt>
                <c:pt idx="445">
                  <c:v>33.174339000000003</c:v>
                </c:pt>
                <c:pt idx="446">
                  <c:v>32.684036999999996</c:v>
                </c:pt>
                <c:pt idx="447">
                  <c:v>30.364961000000001</c:v>
                </c:pt>
                <c:pt idx="448">
                  <c:v>30.932106999999998</c:v>
                </c:pt>
                <c:pt idx="449">
                  <c:v>33.104210000000002</c:v>
                </c:pt>
                <c:pt idx="450">
                  <c:v>25.14864</c:v>
                </c:pt>
                <c:pt idx="451">
                  <c:v>32.915773999999999</c:v>
                </c:pt>
                <c:pt idx="452">
                  <c:v>30.465881</c:v>
                </c:pt>
                <c:pt idx="453">
                  <c:v>26.725739999999998</c:v>
                </c:pt>
                <c:pt idx="454">
                  <c:v>25.161963</c:v>
                </c:pt>
                <c:pt idx="455">
                  <c:v>24.471412999999998</c:v>
                </c:pt>
                <c:pt idx="456">
                  <c:v>29.843025999999998</c:v>
                </c:pt>
                <c:pt idx="457">
                  <c:v>24.203562000000002</c:v>
                </c:pt>
                <c:pt idx="458">
                  <c:v>30.872440000000001</c:v>
                </c:pt>
                <c:pt idx="459">
                  <c:v>29.267859999999999</c:v>
                </c:pt>
                <c:pt idx="460">
                  <c:v>28.137644999999999</c:v>
                </c:pt>
                <c:pt idx="461">
                  <c:v>23.024812000000001</c:v>
                </c:pt>
                <c:pt idx="462">
                  <c:v>25.288367000000001</c:v>
                </c:pt>
                <c:pt idx="463">
                  <c:v>27.054157</c:v>
                </c:pt>
                <c:pt idx="464">
                  <c:v>17.383548000000001</c:v>
                </c:pt>
                <c:pt idx="465">
                  <c:v>31.667048999999999</c:v>
                </c:pt>
                <c:pt idx="466">
                  <c:v>31.978278</c:v>
                </c:pt>
                <c:pt idx="467">
                  <c:v>31.741796999999998</c:v>
                </c:pt>
                <c:pt idx="468">
                  <c:v>29.335189</c:v>
                </c:pt>
                <c:pt idx="469">
                  <c:v>27.283525000000001</c:v>
                </c:pt>
                <c:pt idx="470">
                  <c:v>31.955185</c:v>
                </c:pt>
                <c:pt idx="471">
                  <c:v>33.445022000000002</c:v>
                </c:pt>
                <c:pt idx="472">
                  <c:v>31.41987</c:v>
                </c:pt>
                <c:pt idx="473">
                  <c:v>33.313012999999998</c:v>
                </c:pt>
                <c:pt idx="474">
                  <c:v>32.147627</c:v>
                </c:pt>
                <c:pt idx="475">
                  <c:v>28.950367</c:v>
                </c:pt>
                <c:pt idx="476">
                  <c:v>31.664981999999998</c:v>
                </c:pt>
                <c:pt idx="477">
                  <c:v>29.411757999999999</c:v>
                </c:pt>
                <c:pt idx="478">
                  <c:v>29.391929000000001</c:v>
                </c:pt>
                <c:pt idx="479">
                  <c:v>30.821491999999999</c:v>
                </c:pt>
                <c:pt idx="480">
                  <c:v>29.338604</c:v>
                </c:pt>
                <c:pt idx="481">
                  <c:v>31.675829</c:v>
                </c:pt>
                <c:pt idx="482">
                  <c:v>27.507968000000002</c:v>
                </c:pt>
                <c:pt idx="483">
                  <c:v>27.073367000000001</c:v>
                </c:pt>
                <c:pt idx="484">
                  <c:v>24.686669999999999</c:v>
                </c:pt>
                <c:pt idx="485">
                  <c:v>30.142399999999999</c:v>
                </c:pt>
                <c:pt idx="486">
                  <c:v>33.520842999999999</c:v>
                </c:pt>
                <c:pt idx="487">
                  <c:v>34.501347000000003</c:v>
                </c:pt>
                <c:pt idx="488">
                  <c:v>27.603715000000001</c:v>
                </c:pt>
                <c:pt idx="489">
                  <c:v>30.763688999999999</c:v>
                </c:pt>
                <c:pt idx="490">
                  <c:v>31.453385999999998</c:v>
                </c:pt>
                <c:pt idx="491">
                  <c:v>30.493998000000001</c:v>
                </c:pt>
                <c:pt idx="492">
                  <c:v>31.912613</c:v>
                </c:pt>
                <c:pt idx="493">
                  <c:v>29.913853</c:v>
                </c:pt>
                <c:pt idx="494">
                  <c:v>28.296756999999999</c:v>
                </c:pt>
                <c:pt idx="495">
                  <c:v>28.146977</c:v>
                </c:pt>
                <c:pt idx="496">
                  <c:v>30.929023999999998</c:v>
                </c:pt>
                <c:pt idx="497">
                  <c:v>30.760102</c:v>
                </c:pt>
                <c:pt idx="498">
                  <c:v>26.829613999999999</c:v>
                </c:pt>
                <c:pt idx="499">
                  <c:v>24.471052</c:v>
                </c:pt>
                <c:pt idx="500">
                  <c:v>31.709683999999999</c:v>
                </c:pt>
                <c:pt idx="501">
                  <c:v>31.310917</c:v>
                </c:pt>
                <c:pt idx="502">
                  <c:v>30.911944999999999</c:v>
                </c:pt>
                <c:pt idx="503">
                  <c:v>29.908200999999998</c:v>
                </c:pt>
                <c:pt idx="504">
                  <c:v>28.658825</c:v>
                </c:pt>
                <c:pt idx="505">
                  <c:v>31.599278999999999</c:v>
                </c:pt>
                <c:pt idx="506">
                  <c:v>31.636353</c:v>
                </c:pt>
                <c:pt idx="507">
                  <c:v>30.171606000000001</c:v>
                </c:pt>
                <c:pt idx="508">
                  <c:v>27.247658999999999</c:v>
                </c:pt>
                <c:pt idx="509">
                  <c:v>29.682663999999999</c:v>
                </c:pt>
                <c:pt idx="510">
                  <c:v>30.241674</c:v>
                </c:pt>
                <c:pt idx="511">
                  <c:v>29.687766</c:v>
                </c:pt>
                <c:pt idx="512">
                  <c:v>30.489404</c:v>
                </c:pt>
                <c:pt idx="513">
                  <c:v>30.949736000000001</c:v>
                </c:pt>
                <c:pt idx="514">
                  <c:v>25.856304999999999</c:v>
                </c:pt>
                <c:pt idx="515">
                  <c:v>25.377365999999999</c:v>
                </c:pt>
                <c:pt idx="516">
                  <c:v>30.438566000000002</c:v>
                </c:pt>
                <c:pt idx="517">
                  <c:v>29.251729000000001</c:v>
                </c:pt>
                <c:pt idx="518">
                  <c:v>28.976697999999999</c:v>
                </c:pt>
                <c:pt idx="519">
                  <c:v>32.178930000000001</c:v>
                </c:pt>
                <c:pt idx="520">
                  <c:v>34.498046000000002</c:v>
                </c:pt>
                <c:pt idx="521">
                  <c:v>37.884211999999998</c:v>
                </c:pt>
                <c:pt idx="522">
                  <c:v>35.353458000000003</c:v>
                </c:pt>
                <c:pt idx="523">
                  <c:v>31.432793</c:v>
                </c:pt>
                <c:pt idx="524">
                  <c:v>32.189346</c:v>
                </c:pt>
                <c:pt idx="525">
                  <c:v>28.535544999999999</c:v>
                </c:pt>
                <c:pt idx="526">
                  <c:v>27.389453</c:v>
                </c:pt>
                <c:pt idx="527">
                  <c:v>26.130374</c:v>
                </c:pt>
                <c:pt idx="528">
                  <c:v>24.598310000000001</c:v>
                </c:pt>
                <c:pt idx="529">
                  <c:v>27.810616</c:v>
                </c:pt>
                <c:pt idx="530">
                  <c:v>27.997800999999999</c:v>
                </c:pt>
                <c:pt idx="531">
                  <c:v>26.811038</c:v>
                </c:pt>
                <c:pt idx="532">
                  <c:v>30.370332999999999</c:v>
                </c:pt>
                <c:pt idx="533">
                  <c:v>32.337719999999997</c:v>
                </c:pt>
                <c:pt idx="534">
                  <c:v>29.851234000000002</c:v>
                </c:pt>
                <c:pt idx="535">
                  <c:v>30.482005999999998</c:v>
                </c:pt>
                <c:pt idx="536">
                  <c:v>32.417118000000002</c:v>
                </c:pt>
                <c:pt idx="537">
                  <c:v>34.579810000000002</c:v>
                </c:pt>
                <c:pt idx="538">
                  <c:v>32.446620000000003</c:v>
                </c:pt>
                <c:pt idx="539">
                  <c:v>32.555228999999997</c:v>
                </c:pt>
                <c:pt idx="540">
                  <c:v>32.018619000000001</c:v>
                </c:pt>
                <c:pt idx="541">
                  <c:v>31.823858999999999</c:v>
                </c:pt>
                <c:pt idx="542">
                  <c:v>31.656286000000001</c:v>
                </c:pt>
                <c:pt idx="543">
                  <c:v>29.837941000000001</c:v>
                </c:pt>
                <c:pt idx="544">
                  <c:v>28.174612</c:v>
                </c:pt>
                <c:pt idx="545">
                  <c:v>28.181882000000002</c:v>
                </c:pt>
                <c:pt idx="546">
                  <c:v>29.523707000000002</c:v>
                </c:pt>
                <c:pt idx="547">
                  <c:v>31.364799999999999</c:v>
                </c:pt>
                <c:pt idx="548">
                  <c:v>30.467071000000001</c:v>
                </c:pt>
                <c:pt idx="549">
                  <c:v>26.637972999999999</c:v>
                </c:pt>
                <c:pt idx="550">
                  <c:v>32.474355000000003</c:v>
                </c:pt>
                <c:pt idx="551">
                  <c:v>31.108525</c:v>
                </c:pt>
                <c:pt idx="552">
                  <c:v>30.104944</c:v>
                </c:pt>
                <c:pt idx="553">
                  <c:v>32.902051</c:v>
                </c:pt>
                <c:pt idx="554">
                  <c:v>35.763261999999997</c:v>
                </c:pt>
                <c:pt idx="555">
                  <c:v>34.568851000000002</c:v>
                </c:pt>
                <c:pt idx="556">
                  <c:v>36.232098999999998</c:v>
                </c:pt>
                <c:pt idx="557">
                  <c:v>29.566426</c:v>
                </c:pt>
                <c:pt idx="558">
                  <c:v>31.448163000000001</c:v>
                </c:pt>
                <c:pt idx="559">
                  <c:v>30.068173999999999</c:v>
                </c:pt>
                <c:pt idx="560">
                  <c:v>29.854619</c:v>
                </c:pt>
                <c:pt idx="561">
                  <c:v>33.819817</c:v>
                </c:pt>
                <c:pt idx="562">
                  <c:v>34.443489999999997</c:v>
                </c:pt>
                <c:pt idx="563">
                  <c:v>28.733066000000001</c:v>
                </c:pt>
                <c:pt idx="564">
                  <c:v>30.146906000000001</c:v>
                </c:pt>
                <c:pt idx="565">
                  <c:v>32.441476000000002</c:v>
                </c:pt>
                <c:pt idx="566">
                  <c:v>32.631571999999998</c:v>
                </c:pt>
                <c:pt idx="567">
                  <c:v>29.813979</c:v>
                </c:pt>
                <c:pt idx="568">
                  <c:v>32.48959</c:v>
                </c:pt>
                <c:pt idx="569">
                  <c:v>29.735168000000002</c:v>
                </c:pt>
                <c:pt idx="570">
                  <c:v>33.559882999999999</c:v>
                </c:pt>
                <c:pt idx="571">
                  <c:v>31.141734</c:v>
                </c:pt>
                <c:pt idx="572">
                  <c:v>30.934934999999999</c:v>
                </c:pt>
                <c:pt idx="573">
                  <c:v>29.600444</c:v>
                </c:pt>
                <c:pt idx="574">
                  <c:v>34.026116999999999</c:v>
                </c:pt>
                <c:pt idx="575">
                  <c:v>35.076985999999998</c:v>
                </c:pt>
                <c:pt idx="576">
                  <c:v>29.327438999999998</c:v>
                </c:pt>
                <c:pt idx="577">
                  <c:v>27.875786000000002</c:v>
                </c:pt>
                <c:pt idx="578">
                  <c:v>29.326549</c:v>
                </c:pt>
                <c:pt idx="579">
                  <c:v>31.187688999999999</c:v>
                </c:pt>
                <c:pt idx="580">
                  <c:v>30.715395999999998</c:v>
                </c:pt>
                <c:pt idx="581">
                  <c:v>30.306536999999999</c:v>
                </c:pt>
                <c:pt idx="582">
                  <c:v>28.716995000000001</c:v>
                </c:pt>
                <c:pt idx="583">
                  <c:v>32.15119</c:v>
                </c:pt>
                <c:pt idx="584">
                  <c:v>28.785162</c:v>
                </c:pt>
                <c:pt idx="585">
                  <c:v>36.005473000000002</c:v>
                </c:pt>
                <c:pt idx="586">
                  <c:v>32.455117999999999</c:v>
                </c:pt>
                <c:pt idx="587">
                  <c:v>31.516213</c:v>
                </c:pt>
                <c:pt idx="588">
                  <c:v>30.958411999999999</c:v>
                </c:pt>
                <c:pt idx="589">
                  <c:v>31.135363999999999</c:v>
                </c:pt>
                <c:pt idx="590">
                  <c:v>31.013645</c:v>
                </c:pt>
                <c:pt idx="591">
                  <c:v>29.592369000000001</c:v>
                </c:pt>
                <c:pt idx="592">
                  <c:v>31.848272999999999</c:v>
                </c:pt>
                <c:pt idx="593">
                  <c:v>32.036983999999997</c:v>
                </c:pt>
                <c:pt idx="594">
                  <c:v>31.601777999999999</c:v>
                </c:pt>
                <c:pt idx="595">
                  <c:v>32.034433999999997</c:v>
                </c:pt>
                <c:pt idx="596">
                  <c:v>28.874112</c:v>
                </c:pt>
                <c:pt idx="597">
                  <c:v>27.643854000000001</c:v>
                </c:pt>
                <c:pt idx="598">
                  <c:v>30.278822999999999</c:v>
                </c:pt>
                <c:pt idx="599">
                  <c:v>30.052568000000001</c:v>
                </c:pt>
                <c:pt idx="600">
                  <c:v>31.874659000000001</c:v>
                </c:pt>
                <c:pt idx="601">
                  <c:v>34.169528999999997</c:v>
                </c:pt>
                <c:pt idx="602">
                  <c:v>29.977388000000001</c:v>
                </c:pt>
                <c:pt idx="603">
                  <c:v>30.523402999999998</c:v>
                </c:pt>
                <c:pt idx="604">
                  <c:v>30.489308999999999</c:v>
                </c:pt>
                <c:pt idx="605">
                  <c:v>32.657214000000003</c:v>
                </c:pt>
                <c:pt idx="606">
                  <c:v>31.953067000000001</c:v>
                </c:pt>
                <c:pt idx="607">
                  <c:v>32.253537999999999</c:v>
                </c:pt>
                <c:pt idx="608">
                  <c:v>33.988052000000003</c:v>
                </c:pt>
                <c:pt idx="609">
                  <c:v>27.606081</c:v>
                </c:pt>
                <c:pt idx="610">
                  <c:v>32.756884999999997</c:v>
                </c:pt>
                <c:pt idx="611">
                  <c:v>28.462565999999999</c:v>
                </c:pt>
                <c:pt idx="612">
                  <c:v>30.536525000000001</c:v>
                </c:pt>
                <c:pt idx="613">
                  <c:v>31.459602</c:v>
                </c:pt>
                <c:pt idx="614">
                  <c:v>31.430374</c:v>
                </c:pt>
                <c:pt idx="615">
                  <c:v>33.158250000000002</c:v>
                </c:pt>
                <c:pt idx="616">
                  <c:v>29.205684000000002</c:v>
                </c:pt>
                <c:pt idx="617">
                  <c:v>31.967977000000001</c:v>
                </c:pt>
                <c:pt idx="618">
                  <c:v>25.308284</c:v>
                </c:pt>
                <c:pt idx="619">
                  <c:v>31.955679</c:v>
                </c:pt>
                <c:pt idx="620">
                  <c:v>35.932358000000001</c:v>
                </c:pt>
                <c:pt idx="621">
                  <c:v>30.884446000000001</c:v>
                </c:pt>
                <c:pt idx="622">
                  <c:v>29.984942</c:v>
                </c:pt>
                <c:pt idx="623">
                  <c:v>31.333212</c:v>
                </c:pt>
                <c:pt idx="624">
                  <c:v>27.842649999999999</c:v>
                </c:pt>
                <c:pt idx="625">
                  <c:v>26.729733</c:v>
                </c:pt>
                <c:pt idx="626">
                  <c:v>35.441082999999999</c:v>
                </c:pt>
                <c:pt idx="627">
                  <c:v>35.873696000000002</c:v>
                </c:pt>
                <c:pt idx="628">
                  <c:v>29.966366000000001</c:v>
                </c:pt>
                <c:pt idx="629">
                  <c:v>28.354324999999999</c:v>
                </c:pt>
                <c:pt idx="630">
                  <c:v>28.875192999999999</c:v>
                </c:pt>
                <c:pt idx="631">
                  <c:v>36.951596000000002</c:v>
                </c:pt>
                <c:pt idx="632">
                  <c:v>30.636191</c:v>
                </c:pt>
                <c:pt idx="633">
                  <c:v>31.361695999999998</c:v>
                </c:pt>
                <c:pt idx="634">
                  <c:v>30.610116999999999</c:v>
                </c:pt>
                <c:pt idx="635">
                  <c:v>31.725612999999999</c:v>
                </c:pt>
                <c:pt idx="636">
                  <c:v>29.273436</c:v>
                </c:pt>
                <c:pt idx="637">
                  <c:v>27.891376999999999</c:v>
                </c:pt>
                <c:pt idx="638">
                  <c:v>30.715599999999998</c:v>
                </c:pt>
                <c:pt idx="639">
                  <c:v>31.851989</c:v>
                </c:pt>
                <c:pt idx="640">
                  <c:v>36.026403999999999</c:v>
                </c:pt>
                <c:pt idx="641">
                  <c:v>28.278459999999999</c:v>
                </c:pt>
                <c:pt idx="642">
                  <c:v>26.303471999999999</c:v>
                </c:pt>
                <c:pt idx="643">
                  <c:v>31.564409000000001</c:v>
                </c:pt>
                <c:pt idx="644">
                  <c:v>33.139321000000002</c:v>
                </c:pt>
                <c:pt idx="645">
                  <c:v>31.499157</c:v>
                </c:pt>
                <c:pt idx="646">
                  <c:v>29.367699999999999</c:v>
                </c:pt>
                <c:pt idx="647">
                  <c:v>30.086689</c:v>
                </c:pt>
                <c:pt idx="648">
                  <c:v>40.348210999999999</c:v>
                </c:pt>
                <c:pt idx="649">
                  <c:v>28.868728999999998</c:v>
                </c:pt>
                <c:pt idx="650">
                  <c:v>34.877150999999998</c:v>
                </c:pt>
                <c:pt idx="651">
                  <c:v>28.463498000000001</c:v>
                </c:pt>
                <c:pt idx="652">
                  <c:v>33.004688999999999</c:v>
                </c:pt>
                <c:pt idx="653">
                  <c:v>31.144601999999999</c:v>
                </c:pt>
                <c:pt idx="654">
                  <c:v>29.715498</c:v>
                </c:pt>
                <c:pt idx="655">
                  <c:v>31.101838999999998</c:v>
                </c:pt>
                <c:pt idx="656">
                  <c:v>32.171720000000001</c:v>
                </c:pt>
                <c:pt idx="657">
                  <c:v>32.573414999999997</c:v>
                </c:pt>
                <c:pt idx="658">
                  <c:v>31.994888</c:v>
                </c:pt>
                <c:pt idx="659">
                  <c:v>33.051734000000003</c:v>
                </c:pt>
                <c:pt idx="660">
                  <c:v>30.610911000000002</c:v>
                </c:pt>
                <c:pt idx="661">
                  <c:v>30.895436</c:v>
                </c:pt>
                <c:pt idx="662">
                  <c:v>35.347664999999999</c:v>
                </c:pt>
                <c:pt idx="663">
                  <c:v>27.700669000000001</c:v>
                </c:pt>
                <c:pt idx="664">
                  <c:v>28.749157</c:v>
                </c:pt>
                <c:pt idx="665">
                  <c:v>25.230616999999999</c:v>
                </c:pt>
                <c:pt idx="666">
                  <c:v>26.197649999999999</c:v>
                </c:pt>
                <c:pt idx="667">
                  <c:v>30.350845</c:v>
                </c:pt>
                <c:pt idx="668">
                  <c:v>29.718264999999999</c:v>
                </c:pt>
                <c:pt idx="669">
                  <c:v>35.607798000000003</c:v>
                </c:pt>
                <c:pt idx="670">
                  <c:v>33.948062</c:v>
                </c:pt>
                <c:pt idx="671">
                  <c:v>33.821826999999999</c:v>
                </c:pt>
                <c:pt idx="672">
                  <c:v>42.266432999999999</c:v>
                </c:pt>
                <c:pt idx="673">
                  <c:v>32.984802999999999</c:v>
                </c:pt>
                <c:pt idx="674">
                  <c:v>33.545484999999999</c:v>
                </c:pt>
                <c:pt idx="675">
                  <c:v>31.172260000000001</c:v>
                </c:pt>
                <c:pt idx="676">
                  <c:v>34.895567</c:v>
                </c:pt>
                <c:pt idx="677">
                  <c:v>32.264870999999999</c:v>
                </c:pt>
                <c:pt idx="678">
                  <c:v>32.242339999999999</c:v>
                </c:pt>
                <c:pt idx="679">
                  <c:v>31.897541</c:v>
                </c:pt>
                <c:pt idx="680">
                  <c:v>30.893636999999998</c:v>
                </c:pt>
                <c:pt idx="681">
                  <c:v>30.937297999999998</c:v>
                </c:pt>
                <c:pt idx="682">
                  <c:v>28.301888999999999</c:v>
                </c:pt>
                <c:pt idx="683">
                  <c:v>27.903105</c:v>
                </c:pt>
                <c:pt idx="684">
                  <c:v>34.866619</c:v>
                </c:pt>
                <c:pt idx="685">
                  <c:v>39.185825999999999</c:v>
                </c:pt>
                <c:pt idx="686">
                  <c:v>27.645513000000001</c:v>
                </c:pt>
                <c:pt idx="687">
                  <c:v>28.110322</c:v>
                </c:pt>
                <c:pt idx="688">
                  <c:v>26.016953999999998</c:v>
                </c:pt>
                <c:pt idx="689">
                  <c:v>29.431971999999998</c:v>
                </c:pt>
                <c:pt idx="690">
                  <c:v>34.042712000000002</c:v>
                </c:pt>
                <c:pt idx="691">
                  <c:v>30.141144000000001</c:v>
                </c:pt>
                <c:pt idx="692">
                  <c:v>35.104807999999998</c:v>
                </c:pt>
                <c:pt idx="693">
                  <c:v>31.897611999999999</c:v>
                </c:pt>
                <c:pt idx="694">
                  <c:v>29.571783</c:v>
                </c:pt>
                <c:pt idx="695">
                  <c:v>29.770712</c:v>
                </c:pt>
                <c:pt idx="696">
                  <c:v>33.731720000000003</c:v>
                </c:pt>
                <c:pt idx="697">
                  <c:v>35.289530999999997</c:v>
                </c:pt>
                <c:pt idx="698">
                  <c:v>30.136445999999999</c:v>
                </c:pt>
                <c:pt idx="699">
                  <c:v>36.868858000000003</c:v>
                </c:pt>
                <c:pt idx="700">
                  <c:v>29.482333000000001</c:v>
                </c:pt>
                <c:pt idx="701">
                  <c:v>30.949725999999998</c:v>
                </c:pt>
                <c:pt idx="702">
                  <c:v>31.639686000000001</c:v>
                </c:pt>
                <c:pt idx="703">
                  <c:v>32.415500000000002</c:v>
                </c:pt>
                <c:pt idx="704">
                  <c:v>28.294574999999998</c:v>
                </c:pt>
                <c:pt idx="705">
                  <c:v>32.49212</c:v>
                </c:pt>
                <c:pt idx="706">
                  <c:v>29.264641999999998</c:v>
                </c:pt>
                <c:pt idx="707">
                  <c:v>28.339694000000001</c:v>
                </c:pt>
                <c:pt idx="708">
                  <c:v>32.860846000000002</c:v>
                </c:pt>
                <c:pt idx="709">
                  <c:v>33.138230999999998</c:v>
                </c:pt>
                <c:pt idx="710">
                  <c:v>34.521233000000002</c:v>
                </c:pt>
                <c:pt idx="711">
                  <c:v>30.580862</c:v>
                </c:pt>
                <c:pt idx="712">
                  <c:v>25.004677000000001</c:v>
                </c:pt>
                <c:pt idx="713">
                  <c:v>29.469132999999999</c:v>
                </c:pt>
                <c:pt idx="714">
                  <c:v>28.214914</c:v>
                </c:pt>
                <c:pt idx="715">
                  <c:v>27.67042</c:v>
                </c:pt>
                <c:pt idx="716">
                  <c:v>30.67268</c:v>
                </c:pt>
                <c:pt idx="717">
                  <c:v>28.861827000000002</c:v>
                </c:pt>
                <c:pt idx="718">
                  <c:v>30.663774</c:v>
                </c:pt>
                <c:pt idx="719">
                  <c:v>28.194317000000002</c:v>
                </c:pt>
                <c:pt idx="720">
                  <c:v>34.778072999999999</c:v>
                </c:pt>
                <c:pt idx="721">
                  <c:v>36.146126000000002</c:v>
                </c:pt>
                <c:pt idx="722">
                  <c:v>35.303981999999998</c:v>
                </c:pt>
                <c:pt idx="723">
                  <c:v>32.872278999999999</c:v>
                </c:pt>
                <c:pt idx="724">
                  <c:v>33.347836999999998</c:v>
                </c:pt>
                <c:pt idx="725">
                  <c:v>29.760964000000001</c:v>
                </c:pt>
                <c:pt idx="726">
                  <c:v>31.526610000000002</c:v>
                </c:pt>
                <c:pt idx="727">
                  <c:v>27.581958</c:v>
                </c:pt>
                <c:pt idx="728">
                  <c:v>33.170696</c:v>
                </c:pt>
                <c:pt idx="729">
                  <c:v>31.750921999999999</c:v>
                </c:pt>
                <c:pt idx="730">
                  <c:v>29.37229</c:v>
                </c:pt>
                <c:pt idx="731">
                  <c:v>33.660567999999998</c:v>
                </c:pt>
                <c:pt idx="732">
                  <c:v>30.954864000000001</c:v>
                </c:pt>
                <c:pt idx="733">
                  <c:v>22.419304</c:v>
                </c:pt>
                <c:pt idx="734">
                  <c:v>29.745861999999999</c:v>
                </c:pt>
                <c:pt idx="735">
                  <c:v>35.333052000000002</c:v>
                </c:pt>
                <c:pt idx="736">
                  <c:v>28.729852000000001</c:v>
                </c:pt>
                <c:pt idx="737">
                  <c:v>28.580696</c:v>
                </c:pt>
                <c:pt idx="738">
                  <c:v>29.682376000000001</c:v>
                </c:pt>
                <c:pt idx="739">
                  <c:v>28.371451</c:v>
                </c:pt>
                <c:pt idx="740">
                  <c:v>27.210149000000001</c:v>
                </c:pt>
                <c:pt idx="741">
                  <c:v>28.542172999999998</c:v>
                </c:pt>
                <c:pt idx="742">
                  <c:v>27.719726000000001</c:v>
                </c:pt>
                <c:pt idx="743">
                  <c:v>28.961172000000001</c:v>
                </c:pt>
                <c:pt idx="744">
                  <c:v>31.172141</c:v>
                </c:pt>
                <c:pt idx="745">
                  <c:v>31.448789000000001</c:v>
                </c:pt>
                <c:pt idx="746">
                  <c:v>35.219116999999997</c:v>
                </c:pt>
                <c:pt idx="747">
                  <c:v>35.809382999999997</c:v>
                </c:pt>
                <c:pt idx="748">
                  <c:v>31.922242000000001</c:v>
                </c:pt>
                <c:pt idx="749">
                  <c:v>32.531934</c:v>
                </c:pt>
                <c:pt idx="750">
                  <c:v>31.877600999999999</c:v>
                </c:pt>
                <c:pt idx="751">
                  <c:v>28.821047</c:v>
                </c:pt>
                <c:pt idx="752">
                  <c:v>25.760567999999999</c:v>
                </c:pt>
                <c:pt idx="753">
                  <c:v>28.225232999999999</c:v>
                </c:pt>
                <c:pt idx="754">
                  <c:v>28.414762</c:v>
                </c:pt>
                <c:pt idx="755">
                  <c:v>30.787980000000001</c:v>
                </c:pt>
                <c:pt idx="756">
                  <c:v>31.022562000000001</c:v>
                </c:pt>
                <c:pt idx="757">
                  <c:v>27.145693000000001</c:v>
                </c:pt>
                <c:pt idx="758">
                  <c:v>28.779161999999999</c:v>
                </c:pt>
                <c:pt idx="759">
                  <c:v>24.060138999999999</c:v>
                </c:pt>
                <c:pt idx="760">
                  <c:v>27.463903999999999</c:v>
                </c:pt>
                <c:pt idx="761">
                  <c:v>26.302206000000002</c:v>
                </c:pt>
                <c:pt idx="762">
                  <c:v>28.710764000000001</c:v>
                </c:pt>
                <c:pt idx="763">
                  <c:v>26.906663999999999</c:v>
                </c:pt>
                <c:pt idx="764">
                  <c:v>30.969494999999998</c:v>
                </c:pt>
                <c:pt idx="765">
                  <c:v>29.192596999999999</c:v>
                </c:pt>
                <c:pt idx="766">
                  <c:v>31.289283999999999</c:v>
                </c:pt>
                <c:pt idx="767">
                  <c:v>30.108356000000001</c:v>
                </c:pt>
                <c:pt idx="768">
                  <c:v>33.94885</c:v>
                </c:pt>
                <c:pt idx="769">
                  <c:v>28.450409000000001</c:v>
                </c:pt>
                <c:pt idx="770">
                  <c:v>34.393208000000001</c:v>
                </c:pt>
                <c:pt idx="771">
                  <c:v>30.921631999999999</c:v>
                </c:pt>
                <c:pt idx="772">
                  <c:v>31.350453000000002</c:v>
                </c:pt>
                <c:pt idx="773">
                  <c:v>31.838090999999999</c:v>
                </c:pt>
                <c:pt idx="774">
                  <c:v>32.318176000000001</c:v>
                </c:pt>
                <c:pt idx="775">
                  <c:v>27.590354000000001</c:v>
                </c:pt>
                <c:pt idx="776">
                  <c:v>22.662952000000001</c:v>
                </c:pt>
                <c:pt idx="777">
                  <c:v>22.458055999999999</c:v>
                </c:pt>
                <c:pt idx="778">
                  <c:v>21.574210000000001</c:v>
                </c:pt>
                <c:pt idx="779">
                  <c:v>20.255241999999999</c:v>
                </c:pt>
                <c:pt idx="780">
                  <c:v>28.75254</c:v>
                </c:pt>
                <c:pt idx="781">
                  <c:v>23.321622000000001</c:v>
                </c:pt>
                <c:pt idx="782">
                  <c:v>20.808130999999999</c:v>
                </c:pt>
                <c:pt idx="783">
                  <c:v>21.845831</c:v>
                </c:pt>
                <c:pt idx="784">
                  <c:v>24.331697999999999</c:v>
                </c:pt>
                <c:pt idx="785">
                  <c:v>28.209218</c:v>
                </c:pt>
                <c:pt idx="786">
                  <c:v>29.06615</c:v>
                </c:pt>
                <c:pt idx="787">
                  <c:v>28.577622000000002</c:v>
                </c:pt>
                <c:pt idx="788">
                  <c:v>30.142322</c:v>
                </c:pt>
                <c:pt idx="789">
                  <c:v>35.901322999999998</c:v>
                </c:pt>
                <c:pt idx="790">
                  <c:v>33.210985999999998</c:v>
                </c:pt>
                <c:pt idx="791">
                  <c:v>35.215764</c:v>
                </c:pt>
                <c:pt idx="792">
                  <c:v>33.351260000000003</c:v>
                </c:pt>
                <c:pt idx="793">
                  <c:v>28.318674000000001</c:v>
                </c:pt>
                <c:pt idx="794">
                  <c:v>28.938381</c:v>
                </c:pt>
                <c:pt idx="795">
                  <c:v>27.388597000000001</c:v>
                </c:pt>
                <c:pt idx="796">
                  <c:v>26.058584</c:v>
                </c:pt>
                <c:pt idx="797">
                  <c:v>23.877564</c:v>
                </c:pt>
                <c:pt idx="798">
                  <c:v>26.919934999999999</c:v>
                </c:pt>
                <c:pt idx="799">
                  <c:v>26.624324000000001</c:v>
                </c:pt>
                <c:pt idx="800">
                  <c:v>22.494638999999999</c:v>
                </c:pt>
                <c:pt idx="801">
                  <c:v>28.572409</c:v>
                </c:pt>
                <c:pt idx="802">
                  <c:v>30.495045999999999</c:v>
                </c:pt>
                <c:pt idx="803">
                  <c:v>30.702283999999999</c:v>
                </c:pt>
                <c:pt idx="804">
                  <c:v>29.921171000000001</c:v>
                </c:pt>
                <c:pt idx="805">
                  <c:v>34.450074999999998</c:v>
                </c:pt>
                <c:pt idx="806">
                  <c:v>33.623119000000003</c:v>
                </c:pt>
                <c:pt idx="807">
                  <c:v>35.269747000000002</c:v>
                </c:pt>
                <c:pt idx="808">
                  <c:v>35.119563999999997</c:v>
                </c:pt>
                <c:pt idx="809">
                  <c:v>29.868117999999999</c:v>
                </c:pt>
                <c:pt idx="810">
                  <c:v>30.064665999999999</c:v>
                </c:pt>
                <c:pt idx="811">
                  <c:v>27.406932999999999</c:v>
                </c:pt>
                <c:pt idx="812">
                  <c:v>35.105604</c:v>
                </c:pt>
                <c:pt idx="813">
                  <c:v>30.429597000000001</c:v>
                </c:pt>
                <c:pt idx="814">
                  <c:v>30.291307</c:v>
                </c:pt>
                <c:pt idx="815">
                  <c:v>23.016618000000001</c:v>
                </c:pt>
                <c:pt idx="816">
                  <c:v>20.804919999999999</c:v>
                </c:pt>
                <c:pt idx="817">
                  <c:v>30.510204999999999</c:v>
                </c:pt>
                <c:pt idx="818">
                  <c:v>27.408709000000002</c:v>
                </c:pt>
                <c:pt idx="819">
                  <c:v>29.915039</c:v>
                </c:pt>
                <c:pt idx="820">
                  <c:v>26.046771</c:v>
                </c:pt>
                <c:pt idx="821">
                  <c:v>33.070757</c:v>
                </c:pt>
                <c:pt idx="822">
                  <c:v>29.373456999999998</c:v>
                </c:pt>
                <c:pt idx="823">
                  <c:v>37.460666000000003</c:v>
                </c:pt>
                <c:pt idx="824">
                  <c:v>29.964178</c:v>
                </c:pt>
                <c:pt idx="825">
                  <c:v>29.388936000000001</c:v>
                </c:pt>
                <c:pt idx="826">
                  <c:v>29.526721999999999</c:v>
                </c:pt>
                <c:pt idx="827">
                  <c:v>27.149289</c:v>
                </c:pt>
                <c:pt idx="828">
                  <c:v>28.043960999999999</c:v>
                </c:pt>
                <c:pt idx="829">
                  <c:v>26.268059000000001</c:v>
                </c:pt>
                <c:pt idx="830">
                  <c:v>24.164625999999998</c:v>
                </c:pt>
                <c:pt idx="831">
                  <c:v>25.901351999999999</c:v>
                </c:pt>
                <c:pt idx="832">
                  <c:v>29.690317</c:v>
                </c:pt>
                <c:pt idx="833">
                  <c:v>30.412860999999999</c:v>
                </c:pt>
                <c:pt idx="834">
                  <c:v>26.941025</c:v>
                </c:pt>
                <c:pt idx="835">
                  <c:v>29.006817999999999</c:v>
                </c:pt>
                <c:pt idx="836">
                  <c:v>27.956582999999998</c:v>
                </c:pt>
                <c:pt idx="837">
                  <c:v>32.196852999999997</c:v>
                </c:pt>
                <c:pt idx="838">
                  <c:v>33.010945999999997</c:v>
                </c:pt>
                <c:pt idx="839">
                  <c:v>31.784818999999999</c:v>
                </c:pt>
                <c:pt idx="840">
                  <c:v>30.405110000000001</c:v>
                </c:pt>
                <c:pt idx="841">
                  <c:v>30.266335000000002</c:v>
                </c:pt>
                <c:pt idx="842">
                  <c:v>26.292086999999999</c:v>
                </c:pt>
                <c:pt idx="843">
                  <c:v>27.285830000000001</c:v>
                </c:pt>
                <c:pt idx="844">
                  <c:v>23.923729999999999</c:v>
                </c:pt>
                <c:pt idx="845">
                  <c:v>24.844776</c:v>
                </c:pt>
                <c:pt idx="846">
                  <c:v>32.379843999999999</c:v>
                </c:pt>
                <c:pt idx="847">
                  <c:v>26.505562000000001</c:v>
                </c:pt>
                <c:pt idx="848">
                  <c:v>26.985327000000002</c:v>
                </c:pt>
                <c:pt idx="849">
                  <c:v>30.061081999999999</c:v>
                </c:pt>
                <c:pt idx="850">
                  <c:v>28.372499000000001</c:v>
                </c:pt>
                <c:pt idx="851">
                  <c:v>29.850804</c:v>
                </c:pt>
                <c:pt idx="852">
                  <c:v>32.655295000000002</c:v>
                </c:pt>
                <c:pt idx="853">
                  <c:v>33.004308999999999</c:v>
                </c:pt>
                <c:pt idx="854">
                  <c:v>24.952559999999998</c:v>
                </c:pt>
                <c:pt idx="855">
                  <c:v>32.316524000000001</c:v>
                </c:pt>
                <c:pt idx="856">
                  <c:v>32.196218000000002</c:v>
                </c:pt>
                <c:pt idx="857">
                  <c:v>31.093803000000001</c:v>
                </c:pt>
                <c:pt idx="858">
                  <c:v>29.861249000000001</c:v>
                </c:pt>
                <c:pt idx="859">
                  <c:v>30.580907</c:v>
                </c:pt>
                <c:pt idx="860">
                  <c:v>30.142265999999999</c:v>
                </c:pt>
                <c:pt idx="861">
                  <c:v>32.948985999999998</c:v>
                </c:pt>
                <c:pt idx="862">
                  <c:v>27.092462999999999</c:v>
                </c:pt>
                <c:pt idx="863">
                  <c:v>29.783103000000001</c:v>
                </c:pt>
                <c:pt idx="864">
                  <c:v>27.430776999999999</c:v>
                </c:pt>
                <c:pt idx="865">
                  <c:v>29.047049000000001</c:v>
                </c:pt>
                <c:pt idx="866">
                  <c:v>28.929684000000002</c:v>
                </c:pt>
                <c:pt idx="867">
                  <c:v>23.130918999999999</c:v>
                </c:pt>
                <c:pt idx="868">
                  <c:v>29.245524</c:v>
                </c:pt>
                <c:pt idx="869">
                  <c:v>29.157198999999999</c:v>
                </c:pt>
                <c:pt idx="870">
                  <c:v>32.654752000000002</c:v>
                </c:pt>
                <c:pt idx="871">
                  <c:v>25.128822</c:v>
                </c:pt>
                <c:pt idx="872">
                  <c:v>30.784241000000002</c:v>
                </c:pt>
                <c:pt idx="873">
                  <c:v>29.570875999999998</c:v>
                </c:pt>
                <c:pt idx="874">
                  <c:v>22.138646000000001</c:v>
                </c:pt>
                <c:pt idx="875">
                  <c:v>19.398461000000001</c:v>
                </c:pt>
                <c:pt idx="876">
                  <c:v>17.744305000000001</c:v>
                </c:pt>
                <c:pt idx="877">
                  <c:v>18.390929</c:v>
                </c:pt>
                <c:pt idx="878">
                  <c:v>30.076788000000001</c:v>
                </c:pt>
                <c:pt idx="879">
                  <c:v>30.982013999999999</c:v>
                </c:pt>
                <c:pt idx="880">
                  <c:v>30.706361999999999</c:v>
                </c:pt>
                <c:pt idx="881">
                  <c:v>31.399374999999999</c:v>
                </c:pt>
                <c:pt idx="882">
                  <c:v>30.809570000000001</c:v>
                </c:pt>
                <c:pt idx="883">
                  <c:v>33.432250000000003</c:v>
                </c:pt>
                <c:pt idx="884">
                  <c:v>24.087263</c:v>
                </c:pt>
                <c:pt idx="885">
                  <c:v>20.648516999999998</c:v>
                </c:pt>
                <c:pt idx="886">
                  <c:v>26.231365</c:v>
                </c:pt>
                <c:pt idx="887">
                  <c:v>28.023861</c:v>
                </c:pt>
                <c:pt idx="888">
                  <c:v>28.90325</c:v>
                </c:pt>
                <c:pt idx="889">
                  <c:v>28.008482000000001</c:v>
                </c:pt>
                <c:pt idx="890">
                  <c:v>25.693363000000002</c:v>
                </c:pt>
                <c:pt idx="891">
                  <c:v>26.333254</c:v>
                </c:pt>
                <c:pt idx="892">
                  <c:v>27.890539</c:v>
                </c:pt>
                <c:pt idx="893">
                  <c:v>26.462968</c:v>
                </c:pt>
                <c:pt idx="894">
                  <c:v>29.834161000000002</c:v>
                </c:pt>
                <c:pt idx="895">
                  <c:v>29.695632</c:v>
                </c:pt>
                <c:pt idx="896">
                  <c:v>33.027504999999998</c:v>
                </c:pt>
                <c:pt idx="897">
                  <c:v>19.630614000000001</c:v>
                </c:pt>
                <c:pt idx="898">
                  <c:v>22.620695000000001</c:v>
                </c:pt>
                <c:pt idx="899">
                  <c:v>18.129715999999998</c:v>
                </c:pt>
                <c:pt idx="900">
                  <c:v>16.707446000000001</c:v>
                </c:pt>
                <c:pt idx="901">
                  <c:v>31.081757</c:v>
                </c:pt>
                <c:pt idx="902">
                  <c:v>30.859280999999999</c:v>
                </c:pt>
                <c:pt idx="903">
                  <c:v>33.696232999999999</c:v>
                </c:pt>
                <c:pt idx="904">
                  <c:v>29.175149999999999</c:v>
                </c:pt>
                <c:pt idx="905">
                  <c:v>28.164701999999998</c:v>
                </c:pt>
                <c:pt idx="906">
                  <c:v>24.175421</c:v>
                </c:pt>
                <c:pt idx="907">
                  <c:v>26.984938</c:v>
                </c:pt>
                <c:pt idx="908">
                  <c:v>24.179162000000002</c:v>
                </c:pt>
                <c:pt idx="909">
                  <c:v>21.856688999999999</c:v>
                </c:pt>
                <c:pt idx="910">
                  <c:v>22.488160000000001</c:v>
                </c:pt>
                <c:pt idx="911">
                  <c:v>24.959232</c:v>
                </c:pt>
                <c:pt idx="912">
                  <c:v>25.80134</c:v>
                </c:pt>
                <c:pt idx="913">
                  <c:v>27.645118</c:v>
                </c:pt>
                <c:pt idx="914">
                  <c:v>20.856477999999999</c:v>
                </c:pt>
                <c:pt idx="915">
                  <c:v>20.087147000000002</c:v>
                </c:pt>
                <c:pt idx="916">
                  <c:v>27.311527999999999</c:v>
                </c:pt>
                <c:pt idx="917">
                  <c:v>25.880490999999999</c:v>
                </c:pt>
                <c:pt idx="918">
                  <c:v>26.023602</c:v>
                </c:pt>
                <c:pt idx="919">
                  <c:v>27.819391</c:v>
                </c:pt>
                <c:pt idx="920">
                  <c:v>27.857824000000001</c:v>
                </c:pt>
                <c:pt idx="921">
                  <c:v>29.904188000000001</c:v>
                </c:pt>
                <c:pt idx="922">
                  <c:v>26.169314</c:v>
                </c:pt>
                <c:pt idx="923">
                  <c:v>20.356482</c:v>
                </c:pt>
                <c:pt idx="924">
                  <c:v>17.415192000000001</c:v>
                </c:pt>
                <c:pt idx="925">
                  <c:v>33.004674999999999</c:v>
                </c:pt>
                <c:pt idx="926">
                  <c:v>32.228065999999998</c:v>
                </c:pt>
                <c:pt idx="927">
                  <c:v>34.188085999999998</c:v>
                </c:pt>
                <c:pt idx="928">
                  <c:v>34.827027999999999</c:v>
                </c:pt>
                <c:pt idx="929">
                  <c:v>26.612441</c:v>
                </c:pt>
                <c:pt idx="930">
                  <c:v>28.773333000000001</c:v>
                </c:pt>
                <c:pt idx="931">
                  <c:v>24.467663000000002</c:v>
                </c:pt>
                <c:pt idx="932">
                  <c:v>25.919492000000002</c:v>
                </c:pt>
                <c:pt idx="933">
                  <c:v>22.524702999999999</c:v>
                </c:pt>
                <c:pt idx="934">
                  <c:v>22.369007</c:v>
                </c:pt>
                <c:pt idx="935">
                  <c:v>18.904259</c:v>
                </c:pt>
                <c:pt idx="936">
                  <c:v>24.273548999999999</c:v>
                </c:pt>
                <c:pt idx="937">
                  <c:v>22.559896999999999</c:v>
                </c:pt>
                <c:pt idx="938">
                  <c:v>24.775891999999999</c:v>
                </c:pt>
                <c:pt idx="939">
                  <c:v>23.69014</c:v>
                </c:pt>
                <c:pt idx="940">
                  <c:v>21.567986999999999</c:v>
                </c:pt>
                <c:pt idx="941">
                  <c:v>22.329049000000001</c:v>
                </c:pt>
                <c:pt idx="942">
                  <c:v>26.205507999999998</c:v>
                </c:pt>
                <c:pt idx="943">
                  <c:v>26.190397000000001</c:v>
                </c:pt>
                <c:pt idx="944">
                  <c:v>18.933192999999999</c:v>
                </c:pt>
                <c:pt idx="945">
                  <c:v>25.227262</c:v>
                </c:pt>
                <c:pt idx="946">
                  <c:v>24.551791000000001</c:v>
                </c:pt>
                <c:pt idx="947">
                  <c:v>17.122143999999999</c:v>
                </c:pt>
                <c:pt idx="948">
                  <c:v>17.908004999999999</c:v>
                </c:pt>
                <c:pt idx="949">
                  <c:v>12.465216</c:v>
                </c:pt>
                <c:pt idx="950">
                  <c:v>32.892524000000002</c:v>
                </c:pt>
                <c:pt idx="951">
                  <c:v>27.889859999999999</c:v>
                </c:pt>
                <c:pt idx="952">
                  <c:v>28.051380000000002</c:v>
                </c:pt>
                <c:pt idx="953">
                  <c:v>31.799119999999998</c:v>
                </c:pt>
                <c:pt idx="954">
                  <c:v>35.088034999999998</c:v>
                </c:pt>
                <c:pt idx="955">
                  <c:v>30.329226999999999</c:v>
                </c:pt>
                <c:pt idx="956">
                  <c:v>25.894327000000001</c:v>
                </c:pt>
                <c:pt idx="957">
                  <c:v>27.099831999999999</c:v>
                </c:pt>
                <c:pt idx="958">
                  <c:v>24.594981000000001</c:v>
                </c:pt>
                <c:pt idx="959">
                  <c:v>24.803743000000001</c:v>
                </c:pt>
                <c:pt idx="960">
                  <c:v>23.014961</c:v>
                </c:pt>
                <c:pt idx="961">
                  <c:v>20.087931000000001</c:v>
                </c:pt>
                <c:pt idx="962">
                  <c:v>26.171961</c:v>
                </c:pt>
                <c:pt idx="963">
                  <c:v>27.528518999999999</c:v>
                </c:pt>
                <c:pt idx="964">
                  <c:v>23.706284</c:v>
                </c:pt>
                <c:pt idx="965">
                  <c:v>19.670081</c:v>
                </c:pt>
                <c:pt idx="966">
                  <c:v>23.914921</c:v>
                </c:pt>
                <c:pt idx="967">
                  <c:v>22.085743999999998</c:v>
                </c:pt>
                <c:pt idx="968">
                  <c:v>28.427339</c:v>
                </c:pt>
                <c:pt idx="969">
                  <c:v>20.177931000000001</c:v>
                </c:pt>
                <c:pt idx="970">
                  <c:v>27.313718999999999</c:v>
                </c:pt>
                <c:pt idx="971">
                  <c:v>23.790431999999999</c:v>
                </c:pt>
                <c:pt idx="972">
                  <c:v>25.926036</c:v>
                </c:pt>
                <c:pt idx="973">
                  <c:v>21.144399</c:v>
                </c:pt>
                <c:pt idx="974">
                  <c:v>32.980490000000003</c:v>
                </c:pt>
                <c:pt idx="975">
                  <c:v>32.130588000000003</c:v>
                </c:pt>
                <c:pt idx="976">
                  <c:v>27.359248000000001</c:v>
                </c:pt>
                <c:pt idx="977">
                  <c:v>24.625295999999999</c:v>
                </c:pt>
                <c:pt idx="978">
                  <c:v>35.352764999999998</c:v>
                </c:pt>
                <c:pt idx="979">
                  <c:v>29.694583999999999</c:v>
                </c:pt>
                <c:pt idx="980">
                  <c:v>31.864930000000001</c:v>
                </c:pt>
                <c:pt idx="981">
                  <c:v>28.873189</c:v>
                </c:pt>
                <c:pt idx="982">
                  <c:v>27.246580000000002</c:v>
                </c:pt>
                <c:pt idx="983">
                  <c:v>24.705962</c:v>
                </c:pt>
                <c:pt idx="984">
                  <c:v>21.116817999999999</c:v>
                </c:pt>
                <c:pt idx="985">
                  <c:v>19.143115999999999</c:v>
                </c:pt>
                <c:pt idx="986">
                  <c:v>20.144272999999998</c:v>
                </c:pt>
                <c:pt idx="987">
                  <c:v>22.23189</c:v>
                </c:pt>
                <c:pt idx="988">
                  <c:v>13.367774000000001</c:v>
                </c:pt>
                <c:pt idx="989">
                  <c:v>14.535648999999999</c:v>
                </c:pt>
                <c:pt idx="990">
                  <c:v>24.615677999999999</c:v>
                </c:pt>
                <c:pt idx="991">
                  <c:v>23.676715000000002</c:v>
                </c:pt>
                <c:pt idx="992">
                  <c:v>30.522646999999999</c:v>
                </c:pt>
                <c:pt idx="993">
                  <c:v>27.937446000000001</c:v>
                </c:pt>
                <c:pt idx="994">
                  <c:v>32.362949</c:v>
                </c:pt>
                <c:pt idx="995">
                  <c:v>25.630822999999999</c:v>
                </c:pt>
                <c:pt idx="996">
                  <c:v>25.968917999999999</c:v>
                </c:pt>
                <c:pt idx="997">
                  <c:v>31.962561000000001</c:v>
                </c:pt>
                <c:pt idx="998">
                  <c:v>31.008410999999999</c:v>
                </c:pt>
                <c:pt idx="999">
                  <c:v>31.818776</c:v>
                </c:pt>
                <c:pt idx="1000">
                  <c:v>25.986203</c:v>
                </c:pt>
                <c:pt idx="1001">
                  <c:v>27.419868999999998</c:v>
                </c:pt>
                <c:pt idx="1002">
                  <c:v>23.197849999999999</c:v>
                </c:pt>
                <c:pt idx="1003">
                  <c:v>26.227557000000001</c:v>
                </c:pt>
                <c:pt idx="1004">
                  <c:v>23.595521000000002</c:v>
                </c:pt>
                <c:pt idx="1005">
                  <c:v>23.909648000000001</c:v>
                </c:pt>
                <c:pt idx="1006">
                  <c:v>15.440378000000001</c:v>
                </c:pt>
                <c:pt idx="1007">
                  <c:v>31.252882</c:v>
                </c:pt>
                <c:pt idx="1008">
                  <c:v>30.780626999999999</c:v>
                </c:pt>
                <c:pt idx="1009">
                  <c:v>26.843294</c:v>
                </c:pt>
                <c:pt idx="1010">
                  <c:v>29.629300000000001</c:v>
                </c:pt>
                <c:pt idx="1011">
                  <c:v>22.877835999999999</c:v>
                </c:pt>
                <c:pt idx="1012">
                  <c:v>30.357510999999999</c:v>
                </c:pt>
                <c:pt idx="1013">
                  <c:v>31.813559999999999</c:v>
                </c:pt>
                <c:pt idx="1014">
                  <c:v>34.433717999999999</c:v>
                </c:pt>
                <c:pt idx="1015">
                  <c:v>23.622502999999998</c:v>
                </c:pt>
                <c:pt idx="1016">
                  <c:v>20.33586</c:v>
                </c:pt>
                <c:pt idx="1017">
                  <c:v>19.861763</c:v>
                </c:pt>
                <c:pt idx="1018">
                  <c:v>20.330798999999999</c:v>
                </c:pt>
                <c:pt idx="1019">
                  <c:v>22.803135000000001</c:v>
                </c:pt>
                <c:pt idx="1020">
                  <c:v>25.987559999999998</c:v>
                </c:pt>
                <c:pt idx="1021">
                  <c:v>19.762991</c:v>
                </c:pt>
                <c:pt idx="1022">
                  <c:v>27.907729</c:v>
                </c:pt>
                <c:pt idx="1023">
                  <c:v>24.220050000000001</c:v>
                </c:pt>
                <c:pt idx="1024">
                  <c:v>22.245488999999999</c:v>
                </c:pt>
                <c:pt idx="1025">
                  <c:v>21.237780000000001</c:v>
                </c:pt>
                <c:pt idx="1026">
                  <c:v>25.249203000000001</c:v>
                </c:pt>
                <c:pt idx="1027">
                  <c:v>26.157662999999999</c:v>
                </c:pt>
                <c:pt idx="1028">
                  <c:v>29.349612</c:v>
                </c:pt>
                <c:pt idx="1029">
                  <c:v>29.147248000000001</c:v>
                </c:pt>
                <c:pt idx="1030">
                  <c:v>23.348974999999999</c:v>
                </c:pt>
                <c:pt idx="1031">
                  <c:v>23.66694</c:v>
                </c:pt>
                <c:pt idx="1032">
                  <c:v>22.914401999999999</c:v>
                </c:pt>
                <c:pt idx="1033">
                  <c:v>23.862369999999999</c:v>
                </c:pt>
                <c:pt idx="1034">
                  <c:v>19.854997999999998</c:v>
                </c:pt>
                <c:pt idx="1035">
                  <c:v>17.680427000000002</c:v>
                </c:pt>
                <c:pt idx="1036">
                  <c:v>28.047181999999999</c:v>
                </c:pt>
                <c:pt idx="1037">
                  <c:v>27.109327</c:v>
                </c:pt>
                <c:pt idx="1038">
                  <c:v>21.355025999999999</c:v>
                </c:pt>
                <c:pt idx="1039">
                  <c:v>22.011968</c:v>
                </c:pt>
                <c:pt idx="1040">
                  <c:v>21.785208999999998</c:v>
                </c:pt>
                <c:pt idx="1041">
                  <c:v>22.048604999999998</c:v>
                </c:pt>
                <c:pt idx="1042">
                  <c:v>24.827089000000001</c:v>
                </c:pt>
                <c:pt idx="1043">
                  <c:v>24.288837000000001</c:v>
                </c:pt>
                <c:pt idx="1044">
                  <c:v>25.207159999999998</c:v>
                </c:pt>
                <c:pt idx="1045">
                  <c:v>20.428982000000001</c:v>
                </c:pt>
                <c:pt idx="1046">
                  <c:v>20.514693000000001</c:v>
                </c:pt>
                <c:pt idx="1047">
                  <c:v>22.236716999999999</c:v>
                </c:pt>
                <c:pt idx="1048">
                  <c:v>22.534103999999999</c:v>
                </c:pt>
                <c:pt idx="1049">
                  <c:v>18.325617999999999</c:v>
                </c:pt>
                <c:pt idx="1050">
                  <c:v>29.161787</c:v>
                </c:pt>
                <c:pt idx="1051">
                  <c:v>26.164535000000001</c:v>
                </c:pt>
                <c:pt idx="1052">
                  <c:v>25.493039</c:v>
                </c:pt>
                <c:pt idx="1053">
                  <c:v>23.673494999999999</c:v>
                </c:pt>
                <c:pt idx="1054">
                  <c:v>21.308720999999998</c:v>
                </c:pt>
                <c:pt idx="1055">
                  <c:v>21.392491</c:v>
                </c:pt>
                <c:pt idx="1056">
                  <c:v>27.767534000000001</c:v>
                </c:pt>
                <c:pt idx="1057">
                  <c:v>23.732989</c:v>
                </c:pt>
                <c:pt idx="1058">
                  <c:v>24.523306000000002</c:v>
                </c:pt>
                <c:pt idx="1059">
                  <c:v>22.896457000000002</c:v>
                </c:pt>
                <c:pt idx="1060">
                  <c:v>23.605307</c:v>
                </c:pt>
                <c:pt idx="1061">
                  <c:v>23.442852999999999</c:v>
                </c:pt>
                <c:pt idx="1062">
                  <c:v>25.7746</c:v>
                </c:pt>
                <c:pt idx="1063">
                  <c:v>24.946532000000001</c:v>
                </c:pt>
                <c:pt idx="1064">
                  <c:v>27.342423</c:v>
                </c:pt>
                <c:pt idx="1065">
                  <c:v>21.961433</c:v>
                </c:pt>
                <c:pt idx="1066">
                  <c:v>26.19436</c:v>
                </c:pt>
                <c:pt idx="1067">
                  <c:v>22.791276</c:v>
                </c:pt>
                <c:pt idx="1068">
                  <c:v>19.066013000000002</c:v>
                </c:pt>
                <c:pt idx="1069">
                  <c:v>28.202444</c:v>
                </c:pt>
                <c:pt idx="1070">
                  <c:v>23.619745000000002</c:v>
                </c:pt>
                <c:pt idx="1071">
                  <c:v>24.289292</c:v>
                </c:pt>
                <c:pt idx="1072">
                  <c:v>18.675314</c:v>
                </c:pt>
                <c:pt idx="1073">
                  <c:v>24.149602000000002</c:v>
                </c:pt>
                <c:pt idx="1074">
                  <c:v>23.75168</c:v>
                </c:pt>
                <c:pt idx="1075">
                  <c:v>21.224346000000001</c:v>
                </c:pt>
                <c:pt idx="1076">
                  <c:v>21.352654000000001</c:v>
                </c:pt>
                <c:pt idx="1077">
                  <c:v>19.552721999999999</c:v>
                </c:pt>
                <c:pt idx="1078">
                  <c:v>15.554482</c:v>
                </c:pt>
                <c:pt idx="1079">
                  <c:v>18.717623</c:v>
                </c:pt>
                <c:pt idx="1080">
                  <c:v>27.741299999999999</c:v>
                </c:pt>
                <c:pt idx="1081">
                  <c:v>20.719847999999999</c:v>
                </c:pt>
                <c:pt idx="1082">
                  <c:v>22.856721</c:v>
                </c:pt>
                <c:pt idx="1083">
                  <c:v>23.956230000000001</c:v>
                </c:pt>
                <c:pt idx="1084">
                  <c:v>22.894030000000001</c:v>
                </c:pt>
                <c:pt idx="1085">
                  <c:v>23.070613000000002</c:v>
                </c:pt>
                <c:pt idx="1086">
                  <c:v>22.732627000000001</c:v>
                </c:pt>
                <c:pt idx="1087">
                  <c:v>21.566320999999999</c:v>
                </c:pt>
                <c:pt idx="1088">
                  <c:v>21.587251999999999</c:v>
                </c:pt>
                <c:pt idx="1089">
                  <c:v>18.887903999999999</c:v>
                </c:pt>
                <c:pt idx="1090">
                  <c:v>23.745127</c:v>
                </c:pt>
                <c:pt idx="1091">
                  <c:v>32.042997999999997</c:v>
                </c:pt>
                <c:pt idx="1092">
                  <c:v>29.386918000000001</c:v>
                </c:pt>
                <c:pt idx="1093">
                  <c:v>22.524035000000001</c:v>
                </c:pt>
                <c:pt idx="1094">
                  <c:v>24.488553</c:v>
                </c:pt>
                <c:pt idx="1095">
                  <c:v>19.016576000000001</c:v>
                </c:pt>
                <c:pt idx="1096">
                  <c:v>24.883908000000002</c:v>
                </c:pt>
                <c:pt idx="1097">
                  <c:v>26.859390999999999</c:v>
                </c:pt>
                <c:pt idx="1098">
                  <c:v>25.024107000000001</c:v>
                </c:pt>
                <c:pt idx="1099">
                  <c:v>21.144414999999999</c:v>
                </c:pt>
                <c:pt idx="1100">
                  <c:v>16.209516000000001</c:v>
                </c:pt>
                <c:pt idx="1101">
                  <c:v>23.727331</c:v>
                </c:pt>
                <c:pt idx="1102">
                  <c:v>21.592210000000001</c:v>
                </c:pt>
                <c:pt idx="1103">
                  <c:v>21.90682</c:v>
                </c:pt>
                <c:pt idx="1104">
                  <c:v>21.036280000000001</c:v>
                </c:pt>
                <c:pt idx="1105">
                  <c:v>23.94558</c:v>
                </c:pt>
                <c:pt idx="1106">
                  <c:v>18.164287999999999</c:v>
                </c:pt>
                <c:pt idx="1107">
                  <c:v>24.300576</c:v>
                </c:pt>
                <c:pt idx="1108">
                  <c:v>26.777144</c:v>
                </c:pt>
                <c:pt idx="1109">
                  <c:v>21.359307000000001</c:v>
                </c:pt>
                <c:pt idx="1110">
                  <c:v>25.272808999999999</c:v>
                </c:pt>
                <c:pt idx="1111">
                  <c:v>24.690670999999998</c:v>
                </c:pt>
                <c:pt idx="1112">
                  <c:v>25.136604999999999</c:v>
                </c:pt>
                <c:pt idx="1113">
                  <c:v>31.387632</c:v>
                </c:pt>
                <c:pt idx="1114">
                  <c:v>29.279313999999999</c:v>
                </c:pt>
                <c:pt idx="1115">
                  <c:v>30.523502000000001</c:v>
                </c:pt>
                <c:pt idx="1116">
                  <c:v>34.728732999999998</c:v>
                </c:pt>
                <c:pt idx="1117">
                  <c:v>34.861055</c:v>
                </c:pt>
                <c:pt idx="1118">
                  <c:v>37.808528000000003</c:v>
                </c:pt>
                <c:pt idx="1119">
                  <c:v>27.343413999999999</c:v>
                </c:pt>
                <c:pt idx="1120">
                  <c:v>21.220946999999999</c:v>
                </c:pt>
                <c:pt idx="1121">
                  <c:v>25.574316</c:v>
                </c:pt>
                <c:pt idx="1122">
                  <c:v>29.201304</c:v>
                </c:pt>
                <c:pt idx="1123">
                  <c:v>28.468648999999999</c:v>
                </c:pt>
                <c:pt idx="1124">
                  <c:v>35.767442000000003</c:v>
                </c:pt>
                <c:pt idx="1125">
                  <c:v>30.741834000000001</c:v>
                </c:pt>
                <c:pt idx="1126">
                  <c:v>36.543353000000003</c:v>
                </c:pt>
                <c:pt idx="1127">
                  <c:v>34.403582999999998</c:v>
                </c:pt>
                <c:pt idx="1128">
                  <c:v>31.672495999999999</c:v>
                </c:pt>
                <c:pt idx="1129">
                  <c:v>29.225269999999998</c:v>
                </c:pt>
                <c:pt idx="1130">
                  <c:v>26.142775</c:v>
                </c:pt>
                <c:pt idx="1131">
                  <c:v>30.598687000000002</c:v>
                </c:pt>
                <c:pt idx="1132">
                  <c:v>32.502513</c:v>
                </c:pt>
                <c:pt idx="1133">
                  <c:v>29.026371000000001</c:v>
                </c:pt>
                <c:pt idx="1134">
                  <c:v>29.108613999999999</c:v>
                </c:pt>
                <c:pt idx="1135">
                  <c:v>35.547435999999998</c:v>
                </c:pt>
                <c:pt idx="1136">
                  <c:v>34.013998000000001</c:v>
                </c:pt>
                <c:pt idx="1137">
                  <c:v>32.909880000000001</c:v>
                </c:pt>
                <c:pt idx="1138">
                  <c:v>33.663977000000003</c:v>
                </c:pt>
                <c:pt idx="1139">
                  <c:v>30.034253</c:v>
                </c:pt>
                <c:pt idx="1140">
                  <c:v>29.983978</c:v>
                </c:pt>
                <c:pt idx="1141">
                  <c:v>31.431560000000001</c:v>
                </c:pt>
                <c:pt idx="1142">
                  <c:v>32.412491000000003</c:v>
                </c:pt>
                <c:pt idx="1143">
                  <c:v>29.688291</c:v>
                </c:pt>
                <c:pt idx="1144">
                  <c:v>32.712935999999999</c:v>
                </c:pt>
                <c:pt idx="1145">
                  <c:v>29.880773000000001</c:v>
                </c:pt>
                <c:pt idx="1146">
                  <c:v>29.959298</c:v>
                </c:pt>
                <c:pt idx="1147">
                  <c:v>31.444030999999999</c:v>
                </c:pt>
              </c:numCache>
            </c:numRef>
          </c:xVal>
          <c:yVal>
            <c:numRef>
              <c:f>'2002'!$C$2:$C$1149</c:f>
              <c:numCache>
                <c:formatCode>0.00</c:formatCode>
                <c:ptCount val="1148"/>
                <c:pt idx="0">
                  <c:v>-0.28320600000000001</c:v>
                </c:pt>
                <c:pt idx="1">
                  <c:v>0.23</c:v>
                </c:pt>
                <c:pt idx="2">
                  <c:v>-0.107475</c:v>
                </c:pt>
                <c:pt idx="3">
                  <c:v>-7.9905000000000004E-2</c:v>
                </c:pt>
                <c:pt idx="4">
                  <c:v>-0.14430799999999999</c:v>
                </c:pt>
                <c:pt idx="5">
                  <c:v>-0.200409</c:v>
                </c:pt>
                <c:pt idx="6">
                  <c:v>-0.195523</c:v>
                </c:pt>
                <c:pt idx="7">
                  <c:v>-0.13594700000000001</c:v>
                </c:pt>
                <c:pt idx="8">
                  <c:v>-9.1336000000000001E-2</c:v>
                </c:pt>
                <c:pt idx="9">
                  <c:v>-0.17289199999999999</c:v>
                </c:pt>
                <c:pt idx="10">
                  <c:v>-9.0938000000000005E-2</c:v>
                </c:pt>
                <c:pt idx="11">
                  <c:v>-0.12461</c:v>
                </c:pt>
                <c:pt idx="12">
                  <c:v>-0.15327399999999999</c:v>
                </c:pt>
                <c:pt idx="13">
                  <c:v>-0.110987</c:v>
                </c:pt>
                <c:pt idx="14">
                  <c:v>-2.9277000000000001E-2</c:v>
                </c:pt>
                <c:pt idx="15">
                  <c:v>-0.116276</c:v>
                </c:pt>
                <c:pt idx="16">
                  <c:v>-0.20667199999999999</c:v>
                </c:pt>
                <c:pt idx="17">
                  <c:v>-0.10832</c:v>
                </c:pt>
                <c:pt idx="18">
                  <c:v>-0.164413</c:v>
                </c:pt>
                <c:pt idx="19">
                  <c:v>-0.17795800000000001</c:v>
                </c:pt>
                <c:pt idx="20">
                  <c:v>-7.4713000000000002E-2</c:v>
                </c:pt>
                <c:pt idx="21">
                  <c:v>-0.10648100000000001</c:v>
                </c:pt>
                <c:pt idx="22">
                  <c:v>-6.7200999999999997E-2</c:v>
                </c:pt>
                <c:pt idx="23">
                  <c:v>-4.3501999999999999E-2</c:v>
                </c:pt>
                <c:pt idx="24">
                  <c:v>-0.13528799999999999</c:v>
                </c:pt>
                <c:pt idx="25">
                  <c:v>-0.172293</c:v>
                </c:pt>
                <c:pt idx="26">
                  <c:v>-0.158161</c:v>
                </c:pt>
                <c:pt idx="27">
                  <c:v>-0.14500399999999999</c:v>
                </c:pt>
                <c:pt idx="28">
                  <c:v>-0.22991400000000001</c:v>
                </c:pt>
                <c:pt idx="29">
                  <c:v>-6.3240000000000005E-2</c:v>
                </c:pt>
                <c:pt idx="30">
                  <c:v>-3.1544999999999997E-2</c:v>
                </c:pt>
                <c:pt idx="31">
                  <c:v>-0.163854</c:v>
                </c:pt>
                <c:pt idx="32">
                  <c:v>-0.125083</c:v>
                </c:pt>
                <c:pt idx="33">
                  <c:v>-0.13241700000000001</c:v>
                </c:pt>
                <c:pt idx="34">
                  <c:v>-0.138267</c:v>
                </c:pt>
                <c:pt idx="35">
                  <c:v>-4.8888000000000001E-2</c:v>
                </c:pt>
                <c:pt idx="36">
                  <c:v>-8.5430000000000006E-2</c:v>
                </c:pt>
                <c:pt idx="37">
                  <c:v>-8.1729999999999997E-2</c:v>
                </c:pt>
                <c:pt idx="38">
                  <c:v>-5.6280999999999998E-2</c:v>
                </c:pt>
                <c:pt idx="39">
                  <c:v>-8.3673999999999998E-2</c:v>
                </c:pt>
                <c:pt idx="40">
                  <c:v>-9.1788999999999996E-2</c:v>
                </c:pt>
                <c:pt idx="41">
                  <c:v>-0.14754800000000001</c:v>
                </c:pt>
                <c:pt idx="42">
                  <c:v>-9.9298999999999998E-2</c:v>
                </c:pt>
                <c:pt idx="43">
                  <c:v>-2.5052000000000001E-2</c:v>
                </c:pt>
                <c:pt idx="44">
                  <c:v>-6.7731E-2</c:v>
                </c:pt>
                <c:pt idx="45">
                  <c:v>-0.103468</c:v>
                </c:pt>
                <c:pt idx="46">
                  <c:v>-0.101322</c:v>
                </c:pt>
                <c:pt idx="47">
                  <c:v>-0.152283</c:v>
                </c:pt>
                <c:pt idx="48">
                  <c:v>-0.12579299999999999</c:v>
                </c:pt>
                <c:pt idx="49">
                  <c:v>-8.3673999999999998E-2</c:v>
                </c:pt>
                <c:pt idx="50">
                  <c:v>-1.2560999999999999E-2</c:v>
                </c:pt>
                <c:pt idx="51">
                  <c:v>-0.12722900000000001</c:v>
                </c:pt>
                <c:pt idx="52">
                  <c:v>-9.2174000000000006E-2</c:v>
                </c:pt>
                <c:pt idx="53">
                  <c:v>-0.115563</c:v>
                </c:pt>
                <c:pt idx="54">
                  <c:v>-0.103157</c:v>
                </c:pt>
                <c:pt idx="55">
                  <c:v>-0.130298</c:v>
                </c:pt>
                <c:pt idx="56">
                  <c:v>-8.6907999999999999E-2</c:v>
                </c:pt>
                <c:pt idx="57">
                  <c:v>-2.0865999999999999E-2</c:v>
                </c:pt>
                <c:pt idx="58">
                  <c:v>-9.9292000000000005E-2</c:v>
                </c:pt>
                <c:pt idx="59">
                  <c:v>-0.21720600000000001</c:v>
                </c:pt>
                <c:pt idx="60">
                  <c:v>-0.14363200000000001</c:v>
                </c:pt>
                <c:pt idx="61">
                  <c:v>-0.12770500000000001</c:v>
                </c:pt>
                <c:pt idx="62">
                  <c:v>-0.129306</c:v>
                </c:pt>
                <c:pt idx="63">
                  <c:v>-6.2944E-2</c:v>
                </c:pt>
                <c:pt idx="64">
                  <c:v>-1.5952999999999998E-2</c:v>
                </c:pt>
                <c:pt idx="65">
                  <c:v>-0.102288</c:v>
                </c:pt>
                <c:pt idx="66">
                  <c:v>-3.9564000000000002E-2</c:v>
                </c:pt>
                <c:pt idx="67">
                  <c:v>-4.2620999999999999E-2</c:v>
                </c:pt>
                <c:pt idx="68">
                  <c:v>-0.147566</c:v>
                </c:pt>
                <c:pt idx="69">
                  <c:v>-4.1424999999999997E-2</c:v>
                </c:pt>
                <c:pt idx="70">
                  <c:v>-9.0905E-2</c:v>
                </c:pt>
                <c:pt idx="71">
                  <c:v>-0.16090399999999999</c:v>
                </c:pt>
                <c:pt idx="72">
                  <c:v>-0.118593</c:v>
                </c:pt>
                <c:pt idx="73">
                  <c:v>-0.10778600000000001</c:v>
                </c:pt>
                <c:pt idx="74">
                  <c:v>-4.7594999999999998E-2</c:v>
                </c:pt>
                <c:pt idx="75">
                  <c:v>-6.1184000000000002E-2</c:v>
                </c:pt>
                <c:pt idx="76">
                  <c:v>-0.10451100000000001</c:v>
                </c:pt>
                <c:pt idx="77">
                  <c:v>-7.6031000000000001E-2</c:v>
                </c:pt>
                <c:pt idx="78">
                  <c:v>-4.4673999999999998E-2</c:v>
                </c:pt>
                <c:pt idx="79">
                  <c:v>-8.7291999999999995E-2</c:v>
                </c:pt>
                <c:pt idx="80">
                  <c:v>-0.18479499999999999</c:v>
                </c:pt>
                <c:pt idx="81">
                  <c:v>-7.6531000000000002E-2</c:v>
                </c:pt>
                <c:pt idx="82">
                  <c:v>-0.145734</c:v>
                </c:pt>
                <c:pt idx="83">
                  <c:v>-6.7479999999999998E-2</c:v>
                </c:pt>
                <c:pt idx="84">
                  <c:v>-0.13964299999999999</c:v>
                </c:pt>
                <c:pt idx="85">
                  <c:v>-7.9323000000000005E-2</c:v>
                </c:pt>
                <c:pt idx="86">
                  <c:v>-7.1006E-2</c:v>
                </c:pt>
                <c:pt idx="87">
                  <c:v>-8.3351999999999996E-2</c:v>
                </c:pt>
                <c:pt idx="88">
                  <c:v>-2.6141000000000001E-2</c:v>
                </c:pt>
                <c:pt idx="89">
                  <c:v>-9.1983999999999996E-2</c:v>
                </c:pt>
                <c:pt idx="90">
                  <c:v>-0.11382299999999999</c:v>
                </c:pt>
                <c:pt idx="91">
                  <c:v>-0.14085600000000001</c:v>
                </c:pt>
                <c:pt idx="92">
                  <c:v>-8.9293999999999998E-2</c:v>
                </c:pt>
                <c:pt idx="93">
                  <c:v>-0.11917800000000001</c:v>
                </c:pt>
                <c:pt idx="94">
                  <c:v>-0.110181</c:v>
                </c:pt>
                <c:pt idx="95">
                  <c:v>-8.7493000000000001E-2</c:v>
                </c:pt>
                <c:pt idx="96">
                  <c:v>-7.5202000000000005E-2</c:v>
                </c:pt>
                <c:pt idx="97">
                  <c:v>-1.3679999999999999E-2</c:v>
                </c:pt>
                <c:pt idx="98">
                  <c:v>-2.5989000000000002E-2</c:v>
                </c:pt>
                <c:pt idx="99">
                  <c:v>-0.13721900000000001</c:v>
                </c:pt>
                <c:pt idx="100">
                  <c:v>-1.8332999999999999E-2</c:v>
                </c:pt>
                <c:pt idx="101">
                  <c:v>-0.11811099999999999</c:v>
                </c:pt>
                <c:pt idx="102">
                  <c:v>-0.12786400000000001</c:v>
                </c:pt>
                <c:pt idx="103">
                  <c:v>-0.13839299999999999</c:v>
                </c:pt>
                <c:pt idx="104">
                  <c:v>-0.12048399999999999</c:v>
                </c:pt>
                <c:pt idx="105">
                  <c:v>-8.2064999999999999E-2</c:v>
                </c:pt>
                <c:pt idx="106">
                  <c:v>-0.136659</c:v>
                </c:pt>
                <c:pt idx="107">
                  <c:v>-2.9219999999999999E-2</c:v>
                </c:pt>
                <c:pt idx="108">
                  <c:v>-3.3272999999999997E-2</c:v>
                </c:pt>
                <c:pt idx="109">
                  <c:v>2.2577E-2</c:v>
                </c:pt>
                <c:pt idx="110">
                  <c:v>-0.183807</c:v>
                </c:pt>
                <c:pt idx="111">
                  <c:v>-7.1745000000000003E-2</c:v>
                </c:pt>
                <c:pt idx="112">
                  <c:v>-0.25170700000000001</c:v>
                </c:pt>
                <c:pt idx="113">
                  <c:v>-2.6089000000000001E-2</c:v>
                </c:pt>
                <c:pt idx="114">
                  <c:v>-0.13672200000000001</c:v>
                </c:pt>
                <c:pt idx="115">
                  <c:v>-7.1631E-2</c:v>
                </c:pt>
                <c:pt idx="116">
                  <c:v>-5.7361000000000002E-2</c:v>
                </c:pt>
                <c:pt idx="117">
                  <c:v>-6.9131999999999999E-2</c:v>
                </c:pt>
                <c:pt idx="118">
                  <c:v>-0.13253499999999999</c:v>
                </c:pt>
                <c:pt idx="119">
                  <c:v>-4.3804000000000003E-2</c:v>
                </c:pt>
                <c:pt idx="120">
                  <c:v>-4.5162000000000001E-2</c:v>
                </c:pt>
                <c:pt idx="121">
                  <c:v>-4.6365000000000003E-2</c:v>
                </c:pt>
                <c:pt idx="122">
                  <c:v>-7.4803999999999995E-2</c:v>
                </c:pt>
                <c:pt idx="123">
                  <c:v>-0.169048</c:v>
                </c:pt>
                <c:pt idx="124">
                  <c:v>-0.106614</c:v>
                </c:pt>
                <c:pt idx="125">
                  <c:v>-8.5475999999999996E-2</c:v>
                </c:pt>
                <c:pt idx="126">
                  <c:v>-0.10653700000000001</c:v>
                </c:pt>
                <c:pt idx="127">
                  <c:v>-0.20918500000000001</c:v>
                </c:pt>
                <c:pt idx="128">
                  <c:v>-6.9857000000000002E-2</c:v>
                </c:pt>
                <c:pt idx="129">
                  <c:v>-5.7458000000000002E-2</c:v>
                </c:pt>
                <c:pt idx="130">
                  <c:v>-3.2427999999999998E-2</c:v>
                </c:pt>
                <c:pt idx="131">
                  <c:v>-5.3799E-2</c:v>
                </c:pt>
                <c:pt idx="132">
                  <c:v>-0.115187</c:v>
                </c:pt>
                <c:pt idx="133">
                  <c:v>6.4395999999999995E-2</c:v>
                </c:pt>
                <c:pt idx="134">
                  <c:v>-9.0135000000000007E-2</c:v>
                </c:pt>
                <c:pt idx="135">
                  <c:v>-0.14086499999999999</c:v>
                </c:pt>
                <c:pt idx="136">
                  <c:v>-1.1965999999999999E-2</c:v>
                </c:pt>
                <c:pt idx="137">
                  <c:v>-2.8247999999999999E-2</c:v>
                </c:pt>
                <c:pt idx="138">
                  <c:v>-5.4453000000000001E-2</c:v>
                </c:pt>
                <c:pt idx="139">
                  <c:v>-0.120944</c:v>
                </c:pt>
                <c:pt idx="140">
                  <c:v>-6.7736000000000005E-2</c:v>
                </c:pt>
                <c:pt idx="141">
                  <c:v>-0.148203</c:v>
                </c:pt>
                <c:pt idx="142">
                  <c:v>-7.4399999999999998E-4</c:v>
                </c:pt>
                <c:pt idx="143">
                  <c:v>-0.15415100000000001</c:v>
                </c:pt>
                <c:pt idx="144">
                  <c:v>-1.8034999999999999E-2</c:v>
                </c:pt>
                <c:pt idx="145">
                  <c:v>-8.3986000000000005E-2</c:v>
                </c:pt>
                <c:pt idx="146">
                  <c:v>-7.3298000000000002E-2</c:v>
                </c:pt>
                <c:pt idx="147">
                  <c:v>-7.0142999999999997E-2</c:v>
                </c:pt>
                <c:pt idx="148">
                  <c:v>-0.108444</c:v>
                </c:pt>
                <c:pt idx="149">
                  <c:v>-3.2538999999999998E-2</c:v>
                </c:pt>
                <c:pt idx="150">
                  <c:v>-5.0659999999999997E-2</c:v>
                </c:pt>
                <c:pt idx="151">
                  <c:v>-0.13130700000000001</c:v>
                </c:pt>
                <c:pt idx="152">
                  <c:v>-0.13065499999999999</c:v>
                </c:pt>
                <c:pt idx="153">
                  <c:v>-0.114453</c:v>
                </c:pt>
                <c:pt idx="154">
                  <c:v>-0.128999</c:v>
                </c:pt>
                <c:pt idx="155">
                  <c:v>-0.178202</c:v>
                </c:pt>
                <c:pt idx="156">
                  <c:v>-0.20912500000000001</c:v>
                </c:pt>
                <c:pt idx="157">
                  <c:v>-0.12553600000000001</c:v>
                </c:pt>
                <c:pt idx="158">
                  <c:v>-2.898E-3</c:v>
                </c:pt>
                <c:pt idx="159">
                  <c:v>-0.187616</c:v>
                </c:pt>
                <c:pt idx="160">
                  <c:v>-7.3938000000000004E-2</c:v>
                </c:pt>
                <c:pt idx="161">
                  <c:v>-1.6813999999999999E-2</c:v>
                </c:pt>
                <c:pt idx="162">
                  <c:v>-4.8531999999999999E-2</c:v>
                </c:pt>
                <c:pt idx="163">
                  <c:v>-7.1216000000000002E-2</c:v>
                </c:pt>
                <c:pt idx="164">
                  <c:v>-4.7470999999999999E-2</c:v>
                </c:pt>
                <c:pt idx="165">
                  <c:v>-0.182028</c:v>
                </c:pt>
                <c:pt idx="166">
                  <c:v>-0.136348</c:v>
                </c:pt>
                <c:pt idx="167">
                  <c:v>-0.17729200000000001</c:v>
                </c:pt>
                <c:pt idx="168">
                  <c:v>-0.16067500000000001</c:v>
                </c:pt>
                <c:pt idx="169">
                  <c:v>-0.140824</c:v>
                </c:pt>
                <c:pt idx="170">
                  <c:v>-9.4225000000000003E-2</c:v>
                </c:pt>
                <c:pt idx="171">
                  <c:v>-0.118751</c:v>
                </c:pt>
                <c:pt idx="172">
                  <c:v>-6.4838999999999994E-2</c:v>
                </c:pt>
                <c:pt idx="173">
                  <c:v>-8.2046999999999995E-2</c:v>
                </c:pt>
                <c:pt idx="174">
                  <c:v>-5.3751E-2</c:v>
                </c:pt>
                <c:pt idx="175">
                  <c:v>-8.8220000000000007E-2</c:v>
                </c:pt>
                <c:pt idx="176">
                  <c:v>-1.7947999999999999E-2</c:v>
                </c:pt>
                <c:pt idx="177">
                  <c:v>-7.8178999999999998E-2</c:v>
                </c:pt>
                <c:pt idx="178">
                  <c:v>-6.9872000000000004E-2</c:v>
                </c:pt>
                <c:pt idx="179">
                  <c:v>-5.5259999999999997E-2</c:v>
                </c:pt>
                <c:pt idx="180">
                  <c:v>-0.117664</c:v>
                </c:pt>
                <c:pt idx="181">
                  <c:v>-0.154137</c:v>
                </c:pt>
                <c:pt idx="182">
                  <c:v>-0.1096</c:v>
                </c:pt>
                <c:pt idx="183">
                  <c:v>-0.13442399999999999</c:v>
                </c:pt>
                <c:pt idx="184">
                  <c:v>-0.13903199999999999</c:v>
                </c:pt>
                <c:pt idx="185">
                  <c:v>-0.21915200000000001</c:v>
                </c:pt>
                <c:pt idx="186">
                  <c:v>-0.12982399999999999</c:v>
                </c:pt>
                <c:pt idx="187">
                  <c:v>-0.106359</c:v>
                </c:pt>
                <c:pt idx="188">
                  <c:v>-6.8644999999999998E-2</c:v>
                </c:pt>
                <c:pt idx="189">
                  <c:v>-3.807E-2</c:v>
                </c:pt>
                <c:pt idx="190">
                  <c:v>-4.7513E-2</c:v>
                </c:pt>
                <c:pt idx="191">
                  <c:v>-0.11995500000000001</c:v>
                </c:pt>
                <c:pt idx="192">
                  <c:v>-0.16309299999999999</c:v>
                </c:pt>
                <c:pt idx="193">
                  <c:v>-7.5079999999999994E-2</c:v>
                </c:pt>
                <c:pt idx="194">
                  <c:v>-0.133405</c:v>
                </c:pt>
                <c:pt idx="195">
                  <c:v>-0.137874</c:v>
                </c:pt>
                <c:pt idx="196">
                  <c:v>-8.2605999999999999E-2</c:v>
                </c:pt>
                <c:pt idx="197">
                  <c:v>-0.15649099999999999</c:v>
                </c:pt>
                <c:pt idx="198">
                  <c:v>-0.148951</c:v>
                </c:pt>
                <c:pt idx="199">
                  <c:v>-0.170233</c:v>
                </c:pt>
                <c:pt idx="200">
                  <c:v>0</c:v>
                </c:pt>
                <c:pt idx="201">
                  <c:v>-0.25508900000000001</c:v>
                </c:pt>
                <c:pt idx="202">
                  <c:v>-0.16403799999999999</c:v>
                </c:pt>
                <c:pt idx="203">
                  <c:v>-0.234683</c:v>
                </c:pt>
                <c:pt idx="204">
                  <c:v>-0.15872</c:v>
                </c:pt>
                <c:pt idx="205">
                  <c:v>-0.14252600000000001</c:v>
                </c:pt>
                <c:pt idx="206">
                  <c:v>-0.231373</c:v>
                </c:pt>
                <c:pt idx="207">
                  <c:v>-0.14846300000000001</c:v>
                </c:pt>
                <c:pt idx="208">
                  <c:v>-0.195245</c:v>
                </c:pt>
                <c:pt idx="209">
                  <c:v>-0.210928</c:v>
                </c:pt>
                <c:pt idx="210">
                  <c:v>-0.157415</c:v>
                </c:pt>
                <c:pt idx="211">
                  <c:v>-0.13117400000000001</c:v>
                </c:pt>
                <c:pt idx="212">
                  <c:v>-0.171709</c:v>
                </c:pt>
                <c:pt idx="213">
                  <c:v>-0.22134699999999999</c:v>
                </c:pt>
                <c:pt idx="214">
                  <c:v>-0.14055000000000001</c:v>
                </c:pt>
                <c:pt idx="215">
                  <c:v>-0.20749300000000001</c:v>
                </c:pt>
                <c:pt idx="216">
                  <c:v>-0.25898700000000002</c:v>
                </c:pt>
                <c:pt idx="217">
                  <c:v>-0.27131499999999997</c:v>
                </c:pt>
                <c:pt idx="218">
                  <c:v>-0.139734</c:v>
                </c:pt>
                <c:pt idx="219">
                  <c:v>-0.172126</c:v>
                </c:pt>
                <c:pt idx="220">
                  <c:v>-0.220217</c:v>
                </c:pt>
                <c:pt idx="221">
                  <c:v>-0.18177099999999999</c:v>
                </c:pt>
                <c:pt idx="222">
                  <c:v>-0.16387199999999999</c:v>
                </c:pt>
                <c:pt idx="223">
                  <c:v>-0.25330999999999998</c:v>
                </c:pt>
                <c:pt idx="224">
                  <c:v>-0.150088</c:v>
                </c:pt>
                <c:pt idx="225">
                  <c:v>-0.12997800000000001</c:v>
                </c:pt>
                <c:pt idx="226">
                  <c:v>-0.152753</c:v>
                </c:pt>
                <c:pt idx="227">
                  <c:v>-9.9307000000000006E-2</c:v>
                </c:pt>
                <c:pt idx="228">
                  <c:v>-0.28533399999999998</c:v>
                </c:pt>
                <c:pt idx="229">
                  <c:v>-0.17760500000000001</c:v>
                </c:pt>
                <c:pt idx="230">
                  <c:v>-0.13561500000000001</c:v>
                </c:pt>
                <c:pt idx="231">
                  <c:v>-0.18660199999999999</c:v>
                </c:pt>
                <c:pt idx="232">
                  <c:v>-0.146478</c:v>
                </c:pt>
                <c:pt idx="233">
                  <c:v>-0.21656800000000001</c:v>
                </c:pt>
                <c:pt idx="234">
                  <c:v>-0.15856300000000001</c:v>
                </c:pt>
                <c:pt idx="235">
                  <c:v>-0.18348200000000001</c:v>
                </c:pt>
                <c:pt idx="236">
                  <c:v>-0.14657999999999999</c:v>
                </c:pt>
                <c:pt idx="237">
                  <c:v>-0.14366599999999999</c:v>
                </c:pt>
                <c:pt idx="238">
                  <c:v>-0.216338</c:v>
                </c:pt>
                <c:pt idx="239">
                  <c:v>-0.267318</c:v>
                </c:pt>
                <c:pt idx="240">
                  <c:v>-0.13913</c:v>
                </c:pt>
                <c:pt idx="241">
                  <c:v>-0.236151</c:v>
                </c:pt>
                <c:pt idx="242">
                  <c:v>-0.23519100000000001</c:v>
                </c:pt>
                <c:pt idx="243">
                  <c:v>-0.174071</c:v>
                </c:pt>
                <c:pt idx="244">
                  <c:v>-0.24967400000000001</c:v>
                </c:pt>
                <c:pt idx="245">
                  <c:v>-0.21591199999999999</c:v>
                </c:pt>
                <c:pt idx="246">
                  <c:v>-0.14336099999999999</c:v>
                </c:pt>
                <c:pt idx="247">
                  <c:v>-0.125636</c:v>
                </c:pt>
                <c:pt idx="248">
                  <c:v>-0.10445</c:v>
                </c:pt>
                <c:pt idx="249">
                  <c:v>-0.12254900000000001</c:v>
                </c:pt>
                <c:pt idx="250">
                  <c:v>-0.11369899999999999</c:v>
                </c:pt>
                <c:pt idx="251">
                  <c:v>-0.107458</c:v>
                </c:pt>
                <c:pt idx="252">
                  <c:v>-0.13427</c:v>
                </c:pt>
                <c:pt idx="253">
                  <c:v>-0.223021</c:v>
                </c:pt>
                <c:pt idx="254">
                  <c:v>-0.121873</c:v>
                </c:pt>
                <c:pt idx="255">
                  <c:v>-0.13435900000000001</c:v>
                </c:pt>
                <c:pt idx="256">
                  <c:v>-0.100704</c:v>
                </c:pt>
                <c:pt idx="257">
                  <c:v>-6.9247000000000003E-2</c:v>
                </c:pt>
                <c:pt idx="258">
                  <c:v>-0.160243</c:v>
                </c:pt>
                <c:pt idx="259">
                  <c:v>-0.18928400000000001</c:v>
                </c:pt>
                <c:pt idx="260">
                  <c:v>-0.11559899999999999</c:v>
                </c:pt>
                <c:pt idx="261">
                  <c:v>-0.21668299999999999</c:v>
                </c:pt>
                <c:pt idx="262">
                  <c:v>-0.18664700000000001</c:v>
                </c:pt>
                <c:pt idx="263">
                  <c:v>-0.16933100000000001</c:v>
                </c:pt>
                <c:pt idx="264">
                  <c:v>-0.19486100000000001</c:v>
                </c:pt>
                <c:pt idx="265">
                  <c:v>-0.16188</c:v>
                </c:pt>
                <c:pt idx="266">
                  <c:v>-0.24013100000000001</c:v>
                </c:pt>
                <c:pt idx="267">
                  <c:v>-7.3034000000000002E-2</c:v>
                </c:pt>
                <c:pt idx="268">
                  <c:v>-5.7564999999999998E-2</c:v>
                </c:pt>
                <c:pt idx="269">
                  <c:v>-0.207783</c:v>
                </c:pt>
                <c:pt idx="270">
                  <c:v>-0.124487</c:v>
                </c:pt>
                <c:pt idx="271">
                  <c:v>-0.120472</c:v>
                </c:pt>
                <c:pt idx="272">
                  <c:v>-6.2422999999999999E-2</c:v>
                </c:pt>
                <c:pt idx="273">
                  <c:v>-9.5106999999999997E-2</c:v>
                </c:pt>
                <c:pt idx="274">
                  <c:v>-0.182367</c:v>
                </c:pt>
                <c:pt idx="275">
                  <c:v>-0.14733599999999999</c:v>
                </c:pt>
                <c:pt idx="276">
                  <c:v>-0.18896199999999999</c:v>
                </c:pt>
                <c:pt idx="277">
                  <c:v>-0.15581800000000001</c:v>
                </c:pt>
                <c:pt idx="278">
                  <c:v>-0.249777</c:v>
                </c:pt>
                <c:pt idx="279">
                  <c:v>-0.15997500000000001</c:v>
                </c:pt>
                <c:pt idx="280">
                  <c:v>-5.0924999999999998E-2</c:v>
                </c:pt>
                <c:pt idx="281">
                  <c:v>-0.239096</c:v>
                </c:pt>
                <c:pt idx="282">
                  <c:v>-0.28559099999999998</c:v>
                </c:pt>
                <c:pt idx="283">
                  <c:v>-0.20688200000000001</c:v>
                </c:pt>
                <c:pt idx="284">
                  <c:v>-0.28879100000000002</c:v>
                </c:pt>
                <c:pt idx="285">
                  <c:v>-7.2598999999999997E-2</c:v>
                </c:pt>
                <c:pt idx="286">
                  <c:v>-0.202094</c:v>
                </c:pt>
                <c:pt idx="287">
                  <c:v>-0.17333299999999999</c:v>
                </c:pt>
                <c:pt idx="288">
                  <c:v>-0.15506500000000001</c:v>
                </c:pt>
                <c:pt idx="289">
                  <c:v>-0.26777499999999999</c:v>
                </c:pt>
                <c:pt idx="290">
                  <c:v>-9.2935000000000004E-2</c:v>
                </c:pt>
                <c:pt idx="291">
                  <c:v>-7.7854000000000007E-2</c:v>
                </c:pt>
                <c:pt idx="292">
                  <c:v>-9.8478999999999997E-2</c:v>
                </c:pt>
                <c:pt idx="293">
                  <c:v>-7.6321E-2</c:v>
                </c:pt>
                <c:pt idx="294">
                  <c:v>-0.15032699999999999</c:v>
                </c:pt>
                <c:pt idx="295">
                  <c:v>-0.10678</c:v>
                </c:pt>
                <c:pt idx="296">
                  <c:v>-5.8637000000000002E-2</c:v>
                </c:pt>
                <c:pt idx="297">
                  <c:v>-8.4891999999999995E-2</c:v>
                </c:pt>
                <c:pt idx="298">
                  <c:v>-0.101447</c:v>
                </c:pt>
                <c:pt idx="299">
                  <c:v>-0.21141699999999999</c:v>
                </c:pt>
                <c:pt idx="300">
                  <c:v>-9.3040999999999999E-2</c:v>
                </c:pt>
                <c:pt idx="301">
                  <c:v>-7.2724999999999998E-2</c:v>
                </c:pt>
                <c:pt idx="302">
                  <c:v>-6.8185999999999997E-2</c:v>
                </c:pt>
                <c:pt idx="303">
                  <c:v>-8.0474000000000004E-2</c:v>
                </c:pt>
                <c:pt idx="304">
                  <c:v>-0.101384</c:v>
                </c:pt>
                <c:pt idx="305">
                  <c:v>5.1599999999999997E-4</c:v>
                </c:pt>
                <c:pt idx="306">
                  <c:v>-0.172564</c:v>
                </c:pt>
                <c:pt idx="307">
                  <c:v>-0.122917</c:v>
                </c:pt>
                <c:pt idx="308">
                  <c:v>-0.15996099999999999</c:v>
                </c:pt>
                <c:pt idx="309">
                  <c:v>-0.164933</c:v>
                </c:pt>
                <c:pt idx="310">
                  <c:v>-0.172657</c:v>
                </c:pt>
                <c:pt idx="311">
                  <c:v>-0.172069</c:v>
                </c:pt>
                <c:pt idx="312">
                  <c:v>1.3903E-2</c:v>
                </c:pt>
                <c:pt idx="313">
                  <c:v>-6.9512000000000004E-2</c:v>
                </c:pt>
                <c:pt idx="314">
                  <c:v>-8.2477999999999996E-2</c:v>
                </c:pt>
                <c:pt idx="315">
                  <c:v>-9.1562000000000004E-2</c:v>
                </c:pt>
                <c:pt idx="316">
                  <c:v>-0.13763400000000001</c:v>
                </c:pt>
                <c:pt idx="317">
                  <c:v>-0.21437400000000001</c:v>
                </c:pt>
                <c:pt idx="318">
                  <c:v>-0.224356</c:v>
                </c:pt>
                <c:pt idx="319">
                  <c:v>-0.120142</c:v>
                </c:pt>
                <c:pt idx="320">
                  <c:v>-0.10020900000000001</c:v>
                </c:pt>
                <c:pt idx="321">
                  <c:v>-0.129408</c:v>
                </c:pt>
                <c:pt idx="322">
                  <c:v>-5.9333999999999998E-2</c:v>
                </c:pt>
                <c:pt idx="323">
                  <c:v>-0.17323</c:v>
                </c:pt>
                <c:pt idx="324">
                  <c:v>-0.17566200000000001</c:v>
                </c:pt>
                <c:pt idx="325">
                  <c:v>-0.219885</c:v>
                </c:pt>
                <c:pt idx="326">
                  <c:v>-0.22088099999999999</c:v>
                </c:pt>
                <c:pt idx="327">
                  <c:v>-0.215279</c:v>
                </c:pt>
                <c:pt idx="328">
                  <c:v>-0.19961999999999999</c:v>
                </c:pt>
                <c:pt idx="329">
                  <c:v>-0.170878</c:v>
                </c:pt>
                <c:pt idx="330">
                  <c:v>-0.142207</c:v>
                </c:pt>
                <c:pt idx="331">
                  <c:v>-5.2906000000000002E-2</c:v>
                </c:pt>
                <c:pt idx="332">
                  <c:v>-0.13126399999999999</c:v>
                </c:pt>
                <c:pt idx="333">
                  <c:v>-0.173924</c:v>
                </c:pt>
                <c:pt idx="334">
                  <c:v>-0.106742</c:v>
                </c:pt>
                <c:pt idx="335">
                  <c:v>-0.193638</c:v>
                </c:pt>
                <c:pt idx="336">
                  <c:v>-0.19726199999999999</c:v>
                </c:pt>
                <c:pt idx="337">
                  <c:v>-4.2483E-2</c:v>
                </c:pt>
                <c:pt idx="338">
                  <c:v>-8.2322000000000006E-2</c:v>
                </c:pt>
                <c:pt idx="339">
                  <c:v>-0.17343500000000001</c:v>
                </c:pt>
                <c:pt idx="340">
                  <c:v>-0.17294200000000001</c:v>
                </c:pt>
                <c:pt idx="341">
                  <c:v>-0.18106900000000001</c:v>
                </c:pt>
                <c:pt idx="342">
                  <c:v>-0.135209</c:v>
                </c:pt>
                <c:pt idx="343">
                  <c:v>-0.16995199999999999</c:v>
                </c:pt>
                <c:pt idx="344">
                  <c:v>-0.25107099999999999</c:v>
                </c:pt>
                <c:pt idx="345">
                  <c:v>-0.18976399999999999</c:v>
                </c:pt>
                <c:pt idx="346">
                  <c:v>-6.3792000000000001E-2</c:v>
                </c:pt>
                <c:pt idx="347">
                  <c:v>-0.16984099999999999</c:v>
                </c:pt>
                <c:pt idx="348">
                  <c:v>-0.16103400000000001</c:v>
                </c:pt>
                <c:pt idx="349">
                  <c:v>-5.5170999999999998E-2</c:v>
                </c:pt>
                <c:pt idx="350">
                  <c:v>-8.2423999999999997E-2</c:v>
                </c:pt>
                <c:pt idx="351">
                  <c:v>-0.24452499999999999</c:v>
                </c:pt>
                <c:pt idx="352">
                  <c:v>-0.25784899999999999</c:v>
                </c:pt>
                <c:pt idx="353">
                  <c:v>-0.18077499999999999</c:v>
                </c:pt>
                <c:pt idx="354">
                  <c:v>-0.32719500000000001</c:v>
                </c:pt>
                <c:pt idx="355">
                  <c:v>-0.123195</c:v>
                </c:pt>
                <c:pt idx="356">
                  <c:v>-0.276864</c:v>
                </c:pt>
                <c:pt idx="357">
                  <c:v>-0.31500899999999998</c:v>
                </c:pt>
                <c:pt idx="358">
                  <c:v>-0.108767</c:v>
                </c:pt>
                <c:pt idx="359">
                  <c:v>-0.111654</c:v>
                </c:pt>
                <c:pt idx="360">
                  <c:v>-0.112237</c:v>
                </c:pt>
                <c:pt idx="361">
                  <c:v>-0.19231599999999999</c:v>
                </c:pt>
                <c:pt idx="362">
                  <c:v>-0.171482</c:v>
                </c:pt>
                <c:pt idx="363">
                  <c:v>-0.14707999999999999</c:v>
                </c:pt>
                <c:pt idx="364">
                  <c:v>-0.106379</c:v>
                </c:pt>
                <c:pt idx="365">
                  <c:v>-6.7859000000000003E-2</c:v>
                </c:pt>
                <c:pt idx="366">
                  <c:v>-0.12839100000000001</c:v>
                </c:pt>
                <c:pt idx="367">
                  <c:v>-0.14190800000000001</c:v>
                </c:pt>
                <c:pt idx="368">
                  <c:v>-0.17321800000000001</c:v>
                </c:pt>
                <c:pt idx="369">
                  <c:v>2.5330000000000001E-3</c:v>
                </c:pt>
                <c:pt idx="370">
                  <c:v>-8.8285000000000002E-2</c:v>
                </c:pt>
                <c:pt idx="371">
                  <c:v>-1.5472E-2</c:v>
                </c:pt>
                <c:pt idx="372">
                  <c:v>-4.3300999999999999E-2</c:v>
                </c:pt>
                <c:pt idx="373">
                  <c:v>-0.10464900000000001</c:v>
                </c:pt>
                <c:pt idx="374">
                  <c:v>-0.14913499999999999</c:v>
                </c:pt>
                <c:pt idx="375">
                  <c:v>-3.8796999999999998E-2</c:v>
                </c:pt>
                <c:pt idx="376">
                  <c:v>-1.4675000000000001E-2</c:v>
                </c:pt>
                <c:pt idx="377">
                  <c:v>-0.17659900000000001</c:v>
                </c:pt>
                <c:pt idx="378">
                  <c:v>-0.192833</c:v>
                </c:pt>
                <c:pt idx="379">
                  <c:v>-8.3040000000000003E-2</c:v>
                </c:pt>
                <c:pt idx="380">
                  <c:v>-0.13325100000000001</c:v>
                </c:pt>
                <c:pt idx="381">
                  <c:v>-0.14151</c:v>
                </c:pt>
                <c:pt idx="382">
                  <c:v>-0.30970700000000001</c:v>
                </c:pt>
                <c:pt idx="383">
                  <c:v>-0.197463</c:v>
                </c:pt>
                <c:pt idx="384">
                  <c:v>-8.8230000000000003E-2</c:v>
                </c:pt>
                <c:pt idx="385">
                  <c:v>-7.0767999999999998E-2</c:v>
                </c:pt>
                <c:pt idx="386">
                  <c:v>-0.203928</c:v>
                </c:pt>
                <c:pt idx="387">
                  <c:v>-0.16148699999999999</c:v>
                </c:pt>
                <c:pt idx="388">
                  <c:v>-0.153669</c:v>
                </c:pt>
                <c:pt idx="389">
                  <c:v>-2.2700000000000001E-2</c:v>
                </c:pt>
                <c:pt idx="390">
                  <c:v>-0.13233500000000001</c:v>
                </c:pt>
                <c:pt idx="391">
                  <c:v>-1.2749E-2</c:v>
                </c:pt>
                <c:pt idx="392">
                  <c:v>-0.18854699999999999</c:v>
                </c:pt>
                <c:pt idx="393">
                  <c:v>-0.210506</c:v>
                </c:pt>
                <c:pt idx="394">
                  <c:v>-6.8925E-2</c:v>
                </c:pt>
                <c:pt idx="395">
                  <c:v>-0.164435</c:v>
                </c:pt>
                <c:pt idx="396">
                  <c:v>-0.133767</c:v>
                </c:pt>
                <c:pt idx="397">
                  <c:v>-0.134412</c:v>
                </c:pt>
                <c:pt idx="398">
                  <c:v>-0.12828100000000001</c:v>
                </c:pt>
                <c:pt idx="399">
                  <c:v>-0.16181599999999999</c:v>
                </c:pt>
                <c:pt idx="400">
                  <c:v>-0.245866</c:v>
                </c:pt>
                <c:pt idx="401">
                  <c:v>-0.19200400000000001</c:v>
                </c:pt>
                <c:pt idx="402">
                  <c:v>-0.117728</c:v>
                </c:pt>
                <c:pt idx="403">
                  <c:v>-0.15931699999999999</c:v>
                </c:pt>
                <c:pt idx="404">
                  <c:v>-0.25823800000000002</c:v>
                </c:pt>
                <c:pt idx="405">
                  <c:v>-0.15029600000000001</c:v>
                </c:pt>
                <c:pt idx="406">
                  <c:v>-0.21013699999999999</c:v>
                </c:pt>
                <c:pt idx="407">
                  <c:v>-0.17189299999999999</c:v>
                </c:pt>
                <c:pt idx="408">
                  <c:v>-7.1936E-2</c:v>
                </c:pt>
                <c:pt idx="409">
                  <c:v>-0.118836</c:v>
                </c:pt>
                <c:pt idx="410">
                  <c:v>4.156E-3</c:v>
                </c:pt>
                <c:pt idx="411">
                  <c:v>-0.124306</c:v>
                </c:pt>
                <c:pt idx="412">
                  <c:v>-0.152949</c:v>
                </c:pt>
                <c:pt idx="413">
                  <c:v>-0.205541</c:v>
                </c:pt>
                <c:pt idx="414">
                  <c:v>-0.239677</c:v>
                </c:pt>
                <c:pt idx="415">
                  <c:v>-0.19176000000000001</c:v>
                </c:pt>
                <c:pt idx="416">
                  <c:v>-0.13383700000000001</c:v>
                </c:pt>
                <c:pt idx="417">
                  <c:v>-0.21302499999999999</c:v>
                </c:pt>
                <c:pt idx="418">
                  <c:v>-0.28392200000000001</c:v>
                </c:pt>
                <c:pt idx="419">
                  <c:v>-0.29696499999999998</c:v>
                </c:pt>
                <c:pt idx="420">
                  <c:v>-0.21011099999999999</c:v>
                </c:pt>
                <c:pt idx="421">
                  <c:v>-0.24027200000000001</c:v>
                </c:pt>
                <c:pt idx="422">
                  <c:v>-0.25495699999999999</c:v>
                </c:pt>
                <c:pt idx="423">
                  <c:v>-0.228631</c:v>
                </c:pt>
                <c:pt idx="424">
                  <c:v>-9.6764000000000003E-2</c:v>
                </c:pt>
                <c:pt idx="425">
                  <c:v>-0.13842399999999999</c:v>
                </c:pt>
                <c:pt idx="426">
                  <c:v>-0.118878</c:v>
                </c:pt>
                <c:pt idx="427">
                  <c:v>-9.2299000000000006E-2</c:v>
                </c:pt>
                <c:pt idx="428">
                  <c:v>-0.122833</c:v>
                </c:pt>
                <c:pt idx="429">
                  <c:v>-6.3419000000000003E-2</c:v>
                </c:pt>
                <c:pt idx="430">
                  <c:v>-0.10956200000000001</c:v>
                </c:pt>
                <c:pt idx="431">
                  <c:v>-0.16694600000000001</c:v>
                </c:pt>
                <c:pt idx="432">
                  <c:v>-0.193832</c:v>
                </c:pt>
                <c:pt idx="433">
                  <c:v>-0.17958099999999999</c:v>
                </c:pt>
                <c:pt idx="434">
                  <c:v>-0.22832</c:v>
                </c:pt>
                <c:pt idx="435">
                  <c:v>-0.187887</c:v>
                </c:pt>
                <c:pt idx="436">
                  <c:v>-0.218997</c:v>
                </c:pt>
                <c:pt idx="437">
                  <c:v>-0.18714</c:v>
                </c:pt>
                <c:pt idx="438">
                  <c:v>-0.11744</c:v>
                </c:pt>
                <c:pt idx="439">
                  <c:v>-0.180978</c:v>
                </c:pt>
                <c:pt idx="440">
                  <c:v>-0.20424999999999999</c:v>
                </c:pt>
                <c:pt idx="441">
                  <c:v>-0.227191</c:v>
                </c:pt>
                <c:pt idx="442">
                  <c:v>-0.238368</c:v>
                </c:pt>
                <c:pt idx="443">
                  <c:v>-0.24826699999999999</c:v>
                </c:pt>
                <c:pt idx="444">
                  <c:v>-0.129605</c:v>
                </c:pt>
                <c:pt idx="445">
                  <c:v>-3.1666E-2</c:v>
                </c:pt>
                <c:pt idx="446">
                  <c:v>-0.179144</c:v>
                </c:pt>
                <c:pt idx="447">
                  <c:v>-0.22522500000000001</c:v>
                </c:pt>
                <c:pt idx="448">
                  <c:v>-0.15959999999999999</c:v>
                </c:pt>
                <c:pt idx="449">
                  <c:v>-7.5994000000000006E-2</c:v>
                </c:pt>
                <c:pt idx="450">
                  <c:v>-0.21394299999999999</c:v>
                </c:pt>
                <c:pt idx="451">
                  <c:v>-0.15506500000000001</c:v>
                </c:pt>
                <c:pt idx="452">
                  <c:v>-0.23962800000000001</c:v>
                </c:pt>
                <c:pt idx="453">
                  <c:v>-0.21779200000000001</c:v>
                </c:pt>
                <c:pt idx="454">
                  <c:v>-0.27439999999999998</c:v>
                </c:pt>
                <c:pt idx="455">
                  <c:v>-0.28261799999999998</c:v>
                </c:pt>
                <c:pt idx="456">
                  <c:v>-0.173627</c:v>
                </c:pt>
                <c:pt idx="457">
                  <c:v>-0.25038300000000002</c:v>
                </c:pt>
                <c:pt idx="458">
                  <c:v>-0.14658499999999999</c:v>
                </c:pt>
                <c:pt idx="459">
                  <c:v>-0.192942</c:v>
                </c:pt>
                <c:pt idx="460">
                  <c:v>-0.208088</c:v>
                </c:pt>
                <c:pt idx="461">
                  <c:v>-0.181751</c:v>
                </c:pt>
                <c:pt idx="462">
                  <c:v>-0.20738400000000001</c:v>
                </c:pt>
                <c:pt idx="463">
                  <c:v>-0.16939199999999999</c:v>
                </c:pt>
                <c:pt idx="464">
                  <c:v>-0.25348700000000002</c:v>
                </c:pt>
                <c:pt idx="465">
                  <c:v>-9.8512000000000002E-2</c:v>
                </c:pt>
                <c:pt idx="466">
                  <c:v>-0.12182900000000001</c:v>
                </c:pt>
                <c:pt idx="467">
                  <c:v>-5.8130000000000001E-2</c:v>
                </c:pt>
                <c:pt idx="468">
                  <c:v>-7.6372999999999996E-2</c:v>
                </c:pt>
                <c:pt idx="469">
                  <c:v>-0.13580300000000001</c:v>
                </c:pt>
                <c:pt idx="470">
                  <c:v>-0.121103</c:v>
                </c:pt>
                <c:pt idx="471">
                  <c:v>-5.3215999999999999E-2</c:v>
                </c:pt>
                <c:pt idx="472">
                  <c:v>-8.8320999999999997E-2</c:v>
                </c:pt>
                <c:pt idx="473">
                  <c:v>-7.1999999999999995E-2</c:v>
                </c:pt>
                <c:pt idx="474">
                  <c:v>-9.8216999999999999E-2</c:v>
                </c:pt>
                <c:pt idx="475">
                  <c:v>-9.1655E-2</c:v>
                </c:pt>
                <c:pt idx="476">
                  <c:v>-0.12137100000000001</c:v>
                </c:pt>
                <c:pt idx="477">
                  <c:v>-0.10741299999999999</c:v>
                </c:pt>
                <c:pt idx="478">
                  <c:v>-0.19755800000000001</c:v>
                </c:pt>
                <c:pt idx="479">
                  <c:v>-0.12142799999999999</c:v>
                </c:pt>
                <c:pt idx="480">
                  <c:v>-0.15072199999999999</c:v>
                </c:pt>
                <c:pt idx="481">
                  <c:v>-7.8579999999999997E-2</c:v>
                </c:pt>
                <c:pt idx="482">
                  <c:v>-0.185363</c:v>
                </c:pt>
                <c:pt idx="483">
                  <c:v>-0.17557400000000001</c:v>
                </c:pt>
                <c:pt idx="484">
                  <c:v>-0.28878300000000001</c:v>
                </c:pt>
                <c:pt idx="485">
                  <c:v>-0.164549</c:v>
                </c:pt>
                <c:pt idx="486">
                  <c:v>-7.0593000000000003E-2</c:v>
                </c:pt>
                <c:pt idx="487">
                  <c:v>-9.1651999999999997E-2</c:v>
                </c:pt>
                <c:pt idx="488">
                  <c:v>-0.156585</c:v>
                </c:pt>
                <c:pt idx="489">
                  <c:v>-0.10012799999999999</c:v>
                </c:pt>
                <c:pt idx="490">
                  <c:v>-5.7329999999999999E-2</c:v>
                </c:pt>
                <c:pt idx="491">
                  <c:v>-3.9720999999999999E-2</c:v>
                </c:pt>
                <c:pt idx="492">
                  <c:v>-0.17435899999999999</c:v>
                </c:pt>
                <c:pt idx="493">
                  <c:v>-8.8800000000000004E-2</c:v>
                </c:pt>
                <c:pt idx="494">
                  <c:v>-0.130439</c:v>
                </c:pt>
                <c:pt idx="495">
                  <c:v>-0.13003700000000001</c:v>
                </c:pt>
                <c:pt idx="496">
                  <c:v>-9.2673000000000005E-2</c:v>
                </c:pt>
                <c:pt idx="497">
                  <c:v>-7.1401000000000006E-2</c:v>
                </c:pt>
                <c:pt idx="498">
                  <c:v>-0.203399</c:v>
                </c:pt>
                <c:pt idx="499">
                  <c:v>-0.22715099999999999</c:v>
                </c:pt>
                <c:pt idx="500">
                  <c:v>-8.9185E-2</c:v>
                </c:pt>
                <c:pt idx="501">
                  <c:v>-0.119978</c:v>
                </c:pt>
                <c:pt idx="502">
                  <c:v>-0.11963500000000001</c:v>
                </c:pt>
                <c:pt idx="503">
                  <c:v>-9.5592999999999997E-2</c:v>
                </c:pt>
                <c:pt idx="504">
                  <c:v>-0.12681400000000001</c:v>
                </c:pt>
                <c:pt idx="505">
                  <c:v>-0.15015600000000001</c:v>
                </c:pt>
                <c:pt idx="506">
                  <c:v>-0.13871</c:v>
                </c:pt>
                <c:pt idx="507">
                  <c:v>-0.112594</c:v>
                </c:pt>
                <c:pt idx="508">
                  <c:v>-0.119495</c:v>
                </c:pt>
                <c:pt idx="509">
                  <c:v>-0.109746</c:v>
                </c:pt>
                <c:pt idx="510">
                  <c:v>-0.11353100000000001</c:v>
                </c:pt>
                <c:pt idx="511">
                  <c:v>-0.115911</c:v>
                </c:pt>
                <c:pt idx="512">
                  <c:v>-0.119046</c:v>
                </c:pt>
                <c:pt idx="513">
                  <c:v>-0.16291700000000001</c:v>
                </c:pt>
                <c:pt idx="514">
                  <c:v>-0.22581799999999999</c:v>
                </c:pt>
                <c:pt idx="515">
                  <c:v>-0.24487100000000001</c:v>
                </c:pt>
                <c:pt idx="516">
                  <c:v>-0.14654200000000001</c:v>
                </c:pt>
                <c:pt idx="517">
                  <c:v>-0.15184</c:v>
                </c:pt>
                <c:pt idx="518">
                  <c:v>-0.14838499999999999</c:v>
                </c:pt>
                <c:pt idx="519">
                  <c:v>-0.120559</c:v>
                </c:pt>
                <c:pt idx="520">
                  <c:v>-0.15182799999999999</c:v>
                </c:pt>
                <c:pt idx="521">
                  <c:v>-3.7851000000000003E-2</c:v>
                </c:pt>
                <c:pt idx="522">
                  <c:v>-3.9031000000000003E-2</c:v>
                </c:pt>
                <c:pt idx="523">
                  <c:v>-5.9448000000000001E-2</c:v>
                </c:pt>
                <c:pt idx="524">
                  <c:v>-0.108378</c:v>
                </c:pt>
                <c:pt idx="525">
                  <c:v>-0.19237399999999999</c:v>
                </c:pt>
                <c:pt idx="526">
                  <c:v>-0.192828</c:v>
                </c:pt>
                <c:pt idx="527">
                  <c:v>-0.173323</c:v>
                </c:pt>
                <c:pt idx="528">
                  <c:v>-0.32343699999999997</c:v>
                </c:pt>
                <c:pt idx="529">
                  <c:v>-0.139075</c:v>
                </c:pt>
                <c:pt idx="530">
                  <c:v>-0.15964400000000001</c:v>
                </c:pt>
                <c:pt idx="531">
                  <c:v>-0.17539299999999999</c:v>
                </c:pt>
                <c:pt idx="532">
                  <c:v>-0.16000800000000001</c:v>
                </c:pt>
                <c:pt idx="533">
                  <c:v>-0.14086299999999999</c:v>
                </c:pt>
                <c:pt idx="534">
                  <c:v>-0.15468399999999999</c:v>
                </c:pt>
                <c:pt idx="535">
                  <c:v>-0.18178800000000001</c:v>
                </c:pt>
                <c:pt idx="536">
                  <c:v>-2.6506999999999999E-2</c:v>
                </c:pt>
                <c:pt idx="537">
                  <c:v>-2.6297000000000001E-2</c:v>
                </c:pt>
                <c:pt idx="538">
                  <c:v>-0.11756900000000001</c:v>
                </c:pt>
                <c:pt idx="539">
                  <c:v>-5.8459999999999998E-2</c:v>
                </c:pt>
                <c:pt idx="540">
                  <c:v>-9.5221E-2</c:v>
                </c:pt>
                <c:pt idx="541">
                  <c:v>-7.8811000000000006E-2</c:v>
                </c:pt>
                <c:pt idx="542">
                  <c:v>-0.13218199999999999</c:v>
                </c:pt>
                <c:pt idx="543">
                  <c:v>-0.14771100000000001</c:v>
                </c:pt>
                <c:pt idx="544">
                  <c:v>-0.16869000000000001</c:v>
                </c:pt>
                <c:pt idx="545">
                  <c:v>-0.175793</c:v>
                </c:pt>
                <c:pt idx="546">
                  <c:v>-0.174432</c:v>
                </c:pt>
                <c:pt idx="547">
                  <c:v>-8.5022E-2</c:v>
                </c:pt>
                <c:pt idx="548">
                  <c:v>-0.149036</c:v>
                </c:pt>
                <c:pt idx="549">
                  <c:v>-0.20966199999999999</c:v>
                </c:pt>
                <c:pt idx="550">
                  <c:v>-0.12310599999999999</c:v>
                </c:pt>
                <c:pt idx="551">
                  <c:v>-0.17296300000000001</c:v>
                </c:pt>
                <c:pt idx="552">
                  <c:v>-0.189722</c:v>
                </c:pt>
                <c:pt idx="553">
                  <c:v>-5.2181999999999999E-2</c:v>
                </c:pt>
                <c:pt idx="554">
                  <c:v>1.8599999999999998E-2</c:v>
                </c:pt>
                <c:pt idx="555">
                  <c:v>3.8614000000000002E-2</c:v>
                </c:pt>
                <c:pt idx="556">
                  <c:v>-3.1841000000000001E-2</c:v>
                </c:pt>
                <c:pt idx="557">
                  <c:v>-0.12125900000000001</c:v>
                </c:pt>
                <c:pt idx="558">
                  <c:v>-9.9585999999999994E-2</c:v>
                </c:pt>
                <c:pt idx="559">
                  <c:v>-0.13253999999999999</c:v>
                </c:pt>
                <c:pt idx="560">
                  <c:v>-0.13944599999999999</c:v>
                </c:pt>
                <c:pt idx="561">
                  <c:v>-0.161992</c:v>
                </c:pt>
                <c:pt idx="562">
                  <c:v>-1.1372999999999999E-2</c:v>
                </c:pt>
                <c:pt idx="563">
                  <c:v>-0.15117900000000001</c:v>
                </c:pt>
                <c:pt idx="564">
                  <c:v>-9.6308000000000005E-2</c:v>
                </c:pt>
                <c:pt idx="565">
                  <c:v>-0.176597</c:v>
                </c:pt>
                <c:pt idx="566">
                  <c:v>-9.6143000000000006E-2</c:v>
                </c:pt>
                <c:pt idx="567">
                  <c:v>-0.198216</c:v>
                </c:pt>
                <c:pt idx="568">
                  <c:v>-0.14535300000000001</c:v>
                </c:pt>
                <c:pt idx="569">
                  <c:v>-0.178117</c:v>
                </c:pt>
                <c:pt idx="570">
                  <c:v>-0.145061</c:v>
                </c:pt>
                <c:pt idx="571">
                  <c:v>-0.10963199999999999</c:v>
                </c:pt>
                <c:pt idx="572">
                  <c:v>-3.2079999999999997E-2</c:v>
                </c:pt>
                <c:pt idx="573">
                  <c:v>3.2798000000000001E-2</c:v>
                </c:pt>
                <c:pt idx="574">
                  <c:v>-4.4613E-2</c:v>
                </c:pt>
                <c:pt idx="575">
                  <c:v>-7.7164999999999997E-2</c:v>
                </c:pt>
                <c:pt idx="576">
                  <c:v>-0.137655</c:v>
                </c:pt>
                <c:pt idx="577">
                  <c:v>-0.14870700000000001</c:v>
                </c:pt>
                <c:pt idx="578">
                  <c:v>-8.5232000000000002E-2</c:v>
                </c:pt>
                <c:pt idx="579">
                  <c:v>-8.5530999999999996E-2</c:v>
                </c:pt>
                <c:pt idx="580">
                  <c:v>-0.15922600000000001</c:v>
                </c:pt>
                <c:pt idx="581">
                  <c:v>-0.18509700000000001</c:v>
                </c:pt>
                <c:pt idx="582">
                  <c:v>-0.20735300000000001</c:v>
                </c:pt>
                <c:pt idx="583">
                  <c:v>-0.14033999999999999</c:v>
                </c:pt>
                <c:pt idx="584">
                  <c:v>-0.23489199999999999</c:v>
                </c:pt>
                <c:pt idx="585">
                  <c:v>-0.12464600000000001</c:v>
                </c:pt>
                <c:pt idx="586">
                  <c:v>-0.135382</c:v>
                </c:pt>
                <c:pt idx="587">
                  <c:v>-0.20172100000000001</c:v>
                </c:pt>
                <c:pt idx="588">
                  <c:v>-0.18859200000000001</c:v>
                </c:pt>
                <c:pt idx="589">
                  <c:v>-5.7636E-2</c:v>
                </c:pt>
                <c:pt idx="590">
                  <c:v>-9.2786999999999994E-2</c:v>
                </c:pt>
                <c:pt idx="591">
                  <c:v>-0.118641</c:v>
                </c:pt>
                <c:pt idx="592">
                  <c:v>-4.6974000000000002E-2</c:v>
                </c:pt>
                <c:pt idx="593">
                  <c:v>-9.5957000000000001E-2</c:v>
                </c:pt>
                <c:pt idx="594">
                  <c:v>-0.13465099999999999</c:v>
                </c:pt>
                <c:pt idx="595">
                  <c:v>-0.10381700000000001</c:v>
                </c:pt>
                <c:pt idx="596">
                  <c:v>-0.14281199999999999</c:v>
                </c:pt>
                <c:pt idx="597">
                  <c:v>-0.195991</c:v>
                </c:pt>
                <c:pt idx="598">
                  <c:v>-0.15986500000000001</c:v>
                </c:pt>
                <c:pt idx="599">
                  <c:v>-0.144317</c:v>
                </c:pt>
                <c:pt idx="600">
                  <c:v>-0.102996</c:v>
                </c:pt>
                <c:pt idx="601">
                  <c:v>-9.8720000000000002E-2</c:v>
                </c:pt>
                <c:pt idx="602">
                  <c:v>-0.18770000000000001</c:v>
                </c:pt>
                <c:pt idx="603">
                  <c:v>-0.178005</c:v>
                </c:pt>
                <c:pt idx="604">
                  <c:v>-0.17748</c:v>
                </c:pt>
                <c:pt idx="605">
                  <c:v>-0.212448</c:v>
                </c:pt>
                <c:pt idx="606">
                  <c:v>-0.14768700000000001</c:v>
                </c:pt>
                <c:pt idx="607">
                  <c:v>-0.2263</c:v>
                </c:pt>
                <c:pt idx="608">
                  <c:v>-3.8226999999999997E-2</c:v>
                </c:pt>
                <c:pt idx="609">
                  <c:v>-0.14230400000000001</c:v>
                </c:pt>
                <c:pt idx="610">
                  <c:v>-8.5128999999999996E-2</c:v>
                </c:pt>
                <c:pt idx="611">
                  <c:v>-0.188078</c:v>
                </c:pt>
                <c:pt idx="612">
                  <c:v>-9.2666999999999999E-2</c:v>
                </c:pt>
                <c:pt idx="613">
                  <c:v>-0.12157900000000001</c:v>
                </c:pt>
                <c:pt idx="614">
                  <c:v>-0.107859</c:v>
                </c:pt>
                <c:pt idx="615">
                  <c:v>-0.100271</c:v>
                </c:pt>
                <c:pt idx="616">
                  <c:v>-0.191107</c:v>
                </c:pt>
                <c:pt idx="617">
                  <c:v>-0.106043</c:v>
                </c:pt>
                <c:pt idx="618">
                  <c:v>-6.5300999999999998E-2</c:v>
                </c:pt>
                <c:pt idx="619">
                  <c:v>-0.147226</c:v>
                </c:pt>
                <c:pt idx="620">
                  <c:v>-0.41099599999999997</c:v>
                </c:pt>
                <c:pt idx="621">
                  <c:v>-0.18548899999999999</c:v>
                </c:pt>
                <c:pt idx="622">
                  <c:v>-0.11376699999999999</c:v>
                </c:pt>
                <c:pt idx="623">
                  <c:v>-0.12897700000000001</c:v>
                </c:pt>
                <c:pt idx="624">
                  <c:v>-0.15557099999999999</c:v>
                </c:pt>
                <c:pt idx="625">
                  <c:v>-0.19635</c:v>
                </c:pt>
                <c:pt idx="626">
                  <c:v>-0.11730599999999999</c:v>
                </c:pt>
                <c:pt idx="627">
                  <c:v>-8.9499999999999996E-3</c:v>
                </c:pt>
                <c:pt idx="628">
                  <c:v>-0.12418999999999999</c:v>
                </c:pt>
                <c:pt idx="629">
                  <c:v>-0.112231</c:v>
                </c:pt>
                <c:pt idx="630">
                  <c:v>-0.11351899999999999</c:v>
                </c:pt>
                <c:pt idx="631">
                  <c:v>1.7432E-2</c:v>
                </c:pt>
                <c:pt idx="632">
                  <c:v>-9.3046000000000004E-2</c:v>
                </c:pt>
                <c:pt idx="633">
                  <c:v>-0.101397</c:v>
                </c:pt>
                <c:pt idx="634">
                  <c:v>-0.116025</c:v>
                </c:pt>
                <c:pt idx="635">
                  <c:v>-7.9683000000000004E-2</c:v>
                </c:pt>
                <c:pt idx="636">
                  <c:v>-0.19575300000000001</c:v>
                </c:pt>
                <c:pt idx="637">
                  <c:v>-0.14238200000000001</c:v>
                </c:pt>
                <c:pt idx="638">
                  <c:v>-0.20732300000000001</c:v>
                </c:pt>
                <c:pt idx="639">
                  <c:v>-0.19009000000000001</c:v>
                </c:pt>
                <c:pt idx="640">
                  <c:v>-0.15645300000000001</c:v>
                </c:pt>
                <c:pt idx="641">
                  <c:v>-0.115797</c:v>
                </c:pt>
                <c:pt idx="642">
                  <c:v>-0.20841799999999999</c:v>
                </c:pt>
                <c:pt idx="643">
                  <c:v>-0.14372499999999999</c:v>
                </c:pt>
                <c:pt idx="644">
                  <c:v>-0.145283</c:v>
                </c:pt>
                <c:pt idx="645">
                  <c:v>-0.13456799999999999</c:v>
                </c:pt>
                <c:pt idx="646">
                  <c:v>-0.20064100000000001</c:v>
                </c:pt>
                <c:pt idx="647">
                  <c:v>-3.5249000000000003E-2</c:v>
                </c:pt>
                <c:pt idx="648">
                  <c:v>4.4330000000000003E-3</c:v>
                </c:pt>
                <c:pt idx="649">
                  <c:v>-7.1794999999999998E-2</c:v>
                </c:pt>
                <c:pt idx="650">
                  <c:v>-0.116297</c:v>
                </c:pt>
                <c:pt idx="651">
                  <c:v>-0.14088300000000001</c:v>
                </c:pt>
                <c:pt idx="652">
                  <c:v>-9.6254999999999993E-2</c:v>
                </c:pt>
                <c:pt idx="653">
                  <c:v>-8.8223999999999997E-2</c:v>
                </c:pt>
                <c:pt idx="654">
                  <c:v>-0.10807899999999999</c:v>
                </c:pt>
                <c:pt idx="655">
                  <c:v>-0.14413300000000001</c:v>
                </c:pt>
                <c:pt idx="656">
                  <c:v>-0.11371299999999999</c:v>
                </c:pt>
                <c:pt idx="657">
                  <c:v>-0.122268</c:v>
                </c:pt>
                <c:pt idx="658">
                  <c:v>-0.113673</c:v>
                </c:pt>
                <c:pt idx="659">
                  <c:v>-8.0951999999999996E-2</c:v>
                </c:pt>
                <c:pt idx="660">
                  <c:v>-0.11219800000000001</c:v>
                </c:pt>
                <c:pt idx="661">
                  <c:v>-0.10261099999999999</c:v>
                </c:pt>
                <c:pt idx="662">
                  <c:v>-0.127554</c:v>
                </c:pt>
                <c:pt idx="663">
                  <c:v>-0.234016</c:v>
                </c:pt>
                <c:pt idx="664">
                  <c:v>-0.19240699999999999</c:v>
                </c:pt>
                <c:pt idx="665">
                  <c:v>-0.24376100000000001</c:v>
                </c:pt>
                <c:pt idx="666">
                  <c:v>-0.14875099999999999</c:v>
                </c:pt>
                <c:pt idx="667">
                  <c:v>-0.20753199999999999</c:v>
                </c:pt>
                <c:pt idx="668">
                  <c:v>-2.9812000000000002E-2</c:v>
                </c:pt>
                <c:pt idx="669">
                  <c:v>-0.104855</c:v>
                </c:pt>
                <c:pt idx="670">
                  <c:v>-5.0159000000000002E-2</c:v>
                </c:pt>
                <c:pt idx="671">
                  <c:v>-3.4526000000000001E-2</c:v>
                </c:pt>
                <c:pt idx="672">
                  <c:v>2.2186999999999998E-2</c:v>
                </c:pt>
                <c:pt idx="673">
                  <c:v>-0.183389</c:v>
                </c:pt>
                <c:pt idx="674">
                  <c:v>-2.0417000000000001E-2</c:v>
                </c:pt>
                <c:pt idx="675">
                  <c:v>-0.129466</c:v>
                </c:pt>
                <c:pt idx="676">
                  <c:v>-8.3728999999999998E-2</c:v>
                </c:pt>
                <c:pt idx="677">
                  <c:v>-0.13869799999999999</c:v>
                </c:pt>
                <c:pt idx="678">
                  <c:v>-0.14668999999999999</c:v>
                </c:pt>
                <c:pt idx="679">
                  <c:v>-0.12701100000000001</c:v>
                </c:pt>
                <c:pt idx="680">
                  <c:v>-0.11401500000000001</c:v>
                </c:pt>
                <c:pt idx="681">
                  <c:v>-0.114824</c:v>
                </c:pt>
                <c:pt idx="682">
                  <c:v>-0.18265899999999999</c:v>
                </c:pt>
                <c:pt idx="683">
                  <c:v>-0.13428899999999999</c:v>
                </c:pt>
                <c:pt idx="684">
                  <c:v>-0.13631099999999999</c:v>
                </c:pt>
                <c:pt idx="685">
                  <c:v>-0.13001599999999999</c:v>
                </c:pt>
                <c:pt idx="686">
                  <c:v>-0.223022</c:v>
                </c:pt>
                <c:pt idx="687">
                  <c:v>-0.15071000000000001</c:v>
                </c:pt>
                <c:pt idx="688">
                  <c:v>-0.24224100000000001</c:v>
                </c:pt>
                <c:pt idx="689">
                  <c:v>-0.10653799999999999</c:v>
                </c:pt>
                <c:pt idx="690">
                  <c:v>-4.3618999999999998E-2</c:v>
                </c:pt>
                <c:pt idx="691">
                  <c:v>-6.3117000000000006E-2</c:v>
                </c:pt>
                <c:pt idx="692">
                  <c:v>-8.4693000000000004E-2</c:v>
                </c:pt>
                <c:pt idx="693">
                  <c:v>-7.9954999999999998E-2</c:v>
                </c:pt>
                <c:pt idx="694">
                  <c:v>-0.140596</c:v>
                </c:pt>
                <c:pt idx="695">
                  <c:v>-1.9682999999999999E-2</c:v>
                </c:pt>
                <c:pt idx="696">
                  <c:v>-4.5290999999999998E-2</c:v>
                </c:pt>
                <c:pt idx="697">
                  <c:v>-1.9370999999999999E-2</c:v>
                </c:pt>
                <c:pt idx="698">
                  <c:v>-0.116341</c:v>
                </c:pt>
                <c:pt idx="699">
                  <c:v>-5.3601000000000003E-2</c:v>
                </c:pt>
                <c:pt idx="700">
                  <c:v>-8.7767999999999999E-2</c:v>
                </c:pt>
                <c:pt idx="701">
                  <c:v>-7.0033999999999999E-2</c:v>
                </c:pt>
                <c:pt idx="702">
                  <c:v>-0.10244</c:v>
                </c:pt>
                <c:pt idx="703">
                  <c:v>-3.9659E-2</c:v>
                </c:pt>
                <c:pt idx="704">
                  <c:v>-9.9163000000000001E-2</c:v>
                </c:pt>
                <c:pt idx="705">
                  <c:v>-9.3076999999999993E-2</c:v>
                </c:pt>
                <c:pt idx="706">
                  <c:v>-0.18108199999999999</c:v>
                </c:pt>
                <c:pt idx="707">
                  <c:v>-0.120823</c:v>
                </c:pt>
                <c:pt idx="708">
                  <c:v>-0.16165599999999999</c:v>
                </c:pt>
                <c:pt idx="709">
                  <c:v>-9.6216999999999997E-2</c:v>
                </c:pt>
                <c:pt idx="710">
                  <c:v>-0.13019700000000001</c:v>
                </c:pt>
                <c:pt idx="711">
                  <c:v>-0.17979100000000001</c:v>
                </c:pt>
                <c:pt idx="712">
                  <c:v>-0.227164</c:v>
                </c:pt>
                <c:pt idx="713">
                  <c:v>-0.23747699999999999</c:v>
                </c:pt>
                <c:pt idx="714">
                  <c:v>-5.0120999999999999E-2</c:v>
                </c:pt>
                <c:pt idx="715">
                  <c:v>-0.17741899999999999</c:v>
                </c:pt>
                <c:pt idx="716">
                  <c:v>-7.9216999999999996E-2</c:v>
                </c:pt>
                <c:pt idx="717">
                  <c:v>-0.13835</c:v>
                </c:pt>
                <c:pt idx="718">
                  <c:v>-0.116872</c:v>
                </c:pt>
                <c:pt idx="719">
                  <c:v>-0.118076</c:v>
                </c:pt>
                <c:pt idx="720">
                  <c:v>6.6420000000000003E-3</c:v>
                </c:pt>
                <c:pt idx="721">
                  <c:v>1.6029000000000002E-2</c:v>
                </c:pt>
                <c:pt idx="722">
                  <c:v>-6.6664000000000001E-2</c:v>
                </c:pt>
                <c:pt idx="723">
                  <c:v>-0.132526</c:v>
                </c:pt>
                <c:pt idx="724">
                  <c:v>-5.5376000000000002E-2</c:v>
                </c:pt>
                <c:pt idx="725">
                  <c:v>-7.1573999999999999E-2</c:v>
                </c:pt>
                <c:pt idx="726">
                  <c:v>-1.2838E-2</c:v>
                </c:pt>
                <c:pt idx="727">
                  <c:v>-7.2344000000000006E-2</c:v>
                </c:pt>
                <c:pt idx="728">
                  <c:v>-4.2217999999999999E-2</c:v>
                </c:pt>
                <c:pt idx="729">
                  <c:v>-0.108407</c:v>
                </c:pt>
                <c:pt idx="730">
                  <c:v>-0.15887699999999999</c:v>
                </c:pt>
                <c:pt idx="731">
                  <c:v>-0.11587799999999999</c:v>
                </c:pt>
                <c:pt idx="732">
                  <c:v>-8.294E-2</c:v>
                </c:pt>
                <c:pt idx="733">
                  <c:v>-0.31656800000000002</c:v>
                </c:pt>
                <c:pt idx="734">
                  <c:v>-0.203434</c:v>
                </c:pt>
                <c:pt idx="735">
                  <c:v>-7.9744999999999996E-2</c:v>
                </c:pt>
                <c:pt idx="736">
                  <c:v>-0.18521099999999999</c:v>
                </c:pt>
                <c:pt idx="737">
                  <c:v>-0.17892</c:v>
                </c:pt>
                <c:pt idx="738">
                  <c:v>-7.0408999999999999E-2</c:v>
                </c:pt>
                <c:pt idx="739">
                  <c:v>-0.134433</c:v>
                </c:pt>
                <c:pt idx="740">
                  <c:v>-0.15181700000000001</c:v>
                </c:pt>
                <c:pt idx="741">
                  <c:v>-3.2149999999999998E-2</c:v>
                </c:pt>
                <c:pt idx="742">
                  <c:v>-9.2968999999999996E-2</c:v>
                </c:pt>
                <c:pt idx="743">
                  <c:v>-8.6209999999999995E-2</c:v>
                </c:pt>
                <c:pt idx="744">
                  <c:v>-3.3079999999999998E-2</c:v>
                </c:pt>
                <c:pt idx="745">
                  <c:v>-4.0569000000000001E-2</c:v>
                </c:pt>
                <c:pt idx="746">
                  <c:v>1.0430000000000001E-3</c:v>
                </c:pt>
                <c:pt idx="747">
                  <c:v>-9.0310000000000008E-3</c:v>
                </c:pt>
                <c:pt idx="748">
                  <c:v>-5.0553000000000001E-2</c:v>
                </c:pt>
                <c:pt idx="749">
                  <c:v>-4.3423999999999997E-2</c:v>
                </c:pt>
                <c:pt idx="750">
                  <c:v>4.0078999999999997E-2</c:v>
                </c:pt>
                <c:pt idx="751">
                  <c:v>-0.12271899999999999</c:v>
                </c:pt>
                <c:pt idx="752">
                  <c:v>-0.11803900000000001</c:v>
                </c:pt>
                <c:pt idx="753">
                  <c:v>-0.15900500000000001</c:v>
                </c:pt>
                <c:pt idx="754">
                  <c:v>-0.20618500000000001</c:v>
                </c:pt>
                <c:pt idx="755">
                  <c:v>-0.216479</c:v>
                </c:pt>
                <c:pt idx="756">
                  <c:v>-0.207172</c:v>
                </c:pt>
                <c:pt idx="757">
                  <c:v>-0.26088</c:v>
                </c:pt>
                <c:pt idx="758">
                  <c:v>-0.24626000000000001</c:v>
                </c:pt>
                <c:pt idx="759">
                  <c:v>-0.28315400000000002</c:v>
                </c:pt>
                <c:pt idx="760">
                  <c:v>-0.20264699999999999</c:v>
                </c:pt>
                <c:pt idx="761">
                  <c:v>-0.206345</c:v>
                </c:pt>
                <c:pt idx="762">
                  <c:v>-9.4596E-2</c:v>
                </c:pt>
                <c:pt idx="763">
                  <c:v>-0.118813</c:v>
                </c:pt>
                <c:pt idx="764">
                  <c:v>-6.0323000000000002E-2</c:v>
                </c:pt>
                <c:pt idx="765">
                  <c:v>-0.121749</c:v>
                </c:pt>
                <c:pt idx="766">
                  <c:v>-4.3185000000000001E-2</c:v>
                </c:pt>
                <c:pt idx="767">
                  <c:v>-3.4563000000000003E-2</c:v>
                </c:pt>
                <c:pt idx="768">
                  <c:v>-2.0417000000000001E-2</c:v>
                </c:pt>
                <c:pt idx="769">
                  <c:v>-5.5490999999999999E-2</c:v>
                </c:pt>
                <c:pt idx="770">
                  <c:v>-3.6728999999999998E-2</c:v>
                </c:pt>
                <c:pt idx="771">
                  <c:v>-0.18344299999999999</c:v>
                </c:pt>
                <c:pt idx="772">
                  <c:v>-4.7391999999999997E-2</c:v>
                </c:pt>
                <c:pt idx="773">
                  <c:v>-7.3773000000000005E-2</c:v>
                </c:pt>
                <c:pt idx="774">
                  <c:v>-3.8501000000000001E-2</c:v>
                </c:pt>
                <c:pt idx="775">
                  <c:v>-4.3235000000000003E-2</c:v>
                </c:pt>
                <c:pt idx="776">
                  <c:v>-0.25230999999999998</c:v>
                </c:pt>
                <c:pt idx="777">
                  <c:v>-0.31375999999999998</c:v>
                </c:pt>
                <c:pt idx="778">
                  <c:v>-0.328046</c:v>
                </c:pt>
                <c:pt idx="779">
                  <c:v>-0.24410799999999999</c:v>
                </c:pt>
                <c:pt idx="780">
                  <c:v>-8.3642999999999995E-2</c:v>
                </c:pt>
                <c:pt idx="781">
                  <c:v>-0.271924</c:v>
                </c:pt>
                <c:pt idx="782">
                  <c:v>-0.29133599999999998</c:v>
                </c:pt>
                <c:pt idx="783">
                  <c:v>-0.165578</c:v>
                </c:pt>
                <c:pt idx="784">
                  <c:v>-8.3665000000000003E-2</c:v>
                </c:pt>
                <c:pt idx="785">
                  <c:v>-0.18442800000000001</c:v>
                </c:pt>
                <c:pt idx="786">
                  <c:v>-8.7797E-2</c:v>
                </c:pt>
                <c:pt idx="787">
                  <c:v>-6.3264000000000001E-2</c:v>
                </c:pt>
                <c:pt idx="788">
                  <c:v>-6.3870000000000003E-3</c:v>
                </c:pt>
                <c:pt idx="789">
                  <c:v>-7.9091999999999996E-2</c:v>
                </c:pt>
                <c:pt idx="790">
                  <c:v>2.5760999999999999E-2</c:v>
                </c:pt>
                <c:pt idx="791">
                  <c:v>-5.5523000000000003E-2</c:v>
                </c:pt>
                <c:pt idx="792">
                  <c:v>8.1569999999999993E-3</c:v>
                </c:pt>
                <c:pt idx="793">
                  <c:v>-0.139957</c:v>
                </c:pt>
                <c:pt idx="794">
                  <c:v>-1.3029000000000001E-2</c:v>
                </c:pt>
                <c:pt idx="795">
                  <c:v>-6.5521999999999997E-2</c:v>
                </c:pt>
                <c:pt idx="796">
                  <c:v>-7.3648000000000005E-2</c:v>
                </c:pt>
                <c:pt idx="797">
                  <c:v>-0.23446800000000001</c:v>
                </c:pt>
                <c:pt idx="798">
                  <c:v>-0.109581</c:v>
                </c:pt>
                <c:pt idx="799">
                  <c:v>-0.156778</c:v>
                </c:pt>
                <c:pt idx="800">
                  <c:v>-0.22883600000000001</c:v>
                </c:pt>
                <c:pt idx="801">
                  <c:v>-9.4935000000000005E-2</c:v>
                </c:pt>
                <c:pt idx="802">
                  <c:v>-3.1791E-2</c:v>
                </c:pt>
                <c:pt idx="803">
                  <c:v>-0.141181</c:v>
                </c:pt>
                <c:pt idx="804">
                  <c:v>-4.2292999999999997E-2</c:v>
                </c:pt>
                <c:pt idx="805">
                  <c:v>-0.103241</c:v>
                </c:pt>
                <c:pt idx="806">
                  <c:v>-8.1184999999999993E-2</c:v>
                </c:pt>
                <c:pt idx="807">
                  <c:v>5.5778000000000001E-2</c:v>
                </c:pt>
                <c:pt idx="808">
                  <c:v>4.9379999999999997E-3</c:v>
                </c:pt>
                <c:pt idx="809">
                  <c:v>-0.20305599999999999</c:v>
                </c:pt>
                <c:pt idx="810">
                  <c:v>-4.3931999999999999E-2</c:v>
                </c:pt>
                <c:pt idx="811">
                  <c:v>-6.3270000000000002E-3</c:v>
                </c:pt>
                <c:pt idx="812">
                  <c:v>-7.2644E-2</c:v>
                </c:pt>
                <c:pt idx="813">
                  <c:v>-9.4548999999999994E-2</c:v>
                </c:pt>
                <c:pt idx="814">
                  <c:v>-0.119935</c:v>
                </c:pt>
                <c:pt idx="815">
                  <c:v>-0.203737</c:v>
                </c:pt>
                <c:pt idx="816">
                  <c:v>-0.18961800000000001</c:v>
                </c:pt>
                <c:pt idx="817">
                  <c:v>-6.8802000000000002E-2</c:v>
                </c:pt>
                <c:pt idx="818">
                  <c:v>-9.7858000000000001E-2</c:v>
                </c:pt>
                <c:pt idx="819">
                  <c:v>-6.6976999999999995E-2</c:v>
                </c:pt>
                <c:pt idx="820">
                  <c:v>-1.3415E-2</c:v>
                </c:pt>
                <c:pt idx="821">
                  <c:v>-6.2784000000000006E-2</c:v>
                </c:pt>
                <c:pt idx="822">
                  <c:v>-9.8075999999999997E-2</c:v>
                </c:pt>
                <c:pt idx="823">
                  <c:v>4.1770000000000002E-3</c:v>
                </c:pt>
                <c:pt idx="824">
                  <c:v>-0.15443499999999999</c:v>
                </c:pt>
                <c:pt idx="825">
                  <c:v>5.5159E-2</c:v>
                </c:pt>
                <c:pt idx="826">
                  <c:v>3.7481E-2</c:v>
                </c:pt>
                <c:pt idx="827">
                  <c:v>-6.2273000000000002E-2</c:v>
                </c:pt>
                <c:pt idx="828">
                  <c:v>-0.118538</c:v>
                </c:pt>
                <c:pt idx="829">
                  <c:v>-7.5719999999999996E-2</c:v>
                </c:pt>
                <c:pt idx="830">
                  <c:v>-0.19326199999999999</c:v>
                </c:pt>
                <c:pt idx="831">
                  <c:v>-0.1694</c:v>
                </c:pt>
                <c:pt idx="832">
                  <c:v>-4.1313999999999997E-2</c:v>
                </c:pt>
                <c:pt idx="833">
                  <c:v>-8.9095999999999995E-2</c:v>
                </c:pt>
                <c:pt idx="834">
                  <c:v>3.9269999999999999E-3</c:v>
                </c:pt>
                <c:pt idx="835">
                  <c:v>-5.2639999999999999E-2</c:v>
                </c:pt>
                <c:pt idx="836">
                  <c:v>-7.2134000000000004E-2</c:v>
                </c:pt>
                <c:pt idx="837">
                  <c:v>3.8245000000000001E-2</c:v>
                </c:pt>
                <c:pt idx="838">
                  <c:v>1.145E-2</c:v>
                </c:pt>
                <c:pt idx="839">
                  <c:v>-2.0702000000000002E-2</c:v>
                </c:pt>
                <c:pt idx="840">
                  <c:v>1.8446000000000001E-2</c:v>
                </c:pt>
                <c:pt idx="841">
                  <c:v>-9.9310000000000006E-3</c:v>
                </c:pt>
                <c:pt idx="842">
                  <c:v>-5.6665E-2</c:v>
                </c:pt>
                <c:pt idx="843">
                  <c:v>-0.112594</c:v>
                </c:pt>
                <c:pt idx="844">
                  <c:v>-0.201929</c:v>
                </c:pt>
                <c:pt idx="845">
                  <c:v>-0.16464400000000001</c:v>
                </c:pt>
                <c:pt idx="846">
                  <c:v>-3.2867E-2</c:v>
                </c:pt>
                <c:pt idx="847">
                  <c:v>-0.226988</c:v>
                </c:pt>
                <c:pt idx="848">
                  <c:v>-0.156717</c:v>
                </c:pt>
                <c:pt idx="849">
                  <c:v>-6.9570000000000007E-2</c:v>
                </c:pt>
                <c:pt idx="850">
                  <c:v>-0.13326399999999999</c:v>
                </c:pt>
                <c:pt idx="851">
                  <c:v>-6.7720000000000002E-3</c:v>
                </c:pt>
                <c:pt idx="852">
                  <c:v>-6.0925E-2</c:v>
                </c:pt>
                <c:pt idx="853">
                  <c:v>1.7513000000000001E-2</c:v>
                </c:pt>
                <c:pt idx="854">
                  <c:v>-0.18836600000000001</c:v>
                </c:pt>
                <c:pt idx="855">
                  <c:v>-8.4986999999999993E-2</c:v>
                </c:pt>
                <c:pt idx="856">
                  <c:v>-0.134302</c:v>
                </c:pt>
                <c:pt idx="857">
                  <c:v>-7.4379000000000001E-2</c:v>
                </c:pt>
                <c:pt idx="858">
                  <c:v>-0.18082699999999999</c:v>
                </c:pt>
                <c:pt idx="859">
                  <c:v>-0.15399599999999999</c:v>
                </c:pt>
                <c:pt idx="860">
                  <c:v>-0.19558900000000001</c:v>
                </c:pt>
                <c:pt idx="861">
                  <c:v>-0.12502199999999999</c:v>
                </c:pt>
                <c:pt idx="862">
                  <c:v>-0.196412</c:v>
                </c:pt>
                <c:pt idx="863">
                  <c:v>-0.153614</c:v>
                </c:pt>
                <c:pt idx="864">
                  <c:v>-0.23844399999999999</c:v>
                </c:pt>
                <c:pt idx="865">
                  <c:v>-0.16714399999999999</c:v>
                </c:pt>
                <c:pt idx="866">
                  <c:v>-0.26733499999999999</c:v>
                </c:pt>
                <c:pt idx="867">
                  <c:v>-0.29642000000000002</c:v>
                </c:pt>
                <c:pt idx="868">
                  <c:v>-0.258127</c:v>
                </c:pt>
                <c:pt idx="869">
                  <c:v>-0.21707299999999999</c:v>
                </c:pt>
                <c:pt idx="870">
                  <c:v>-0.15876100000000001</c:v>
                </c:pt>
                <c:pt idx="871">
                  <c:v>-0.22175300000000001</c:v>
                </c:pt>
                <c:pt idx="872">
                  <c:v>-0.239542</c:v>
                </c:pt>
                <c:pt idx="873">
                  <c:v>-0.16653200000000001</c:v>
                </c:pt>
                <c:pt idx="874">
                  <c:v>-0.21035499999999999</c:v>
                </c:pt>
                <c:pt idx="875">
                  <c:v>-0.24419299999999999</c:v>
                </c:pt>
                <c:pt idx="876">
                  <c:v>-0.29261700000000002</c:v>
                </c:pt>
                <c:pt idx="877">
                  <c:v>-0.36727700000000002</c:v>
                </c:pt>
                <c:pt idx="878">
                  <c:v>-0.170901</c:v>
                </c:pt>
                <c:pt idx="879">
                  <c:v>-0.105645</c:v>
                </c:pt>
                <c:pt idx="880">
                  <c:v>-0.16444600000000001</c:v>
                </c:pt>
                <c:pt idx="881">
                  <c:v>-0.104172</c:v>
                </c:pt>
                <c:pt idx="882">
                  <c:v>-0.14324899999999999</c:v>
                </c:pt>
                <c:pt idx="883">
                  <c:v>-0.18778800000000001</c:v>
                </c:pt>
                <c:pt idx="884">
                  <c:v>-0.26633800000000002</c:v>
                </c:pt>
                <c:pt idx="885">
                  <c:v>-0.337982</c:v>
                </c:pt>
                <c:pt idx="886">
                  <c:v>-0.241955</c:v>
                </c:pt>
                <c:pt idx="887">
                  <c:v>-0.22523000000000001</c:v>
                </c:pt>
                <c:pt idx="888">
                  <c:v>-0.27999099999999999</c:v>
                </c:pt>
                <c:pt idx="889">
                  <c:v>-0.15911400000000001</c:v>
                </c:pt>
                <c:pt idx="890">
                  <c:v>-0.25998599999999999</c:v>
                </c:pt>
                <c:pt idx="891">
                  <c:v>-0.21454500000000001</c:v>
                </c:pt>
                <c:pt idx="892">
                  <c:v>-8.4311999999999998E-2</c:v>
                </c:pt>
                <c:pt idx="893">
                  <c:v>-0.209291</c:v>
                </c:pt>
                <c:pt idx="894">
                  <c:v>-0.204878</c:v>
                </c:pt>
                <c:pt idx="895">
                  <c:v>-0.20430599999999999</c:v>
                </c:pt>
                <c:pt idx="896">
                  <c:v>-0.15323200000000001</c:v>
                </c:pt>
                <c:pt idx="897">
                  <c:v>-0.238124</c:v>
                </c:pt>
                <c:pt idx="898">
                  <c:v>-0.22390399999999999</c:v>
                </c:pt>
                <c:pt idx="899">
                  <c:v>-0.29901800000000001</c:v>
                </c:pt>
                <c:pt idx="900">
                  <c:v>-0.27467000000000003</c:v>
                </c:pt>
                <c:pt idx="901">
                  <c:v>-0.148559</c:v>
                </c:pt>
                <c:pt idx="902">
                  <c:v>-0.18167800000000001</c:v>
                </c:pt>
                <c:pt idx="903">
                  <c:v>-9.4386999999999999E-2</c:v>
                </c:pt>
                <c:pt idx="904">
                  <c:v>-0.19739499999999999</c:v>
                </c:pt>
                <c:pt idx="905">
                  <c:v>-0.159192</c:v>
                </c:pt>
                <c:pt idx="906">
                  <c:v>-0.26891799999999999</c:v>
                </c:pt>
                <c:pt idx="907">
                  <c:v>-0.14519099999999999</c:v>
                </c:pt>
                <c:pt idx="908">
                  <c:v>-0.31884400000000002</c:v>
                </c:pt>
                <c:pt idx="909">
                  <c:v>-0.31156</c:v>
                </c:pt>
                <c:pt idx="910">
                  <c:v>-0.254139</c:v>
                </c:pt>
                <c:pt idx="911">
                  <c:v>-0.28491699999999998</c:v>
                </c:pt>
                <c:pt idx="912">
                  <c:v>-0.23041400000000001</c:v>
                </c:pt>
                <c:pt idx="913">
                  <c:v>-0.24218899999999999</c:v>
                </c:pt>
                <c:pt idx="914">
                  <c:v>-0.255166</c:v>
                </c:pt>
                <c:pt idx="915">
                  <c:v>-0.29073500000000002</c:v>
                </c:pt>
                <c:pt idx="916">
                  <c:v>-0.197216</c:v>
                </c:pt>
                <c:pt idx="917">
                  <c:v>-0.200651</c:v>
                </c:pt>
                <c:pt idx="918">
                  <c:v>-0.20258100000000001</c:v>
                </c:pt>
                <c:pt idx="919">
                  <c:v>-0.241704</c:v>
                </c:pt>
                <c:pt idx="920">
                  <c:v>-0.20818</c:v>
                </c:pt>
                <c:pt idx="921">
                  <c:v>-0.18315100000000001</c:v>
                </c:pt>
                <c:pt idx="922">
                  <c:v>-0.22800000000000001</c:v>
                </c:pt>
                <c:pt idx="923">
                  <c:v>-0.10062400000000001</c:v>
                </c:pt>
                <c:pt idx="924">
                  <c:v>-0.215781</c:v>
                </c:pt>
                <c:pt idx="925">
                  <c:v>-0.12840699999999999</c:v>
                </c:pt>
                <c:pt idx="926">
                  <c:v>-0.15936500000000001</c:v>
                </c:pt>
                <c:pt idx="927">
                  <c:v>-0.11473</c:v>
                </c:pt>
                <c:pt idx="928">
                  <c:v>-0.152203</c:v>
                </c:pt>
                <c:pt idx="929">
                  <c:v>-0.20594699999999999</c:v>
                </c:pt>
                <c:pt idx="930">
                  <c:v>-0.17755399999999999</c:v>
                </c:pt>
                <c:pt idx="931">
                  <c:v>-0.30938599999999999</c:v>
                </c:pt>
                <c:pt idx="932">
                  <c:v>-0.28014600000000001</c:v>
                </c:pt>
                <c:pt idx="933">
                  <c:v>-0.29093999999999998</c:v>
                </c:pt>
                <c:pt idx="934">
                  <c:v>-0.29071799999999998</c:v>
                </c:pt>
                <c:pt idx="935">
                  <c:v>-0.29893799999999998</c:v>
                </c:pt>
                <c:pt idx="936">
                  <c:v>-0.245198</c:v>
                </c:pt>
                <c:pt idx="937">
                  <c:v>-0.27942600000000001</c:v>
                </c:pt>
                <c:pt idx="938">
                  <c:v>-0.19764699999999999</c:v>
                </c:pt>
                <c:pt idx="939">
                  <c:v>-0.18557899999999999</c:v>
                </c:pt>
                <c:pt idx="940">
                  <c:v>-0.19501299999999999</c:v>
                </c:pt>
                <c:pt idx="941">
                  <c:v>-0.18838099999999999</c:v>
                </c:pt>
                <c:pt idx="942">
                  <c:v>-0.21033199999999999</c:v>
                </c:pt>
                <c:pt idx="943">
                  <c:v>-0.17292099999999999</c:v>
                </c:pt>
                <c:pt idx="944">
                  <c:v>-0.22209100000000001</c:v>
                </c:pt>
                <c:pt idx="945">
                  <c:v>-0.202126</c:v>
                </c:pt>
                <c:pt idx="946">
                  <c:v>-0.23703299999999999</c:v>
                </c:pt>
                <c:pt idx="947">
                  <c:v>-0.300902</c:v>
                </c:pt>
                <c:pt idx="948">
                  <c:v>-0.229523</c:v>
                </c:pt>
                <c:pt idx="949">
                  <c:v>-0.236786</c:v>
                </c:pt>
                <c:pt idx="950">
                  <c:v>-0.178927</c:v>
                </c:pt>
                <c:pt idx="951">
                  <c:v>-0.229683</c:v>
                </c:pt>
                <c:pt idx="952">
                  <c:v>-0.22986300000000001</c:v>
                </c:pt>
                <c:pt idx="953">
                  <c:v>-0.144732</c:v>
                </c:pt>
                <c:pt idx="954">
                  <c:v>-0.15115300000000001</c:v>
                </c:pt>
                <c:pt idx="955">
                  <c:v>-0.182893</c:v>
                </c:pt>
                <c:pt idx="956">
                  <c:v>-0.203819</c:v>
                </c:pt>
                <c:pt idx="957">
                  <c:v>-0.25855899999999998</c:v>
                </c:pt>
                <c:pt idx="958">
                  <c:v>-0.22270699999999999</c:v>
                </c:pt>
                <c:pt idx="959">
                  <c:v>-0.26483000000000001</c:v>
                </c:pt>
                <c:pt idx="960">
                  <c:v>-0.23453499999999999</c:v>
                </c:pt>
                <c:pt idx="961">
                  <c:v>-0.21978600000000001</c:v>
                </c:pt>
                <c:pt idx="962">
                  <c:v>-0.171741</c:v>
                </c:pt>
                <c:pt idx="963">
                  <c:v>-4.8092999999999997E-2</c:v>
                </c:pt>
                <c:pt idx="964">
                  <c:v>-0.20991799999999999</c:v>
                </c:pt>
                <c:pt idx="965">
                  <c:v>-0.257046</c:v>
                </c:pt>
                <c:pt idx="966">
                  <c:v>-0.21349000000000001</c:v>
                </c:pt>
                <c:pt idx="967">
                  <c:v>-0.20794099999999999</c:v>
                </c:pt>
                <c:pt idx="968">
                  <c:v>-0.22507099999999999</c:v>
                </c:pt>
                <c:pt idx="969">
                  <c:v>-0.13445099999999999</c:v>
                </c:pt>
                <c:pt idx="970">
                  <c:v>-0.10077800000000001</c:v>
                </c:pt>
                <c:pt idx="971">
                  <c:v>-0.17846100000000001</c:v>
                </c:pt>
                <c:pt idx="972">
                  <c:v>-0.17322599999999999</c:v>
                </c:pt>
                <c:pt idx="973">
                  <c:v>-0.21829899999999999</c:v>
                </c:pt>
                <c:pt idx="974">
                  <c:v>-0.148149</c:v>
                </c:pt>
                <c:pt idx="975">
                  <c:v>-0.21707399999999999</c:v>
                </c:pt>
                <c:pt idx="976">
                  <c:v>-0.17702999999999999</c:v>
                </c:pt>
                <c:pt idx="977">
                  <c:v>-0.23399600000000001</c:v>
                </c:pt>
                <c:pt idx="978">
                  <c:v>-0.13703399999999999</c:v>
                </c:pt>
                <c:pt idx="979">
                  <c:v>-0.23389799999999999</c:v>
                </c:pt>
                <c:pt idx="980">
                  <c:v>-0.180978</c:v>
                </c:pt>
                <c:pt idx="981">
                  <c:v>-0.23599700000000001</c:v>
                </c:pt>
                <c:pt idx="982">
                  <c:v>-0.16328100000000001</c:v>
                </c:pt>
                <c:pt idx="983">
                  <c:v>-0.24085000000000001</c:v>
                </c:pt>
                <c:pt idx="984">
                  <c:v>-0.229988</c:v>
                </c:pt>
                <c:pt idx="985">
                  <c:v>-0.239116</c:v>
                </c:pt>
                <c:pt idx="986">
                  <c:v>-0.28220200000000001</c:v>
                </c:pt>
                <c:pt idx="987">
                  <c:v>-0.14468300000000001</c:v>
                </c:pt>
                <c:pt idx="988">
                  <c:v>-0.22329199999999999</c:v>
                </c:pt>
                <c:pt idx="989">
                  <c:v>-0.123837</c:v>
                </c:pt>
                <c:pt idx="990">
                  <c:v>-0.10859199999999999</c:v>
                </c:pt>
                <c:pt idx="991">
                  <c:v>-0.173428</c:v>
                </c:pt>
                <c:pt idx="992">
                  <c:v>-0.221633</c:v>
                </c:pt>
                <c:pt idx="993">
                  <c:v>-0.19425999999999999</c:v>
                </c:pt>
                <c:pt idx="994">
                  <c:v>-0.21244299999999999</c:v>
                </c:pt>
                <c:pt idx="995">
                  <c:v>-0.17477400000000001</c:v>
                </c:pt>
                <c:pt idx="996">
                  <c:v>-0.22556399999999999</c:v>
                </c:pt>
                <c:pt idx="997">
                  <c:v>-0.166709</c:v>
                </c:pt>
                <c:pt idx="998">
                  <c:v>-0.17135400000000001</c:v>
                </c:pt>
                <c:pt idx="999">
                  <c:v>-0.166409</c:v>
                </c:pt>
                <c:pt idx="1000">
                  <c:v>-0.25247799999999998</c:v>
                </c:pt>
                <c:pt idx="1001">
                  <c:v>-0.17394499999999999</c:v>
                </c:pt>
                <c:pt idx="1002">
                  <c:v>-0.201437</c:v>
                </c:pt>
                <c:pt idx="1003">
                  <c:v>-0.105936</c:v>
                </c:pt>
                <c:pt idx="1004">
                  <c:v>-9.3039999999999998E-2</c:v>
                </c:pt>
                <c:pt idx="1005">
                  <c:v>-0.26412799999999997</c:v>
                </c:pt>
                <c:pt idx="1006">
                  <c:v>-0.245366</c:v>
                </c:pt>
                <c:pt idx="1007">
                  <c:v>-0.218503</c:v>
                </c:pt>
                <c:pt idx="1008">
                  <c:v>-0.211558</c:v>
                </c:pt>
                <c:pt idx="1009">
                  <c:v>-0.22664000000000001</c:v>
                </c:pt>
                <c:pt idx="1010">
                  <c:v>-0.24742900000000001</c:v>
                </c:pt>
                <c:pt idx="1011">
                  <c:v>-0.34750799999999998</c:v>
                </c:pt>
                <c:pt idx="1012">
                  <c:v>-0.17132500000000001</c:v>
                </c:pt>
                <c:pt idx="1013">
                  <c:v>-0.149282</c:v>
                </c:pt>
                <c:pt idx="1014">
                  <c:v>-9.2762999999999998E-2</c:v>
                </c:pt>
                <c:pt idx="1015">
                  <c:v>-0.271144</c:v>
                </c:pt>
                <c:pt idx="1016">
                  <c:v>-0.32867200000000002</c:v>
                </c:pt>
                <c:pt idx="1017">
                  <c:v>-0.31056899999999998</c:v>
                </c:pt>
                <c:pt idx="1018">
                  <c:v>-0.37135899999999999</c:v>
                </c:pt>
                <c:pt idx="1019">
                  <c:v>-0.27728999999999998</c:v>
                </c:pt>
                <c:pt idx="1020">
                  <c:v>-0.13803199999999999</c:v>
                </c:pt>
                <c:pt idx="1021">
                  <c:v>-6.3757999999999995E-2</c:v>
                </c:pt>
                <c:pt idx="1022">
                  <c:v>-0.23008799999999999</c:v>
                </c:pt>
                <c:pt idx="1023">
                  <c:v>-0.269486</c:v>
                </c:pt>
                <c:pt idx="1024">
                  <c:v>-0.256245</c:v>
                </c:pt>
                <c:pt idx="1025">
                  <c:v>-0.24732999999999999</c:v>
                </c:pt>
                <c:pt idx="1026">
                  <c:v>-0.164132</c:v>
                </c:pt>
                <c:pt idx="1027">
                  <c:v>-0.169658</c:v>
                </c:pt>
                <c:pt idx="1028">
                  <c:v>-0.18684799999999999</c:v>
                </c:pt>
                <c:pt idx="1029">
                  <c:v>-0.19781099999999999</c:v>
                </c:pt>
                <c:pt idx="1030">
                  <c:v>-0.22570200000000001</c:v>
                </c:pt>
                <c:pt idx="1031">
                  <c:v>-0.184419</c:v>
                </c:pt>
                <c:pt idx="1032">
                  <c:v>-0.256774</c:v>
                </c:pt>
                <c:pt idx="1033">
                  <c:v>-0.123497</c:v>
                </c:pt>
                <c:pt idx="1034">
                  <c:v>-0.14172999999999999</c:v>
                </c:pt>
                <c:pt idx="1035">
                  <c:v>-0.21601300000000001</c:v>
                </c:pt>
                <c:pt idx="1036">
                  <c:v>-0.22709399999999999</c:v>
                </c:pt>
                <c:pt idx="1037">
                  <c:v>-0.210895</c:v>
                </c:pt>
                <c:pt idx="1038">
                  <c:v>-0.31188100000000002</c:v>
                </c:pt>
                <c:pt idx="1039">
                  <c:v>-0.23516799999999999</c:v>
                </c:pt>
                <c:pt idx="1040">
                  <c:v>-0.221136</c:v>
                </c:pt>
                <c:pt idx="1041">
                  <c:v>-0.163883</c:v>
                </c:pt>
                <c:pt idx="1042">
                  <c:v>-0.188637</c:v>
                </c:pt>
                <c:pt idx="1043">
                  <c:v>-0.19800799999999999</c:v>
                </c:pt>
                <c:pt idx="1044">
                  <c:v>-0.21054700000000001</c:v>
                </c:pt>
                <c:pt idx="1045">
                  <c:v>-0.22970199999999999</c:v>
                </c:pt>
                <c:pt idx="1046">
                  <c:v>-0.31013499999999999</c:v>
                </c:pt>
                <c:pt idx="1047">
                  <c:v>-0.17547199999999999</c:v>
                </c:pt>
                <c:pt idx="1048">
                  <c:v>-0.211229</c:v>
                </c:pt>
                <c:pt idx="1049">
                  <c:v>-0.189639</c:v>
                </c:pt>
                <c:pt idx="1050">
                  <c:v>-0.21303900000000001</c:v>
                </c:pt>
                <c:pt idx="1051">
                  <c:v>-0.19744</c:v>
                </c:pt>
                <c:pt idx="1052">
                  <c:v>-0.27312700000000001</c:v>
                </c:pt>
                <c:pt idx="1053">
                  <c:v>-0.20822499999999999</c:v>
                </c:pt>
                <c:pt idx="1054">
                  <c:v>-0.22790099999999999</c:v>
                </c:pt>
                <c:pt idx="1055">
                  <c:v>-0.196349</c:v>
                </c:pt>
                <c:pt idx="1056">
                  <c:v>-8.6976999999999999E-2</c:v>
                </c:pt>
                <c:pt idx="1057">
                  <c:v>-0.14190800000000001</c:v>
                </c:pt>
                <c:pt idx="1058">
                  <c:v>-0.188775</c:v>
                </c:pt>
                <c:pt idx="1059">
                  <c:v>-0.24293600000000001</c:v>
                </c:pt>
                <c:pt idx="1060">
                  <c:v>-0.212951</c:v>
                </c:pt>
                <c:pt idx="1061">
                  <c:v>-0.10310800000000001</c:v>
                </c:pt>
                <c:pt idx="1062">
                  <c:v>-0.197738</c:v>
                </c:pt>
                <c:pt idx="1063">
                  <c:v>-0.181893</c:v>
                </c:pt>
                <c:pt idx="1064">
                  <c:v>-0.16089200000000001</c:v>
                </c:pt>
                <c:pt idx="1065">
                  <c:v>-0.20047300000000001</c:v>
                </c:pt>
                <c:pt idx="1066">
                  <c:v>-0.18163599999999999</c:v>
                </c:pt>
                <c:pt idx="1067">
                  <c:v>-0.236461</c:v>
                </c:pt>
                <c:pt idx="1068">
                  <c:v>-0.20849699999999999</c:v>
                </c:pt>
                <c:pt idx="1069">
                  <c:v>-6.9496000000000002E-2</c:v>
                </c:pt>
                <c:pt idx="1070">
                  <c:v>-0.14938299999999999</c:v>
                </c:pt>
                <c:pt idx="1071">
                  <c:v>-0.107289</c:v>
                </c:pt>
                <c:pt idx="1072">
                  <c:v>-0.214142</c:v>
                </c:pt>
                <c:pt idx="1073">
                  <c:v>-0.257353</c:v>
                </c:pt>
                <c:pt idx="1074">
                  <c:v>-0.15987799999999999</c:v>
                </c:pt>
                <c:pt idx="1075">
                  <c:v>-0.21567700000000001</c:v>
                </c:pt>
                <c:pt idx="1076">
                  <c:v>-0.20289199999999999</c:v>
                </c:pt>
                <c:pt idx="1077">
                  <c:v>-0.18196499999999999</c:v>
                </c:pt>
                <c:pt idx="1078">
                  <c:v>-0.18915799999999999</c:v>
                </c:pt>
                <c:pt idx="1079">
                  <c:v>-8.0546999999999994E-2</c:v>
                </c:pt>
                <c:pt idx="1080">
                  <c:v>-0.110096</c:v>
                </c:pt>
                <c:pt idx="1081">
                  <c:v>-9.3797000000000005E-2</c:v>
                </c:pt>
                <c:pt idx="1082">
                  <c:v>-0.201096</c:v>
                </c:pt>
                <c:pt idx="1083">
                  <c:v>-0.22828499999999999</c:v>
                </c:pt>
                <c:pt idx="1084">
                  <c:v>-0.31708399999999998</c:v>
                </c:pt>
                <c:pt idx="1085">
                  <c:v>-0.28188299999999999</c:v>
                </c:pt>
                <c:pt idx="1086">
                  <c:v>-0.27035100000000001</c:v>
                </c:pt>
                <c:pt idx="1087">
                  <c:v>-0.22414400000000001</c:v>
                </c:pt>
                <c:pt idx="1088">
                  <c:v>-0.235122</c:v>
                </c:pt>
                <c:pt idx="1089">
                  <c:v>-0.14077100000000001</c:v>
                </c:pt>
                <c:pt idx="1090">
                  <c:v>-6.8833000000000005E-2</c:v>
                </c:pt>
                <c:pt idx="1091">
                  <c:v>-0.17957600000000001</c:v>
                </c:pt>
                <c:pt idx="1092">
                  <c:v>-0.17775099999999999</c:v>
                </c:pt>
                <c:pt idx="1093">
                  <c:v>-0.27910800000000002</c:v>
                </c:pt>
                <c:pt idx="1094">
                  <c:v>-0.21309900000000001</c:v>
                </c:pt>
                <c:pt idx="1095">
                  <c:v>-0.20080500000000001</c:v>
                </c:pt>
                <c:pt idx="1096">
                  <c:v>-9.1273000000000007E-2</c:v>
                </c:pt>
                <c:pt idx="1097">
                  <c:v>-0.18293999999999999</c:v>
                </c:pt>
                <c:pt idx="1098">
                  <c:v>-0.189278</c:v>
                </c:pt>
                <c:pt idx="1099">
                  <c:v>-0.26233499999999998</c:v>
                </c:pt>
                <c:pt idx="1100">
                  <c:v>-0.30422300000000002</c:v>
                </c:pt>
                <c:pt idx="1101">
                  <c:v>-0.203514</c:v>
                </c:pt>
                <c:pt idx="1102">
                  <c:v>-0.14078199999999999</c:v>
                </c:pt>
                <c:pt idx="1103">
                  <c:v>-0.211755</c:v>
                </c:pt>
                <c:pt idx="1104">
                  <c:v>-0.163415</c:v>
                </c:pt>
                <c:pt idx="1105">
                  <c:v>-0.19017800000000001</c:v>
                </c:pt>
                <c:pt idx="1106">
                  <c:v>-0.26993200000000001</c:v>
                </c:pt>
                <c:pt idx="1107">
                  <c:v>-7.2724999999999998E-2</c:v>
                </c:pt>
                <c:pt idx="1108">
                  <c:v>-5.1394000000000002E-2</c:v>
                </c:pt>
                <c:pt idx="1109">
                  <c:v>-0.24207500000000001</c:v>
                </c:pt>
                <c:pt idx="1110">
                  <c:v>-0.13935900000000001</c:v>
                </c:pt>
                <c:pt idx="1111">
                  <c:v>-0.107157</c:v>
                </c:pt>
                <c:pt idx="1112">
                  <c:v>-9.4617999999999994E-2</c:v>
                </c:pt>
                <c:pt idx="1113">
                  <c:v>-8.8651999999999995E-2</c:v>
                </c:pt>
                <c:pt idx="1114">
                  <c:v>-5.4276999999999999E-2</c:v>
                </c:pt>
                <c:pt idx="1115">
                  <c:v>-8.9077000000000003E-2</c:v>
                </c:pt>
                <c:pt idx="1116">
                  <c:v>2.7481999999999999E-2</c:v>
                </c:pt>
                <c:pt idx="1117">
                  <c:v>-2.1229000000000001E-2</c:v>
                </c:pt>
                <c:pt idx="1118">
                  <c:v>-3.5180000000000003E-2</c:v>
                </c:pt>
                <c:pt idx="1119">
                  <c:v>-0.13496</c:v>
                </c:pt>
                <c:pt idx="1120">
                  <c:v>-0.33018399999999998</c:v>
                </c:pt>
                <c:pt idx="1121">
                  <c:v>-0.298371</c:v>
                </c:pt>
                <c:pt idx="1122">
                  <c:v>-3.0807999999999999E-2</c:v>
                </c:pt>
                <c:pt idx="1123">
                  <c:v>-5.0756999999999997E-2</c:v>
                </c:pt>
                <c:pt idx="1124">
                  <c:v>-7.6769999999999998E-3</c:v>
                </c:pt>
                <c:pt idx="1125">
                  <c:v>-8.1075999999999995E-2</c:v>
                </c:pt>
                <c:pt idx="1126">
                  <c:v>-0.100499</c:v>
                </c:pt>
                <c:pt idx="1127">
                  <c:v>-8.6328000000000002E-2</c:v>
                </c:pt>
                <c:pt idx="1128">
                  <c:v>-0.11565599999999999</c:v>
                </c:pt>
                <c:pt idx="1129">
                  <c:v>-0.16539999999999999</c:v>
                </c:pt>
                <c:pt idx="1130">
                  <c:v>-0.198993</c:v>
                </c:pt>
                <c:pt idx="1131">
                  <c:v>-5.8583000000000003E-2</c:v>
                </c:pt>
                <c:pt idx="1132">
                  <c:v>-3.1732999999999997E-2</c:v>
                </c:pt>
                <c:pt idx="1133">
                  <c:v>-0.114417</c:v>
                </c:pt>
                <c:pt idx="1134">
                  <c:v>-0.21881500000000001</c:v>
                </c:pt>
                <c:pt idx="1135">
                  <c:v>-3.7795000000000002E-2</c:v>
                </c:pt>
                <c:pt idx="1136">
                  <c:v>-0.12470100000000001</c:v>
                </c:pt>
                <c:pt idx="1137">
                  <c:v>-3.9706999999999999E-2</c:v>
                </c:pt>
                <c:pt idx="1138">
                  <c:v>-9.4565999999999997E-2</c:v>
                </c:pt>
                <c:pt idx="1139">
                  <c:v>-0.21637100000000001</c:v>
                </c:pt>
                <c:pt idx="1140">
                  <c:v>-0.18665300000000001</c:v>
                </c:pt>
                <c:pt idx="1141">
                  <c:v>-0.17364099999999999</c:v>
                </c:pt>
                <c:pt idx="1142">
                  <c:v>-0.119557</c:v>
                </c:pt>
                <c:pt idx="1143">
                  <c:v>-0.17852299999999999</c:v>
                </c:pt>
                <c:pt idx="1144">
                  <c:v>-0.113485</c:v>
                </c:pt>
                <c:pt idx="1145">
                  <c:v>-6.8835999999999994E-2</c:v>
                </c:pt>
                <c:pt idx="1146">
                  <c:v>-8.2985000000000003E-2</c:v>
                </c:pt>
                <c:pt idx="1147">
                  <c:v>-9.8459000000000005E-2</c:v>
                </c:pt>
              </c:numCache>
            </c:numRef>
          </c:yVal>
          <c:smooth val="0"/>
          <c:extLst>
            <c:ext xmlns:c16="http://schemas.microsoft.com/office/drawing/2014/chart" uri="{C3380CC4-5D6E-409C-BE32-E72D297353CC}">
              <c16:uniqueId val="{00000001-B29C-48EC-BB96-99A6B2D42485}"/>
            </c:ext>
          </c:extLst>
        </c:ser>
        <c:dLbls>
          <c:showLegendKey val="0"/>
          <c:showVal val="0"/>
          <c:showCatName val="0"/>
          <c:showSerName val="0"/>
          <c:showPercent val="0"/>
          <c:showBubbleSize val="0"/>
        </c:dLbls>
        <c:axId val="690474303"/>
        <c:axId val="690474719"/>
      </c:scatterChart>
      <c:valAx>
        <c:axId val="690474303"/>
        <c:scaling>
          <c:orientation val="minMax"/>
          <c:max val="40"/>
          <c:min val="15"/>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GB" b="1"/>
                  <a:t>LST</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PK"/>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690474719"/>
        <c:crossesAt val="-40"/>
        <c:crossBetween val="midCat"/>
      </c:valAx>
      <c:valAx>
        <c:axId val="69047471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GB" b="1"/>
                  <a:t>NDBI</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PK"/>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690474303"/>
        <c:crossesAt val="15"/>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tx1"/>
      </a:solidFill>
      <a:round/>
    </a:ln>
    <a:effectLst/>
  </c:spPr>
  <c:txPr>
    <a:bodyPr/>
    <a:lstStyle/>
    <a:p>
      <a:pPr>
        <a:defRPr/>
      </a:pPr>
      <a:endParaRPr lang="en-PK"/>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LST and NDBI 2013</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scatterChart>
        <c:scatterStyle val="lineMarker"/>
        <c:varyColors val="0"/>
        <c:ser>
          <c:idx val="0"/>
          <c:order val="0"/>
          <c:tx>
            <c:strRef>
              <c:f>'2022'!$B$1</c:f>
              <c:strCache>
                <c:ptCount val="1"/>
                <c:pt idx="0">
                  <c:v>NDBI</c:v>
                </c:pt>
              </c:strCache>
            </c:strRef>
          </c:tx>
          <c:spPr>
            <a:ln w="19050" cap="rnd">
              <a:noFill/>
              <a:round/>
            </a:ln>
            <a:effectLst/>
          </c:spPr>
          <c:marker>
            <c:symbol val="circle"/>
            <c:size val="5"/>
            <c:spPr>
              <a:solidFill>
                <a:schemeClr val="dk1">
                  <a:tint val="88500"/>
                </a:schemeClr>
              </a:solidFill>
              <a:ln w="9525">
                <a:solidFill>
                  <a:schemeClr val="dk1">
                    <a:tint val="88500"/>
                  </a:schemeClr>
                </a:solidFill>
              </a:ln>
              <a:effectLst/>
            </c:spPr>
          </c:marker>
          <c:trendline>
            <c:spPr>
              <a:ln w="19050" cap="rnd">
                <a:solidFill>
                  <a:schemeClr val="tx1"/>
                </a:solidFill>
                <a:prstDash val="sysDot"/>
              </a:ln>
              <a:effectLst/>
            </c:spPr>
            <c:trendlineType val="linear"/>
            <c:dispRSqr val="1"/>
            <c:dispEq val="1"/>
            <c:trendlineLbl>
              <c:layout>
                <c:manualLayout>
                  <c:x val="-0.6583661111111111"/>
                  <c:y val="0.50946666666666662"/>
                </c:manualLayout>
              </c:layout>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baseline="0"/>
                      <a:t>y = 0.0144x - 0.5983</a:t>
                    </a:r>
                    <a:br>
                      <a:rPr lang="en-US" baseline="0"/>
                    </a:br>
                    <a:r>
                      <a:rPr lang="en-US" baseline="0"/>
                      <a:t>R² = 0.4281</a:t>
                    </a:r>
                    <a:endParaRPr lang="en-US"/>
                  </a:p>
                </c:rich>
              </c:tx>
              <c:numFmt formatCode="General" sourceLinked="0"/>
              <c:spPr>
                <a:noFill/>
                <a:ln w="12700">
                  <a:solidFill>
                    <a:schemeClr val="tx1"/>
                  </a:solid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trendlineLbl>
          </c:trendline>
          <c:xVal>
            <c:numRef>
              <c:f>'2022'!$A$2:$A$1149</c:f>
              <c:numCache>
                <c:formatCode>0.0</c:formatCode>
                <c:ptCount val="1148"/>
                <c:pt idx="0">
                  <c:v>23.096071999999999</c:v>
                </c:pt>
                <c:pt idx="1">
                  <c:v>40</c:v>
                </c:pt>
                <c:pt idx="2">
                  <c:v>28.760905999999999</c:v>
                </c:pt>
                <c:pt idx="3">
                  <c:v>27.261009000000001</c:v>
                </c:pt>
                <c:pt idx="4">
                  <c:v>26.670926999999999</c:v>
                </c:pt>
                <c:pt idx="5">
                  <c:v>24.426500000000001</c:v>
                </c:pt>
                <c:pt idx="6">
                  <c:v>26.895399000000001</c:v>
                </c:pt>
                <c:pt idx="7">
                  <c:v>30.927173</c:v>
                </c:pt>
                <c:pt idx="8">
                  <c:v>27.385362000000001</c:v>
                </c:pt>
                <c:pt idx="9">
                  <c:v>25.835466</c:v>
                </c:pt>
                <c:pt idx="10">
                  <c:v>29.640557999999999</c:v>
                </c:pt>
                <c:pt idx="11">
                  <c:v>27.236080999999999</c:v>
                </c:pt>
                <c:pt idx="12">
                  <c:v>28.703662999999999</c:v>
                </c:pt>
                <c:pt idx="13">
                  <c:v>30.569474</c:v>
                </c:pt>
                <c:pt idx="14">
                  <c:v>38</c:v>
                </c:pt>
                <c:pt idx="15">
                  <c:v>40</c:v>
                </c:pt>
                <c:pt idx="16">
                  <c:v>26.6692</c:v>
                </c:pt>
                <c:pt idx="17">
                  <c:v>29.025089999999999</c:v>
                </c:pt>
                <c:pt idx="18">
                  <c:v>40</c:v>
                </c:pt>
                <c:pt idx="19">
                  <c:v>38</c:v>
                </c:pt>
                <c:pt idx="20">
                  <c:v>36</c:v>
                </c:pt>
                <c:pt idx="21">
                  <c:v>27.969474000000002</c:v>
                </c:pt>
                <c:pt idx="22">
                  <c:v>34</c:v>
                </c:pt>
                <c:pt idx="23">
                  <c:v>31.102167000000001</c:v>
                </c:pt>
                <c:pt idx="24">
                  <c:v>27.853117999999998</c:v>
                </c:pt>
                <c:pt idx="25">
                  <c:v>38</c:v>
                </c:pt>
                <c:pt idx="26">
                  <c:v>34</c:v>
                </c:pt>
                <c:pt idx="27">
                  <c:v>29.333725000000001</c:v>
                </c:pt>
                <c:pt idx="28">
                  <c:v>25.843088000000002</c:v>
                </c:pt>
                <c:pt idx="29">
                  <c:v>30.363023999999999</c:v>
                </c:pt>
                <c:pt idx="30">
                  <c:v>29.485681</c:v>
                </c:pt>
                <c:pt idx="31">
                  <c:v>30.062100999999998</c:v>
                </c:pt>
                <c:pt idx="32">
                  <c:v>27.820948999999999</c:v>
                </c:pt>
                <c:pt idx="33">
                  <c:v>28.497197</c:v>
                </c:pt>
                <c:pt idx="34">
                  <c:v>27.933620000000001</c:v>
                </c:pt>
                <c:pt idx="35">
                  <c:v>34.951473999999997</c:v>
                </c:pt>
                <c:pt idx="36">
                  <c:v>33.290627999999998</c:v>
                </c:pt>
                <c:pt idx="37">
                  <c:v>30.385968999999999</c:v>
                </c:pt>
                <c:pt idx="38">
                  <c:v>30.044568999999999</c:v>
                </c:pt>
                <c:pt idx="39">
                  <c:v>31.760629000000002</c:v>
                </c:pt>
                <c:pt idx="40">
                  <c:v>33</c:v>
                </c:pt>
                <c:pt idx="41">
                  <c:v>31.041896999999999</c:v>
                </c:pt>
                <c:pt idx="42">
                  <c:v>30.092559000000001</c:v>
                </c:pt>
                <c:pt idx="43">
                  <c:v>33</c:v>
                </c:pt>
                <c:pt idx="44">
                  <c:v>27.939409999999999</c:v>
                </c:pt>
                <c:pt idx="45">
                  <c:v>36</c:v>
                </c:pt>
                <c:pt idx="46">
                  <c:v>28.846557000000001</c:v>
                </c:pt>
                <c:pt idx="47">
                  <c:v>35</c:v>
                </c:pt>
                <c:pt idx="48">
                  <c:v>26.354624000000001</c:v>
                </c:pt>
                <c:pt idx="49">
                  <c:v>29.707114000000001</c:v>
                </c:pt>
                <c:pt idx="50">
                  <c:v>37</c:v>
                </c:pt>
                <c:pt idx="51">
                  <c:v>28.806781999999998</c:v>
                </c:pt>
                <c:pt idx="52">
                  <c:v>29.774524</c:v>
                </c:pt>
                <c:pt idx="53">
                  <c:v>28.822009000000001</c:v>
                </c:pt>
                <c:pt idx="54">
                  <c:v>31.729700999999999</c:v>
                </c:pt>
                <c:pt idx="55">
                  <c:v>30.989739</c:v>
                </c:pt>
                <c:pt idx="56">
                  <c:v>31.775943000000002</c:v>
                </c:pt>
                <c:pt idx="57">
                  <c:v>34.979030000000002</c:v>
                </c:pt>
                <c:pt idx="58">
                  <c:v>28.864128999999998</c:v>
                </c:pt>
                <c:pt idx="59">
                  <c:v>25.008406999999998</c:v>
                </c:pt>
                <c:pt idx="60">
                  <c:v>27.128219000000001</c:v>
                </c:pt>
                <c:pt idx="61">
                  <c:v>28.413112000000002</c:v>
                </c:pt>
                <c:pt idx="62">
                  <c:v>30.278956000000001</c:v>
                </c:pt>
                <c:pt idx="63">
                  <c:v>34.258808999999999</c:v>
                </c:pt>
                <c:pt idx="64">
                  <c:v>30.495647999999999</c:v>
                </c:pt>
                <c:pt idx="65">
                  <c:v>27.942011000000001</c:v>
                </c:pt>
                <c:pt idx="66">
                  <c:v>30.858086</c:v>
                </c:pt>
                <c:pt idx="67">
                  <c:v>30.123376</c:v>
                </c:pt>
                <c:pt idx="68">
                  <c:v>26.966540999999999</c:v>
                </c:pt>
                <c:pt idx="69">
                  <c:v>31.009602999999998</c:v>
                </c:pt>
                <c:pt idx="70">
                  <c:v>31.516795999999999</c:v>
                </c:pt>
                <c:pt idx="71">
                  <c:v>28.087969999999999</c:v>
                </c:pt>
                <c:pt idx="72">
                  <c:v>29.824769</c:v>
                </c:pt>
                <c:pt idx="73">
                  <c:v>30.418099000000002</c:v>
                </c:pt>
                <c:pt idx="74">
                  <c:v>29.396557999999999</c:v>
                </c:pt>
                <c:pt idx="75">
                  <c:v>30.297832</c:v>
                </c:pt>
                <c:pt idx="76">
                  <c:v>29.403908999999999</c:v>
                </c:pt>
                <c:pt idx="77">
                  <c:v>28.508239</c:v>
                </c:pt>
                <c:pt idx="78">
                  <c:v>31.063030999999999</c:v>
                </c:pt>
                <c:pt idx="79">
                  <c:v>29.780336999999999</c:v>
                </c:pt>
                <c:pt idx="80">
                  <c:v>29.134947</c:v>
                </c:pt>
                <c:pt idx="81">
                  <c:v>29.930381000000001</c:v>
                </c:pt>
                <c:pt idx="82">
                  <c:v>28.418081000000001</c:v>
                </c:pt>
                <c:pt idx="83">
                  <c:v>31.865390000000001</c:v>
                </c:pt>
                <c:pt idx="84">
                  <c:v>29.885131999999999</c:v>
                </c:pt>
                <c:pt idx="85">
                  <c:v>28.276046999999998</c:v>
                </c:pt>
                <c:pt idx="86">
                  <c:v>31.128060000000001</c:v>
                </c:pt>
                <c:pt idx="87">
                  <c:v>33.380740000000003</c:v>
                </c:pt>
                <c:pt idx="88">
                  <c:v>36.477547999999999</c:v>
                </c:pt>
                <c:pt idx="89">
                  <c:v>27.584806</c:v>
                </c:pt>
                <c:pt idx="90">
                  <c:v>30.725006</c:v>
                </c:pt>
                <c:pt idx="91">
                  <c:v>28.451495000000001</c:v>
                </c:pt>
                <c:pt idx="92">
                  <c:v>30.204211999999998</c:v>
                </c:pt>
                <c:pt idx="93">
                  <c:v>29.424294</c:v>
                </c:pt>
                <c:pt idx="94">
                  <c:v>32.316200000000002</c:v>
                </c:pt>
                <c:pt idx="95">
                  <c:v>30.582909000000001</c:v>
                </c:pt>
                <c:pt idx="96">
                  <c:v>30.139880000000002</c:v>
                </c:pt>
                <c:pt idx="97">
                  <c:v>32.507384000000002</c:v>
                </c:pt>
                <c:pt idx="98">
                  <c:v>31.780833999999999</c:v>
                </c:pt>
                <c:pt idx="99">
                  <c:v>27.028362999999999</c:v>
                </c:pt>
                <c:pt idx="100">
                  <c:v>34.168605999999997</c:v>
                </c:pt>
                <c:pt idx="101">
                  <c:v>30.52036</c:v>
                </c:pt>
                <c:pt idx="102">
                  <c:v>30.435473000000002</c:v>
                </c:pt>
                <c:pt idx="103">
                  <c:v>28.946535999999998</c:v>
                </c:pt>
                <c:pt idx="104">
                  <c:v>31.768324</c:v>
                </c:pt>
                <c:pt idx="105">
                  <c:v>30.674647</c:v>
                </c:pt>
                <c:pt idx="106">
                  <c:v>30.979628999999999</c:v>
                </c:pt>
                <c:pt idx="107">
                  <c:v>31.658829000000001</c:v>
                </c:pt>
                <c:pt idx="108">
                  <c:v>31.904608</c:v>
                </c:pt>
                <c:pt idx="109">
                  <c:v>36.400807</c:v>
                </c:pt>
                <c:pt idx="110">
                  <c:v>28.546258999999999</c:v>
                </c:pt>
                <c:pt idx="111">
                  <c:v>28.518014999999998</c:v>
                </c:pt>
                <c:pt idx="112">
                  <c:v>25.763369999999998</c:v>
                </c:pt>
                <c:pt idx="113">
                  <c:v>31.128943</c:v>
                </c:pt>
                <c:pt idx="114">
                  <c:v>28.623235999999999</c:v>
                </c:pt>
                <c:pt idx="115">
                  <c:v>31.847178</c:v>
                </c:pt>
                <c:pt idx="116">
                  <c:v>31.829695999999998</c:v>
                </c:pt>
                <c:pt idx="117">
                  <c:v>31.811836</c:v>
                </c:pt>
                <c:pt idx="118">
                  <c:v>33.268715999999998</c:v>
                </c:pt>
                <c:pt idx="119">
                  <c:v>34.415407000000002</c:v>
                </c:pt>
                <c:pt idx="120">
                  <c:v>35.288103</c:v>
                </c:pt>
                <c:pt idx="121">
                  <c:v>31.688758</c:v>
                </c:pt>
                <c:pt idx="122">
                  <c:v>30.011748999999998</c:v>
                </c:pt>
                <c:pt idx="123">
                  <c:v>26.897791000000002</c:v>
                </c:pt>
                <c:pt idx="124">
                  <c:v>28.090864</c:v>
                </c:pt>
                <c:pt idx="125">
                  <c:v>33.506608</c:v>
                </c:pt>
                <c:pt idx="126">
                  <c:v>30.909375000000001</c:v>
                </c:pt>
                <c:pt idx="127">
                  <c:v>33.149112000000002</c:v>
                </c:pt>
                <c:pt idx="128">
                  <c:v>29.362400000000001</c:v>
                </c:pt>
                <c:pt idx="129">
                  <c:v>32.818300000000001</c:v>
                </c:pt>
                <c:pt idx="130">
                  <c:v>32.201956000000003</c:v>
                </c:pt>
                <c:pt idx="131">
                  <c:v>32.227452</c:v>
                </c:pt>
                <c:pt idx="132">
                  <c:v>29.923860999999999</c:v>
                </c:pt>
                <c:pt idx="133">
                  <c:v>35.028858999999997</c:v>
                </c:pt>
                <c:pt idx="134">
                  <c:v>35.041393999999997</c:v>
                </c:pt>
                <c:pt idx="135">
                  <c:v>34.401091999999998</c:v>
                </c:pt>
                <c:pt idx="136">
                  <c:v>34.394798000000002</c:v>
                </c:pt>
                <c:pt idx="137">
                  <c:v>34.133206000000001</c:v>
                </c:pt>
                <c:pt idx="138">
                  <c:v>32.634484999999998</c:v>
                </c:pt>
                <c:pt idx="139">
                  <c:v>28.256045</c:v>
                </c:pt>
                <c:pt idx="140">
                  <c:v>29.809449999999998</c:v>
                </c:pt>
                <c:pt idx="141">
                  <c:v>27.274432999999998</c:v>
                </c:pt>
                <c:pt idx="142">
                  <c:v>28.443034999999998</c:v>
                </c:pt>
                <c:pt idx="143">
                  <c:v>28.967897000000001</c:v>
                </c:pt>
                <c:pt idx="144">
                  <c:v>32.915351000000001</c:v>
                </c:pt>
                <c:pt idx="145">
                  <c:v>32.723813</c:v>
                </c:pt>
                <c:pt idx="146">
                  <c:v>33.852609000000001</c:v>
                </c:pt>
                <c:pt idx="147">
                  <c:v>32.146410000000003</c:v>
                </c:pt>
                <c:pt idx="148">
                  <c:v>31.147147</c:v>
                </c:pt>
                <c:pt idx="149">
                  <c:v>34.242908999999997</c:v>
                </c:pt>
                <c:pt idx="150">
                  <c:v>30.016594000000001</c:v>
                </c:pt>
                <c:pt idx="151">
                  <c:v>29.257656999999998</c:v>
                </c:pt>
                <c:pt idx="152">
                  <c:v>29.167614</c:v>
                </c:pt>
                <c:pt idx="153">
                  <c:v>28.800962999999999</c:v>
                </c:pt>
                <c:pt idx="154">
                  <c:v>27.675163000000001</c:v>
                </c:pt>
                <c:pt idx="155">
                  <c:v>27.38542</c:v>
                </c:pt>
                <c:pt idx="156">
                  <c:v>26.287866999999999</c:v>
                </c:pt>
                <c:pt idx="157">
                  <c:v>31.221938999999999</c:v>
                </c:pt>
                <c:pt idx="158">
                  <c:v>28.070702000000001</c:v>
                </c:pt>
                <c:pt idx="159">
                  <c:v>29.687010999999998</c:v>
                </c:pt>
                <c:pt idx="160">
                  <c:v>31.140384000000001</c:v>
                </c:pt>
                <c:pt idx="161">
                  <c:v>36.061615000000003</c:v>
                </c:pt>
                <c:pt idx="162">
                  <c:v>32.487050000000004</c:v>
                </c:pt>
                <c:pt idx="163">
                  <c:v>32.319316999999998</c:v>
                </c:pt>
                <c:pt idx="164">
                  <c:v>34.058663000000003</c:v>
                </c:pt>
                <c:pt idx="165">
                  <c:v>27.964767999999999</c:v>
                </c:pt>
                <c:pt idx="166">
                  <c:v>29.581244999999999</c:v>
                </c:pt>
                <c:pt idx="167">
                  <c:v>27.731155000000001</c:v>
                </c:pt>
                <c:pt idx="168">
                  <c:v>27.930447000000001</c:v>
                </c:pt>
                <c:pt idx="169">
                  <c:v>27.240808999999999</c:v>
                </c:pt>
                <c:pt idx="170">
                  <c:v>29.855255</c:v>
                </c:pt>
                <c:pt idx="171">
                  <c:v>26.912751</c:v>
                </c:pt>
                <c:pt idx="172">
                  <c:v>35.739986999999999</c:v>
                </c:pt>
                <c:pt idx="173">
                  <c:v>31.925457999999999</c:v>
                </c:pt>
                <c:pt idx="174">
                  <c:v>30.794177999999999</c:v>
                </c:pt>
                <c:pt idx="175">
                  <c:v>28.324373999999999</c:v>
                </c:pt>
                <c:pt idx="176">
                  <c:v>37.293332999999997</c:v>
                </c:pt>
                <c:pt idx="177">
                  <c:v>33.620944999999999</c:v>
                </c:pt>
                <c:pt idx="178">
                  <c:v>33.561525000000003</c:v>
                </c:pt>
                <c:pt idx="179">
                  <c:v>36.657572999999999</c:v>
                </c:pt>
                <c:pt idx="180">
                  <c:v>29.677610000000001</c:v>
                </c:pt>
                <c:pt idx="181">
                  <c:v>32.085168000000003</c:v>
                </c:pt>
                <c:pt idx="182">
                  <c:v>28.760663000000001</c:v>
                </c:pt>
                <c:pt idx="183">
                  <c:v>29.241858000000001</c:v>
                </c:pt>
                <c:pt idx="184">
                  <c:v>29.365667999999999</c:v>
                </c:pt>
                <c:pt idx="185">
                  <c:v>28.796400999999999</c:v>
                </c:pt>
                <c:pt idx="186">
                  <c:v>29.940128999999999</c:v>
                </c:pt>
                <c:pt idx="187">
                  <c:v>32.278897000000001</c:v>
                </c:pt>
                <c:pt idx="188">
                  <c:v>31.426914</c:v>
                </c:pt>
                <c:pt idx="189">
                  <c:v>31.540206000000001</c:v>
                </c:pt>
                <c:pt idx="190">
                  <c:v>31.504405999999999</c:v>
                </c:pt>
                <c:pt idx="191">
                  <c:v>31.478888999999999</c:v>
                </c:pt>
                <c:pt idx="192">
                  <c:v>28.393422999999999</c:v>
                </c:pt>
                <c:pt idx="193">
                  <c:v>33.048178</c:v>
                </c:pt>
                <c:pt idx="194">
                  <c:v>32.583761000000003</c:v>
                </c:pt>
                <c:pt idx="195">
                  <c:v>28.550798</c:v>
                </c:pt>
                <c:pt idx="196">
                  <c:v>33.469518999999998</c:v>
                </c:pt>
                <c:pt idx="197">
                  <c:v>31.894634</c:v>
                </c:pt>
                <c:pt idx="198">
                  <c:v>27.843351999999999</c:v>
                </c:pt>
                <c:pt idx="199">
                  <c:v>27.518227</c:v>
                </c:pt>
                <c:pt idx="200">
                  <c:v>38.4</c:v>
                </c:pt>
                <c:pt idx="201">
                  <c:v>24.689709000000001</c:v>
                </c:pt>
                <c:pt idx="202">
                  <c:v>26.836842000000001</c:v>
                </c:pt>
                <c:pt idx="203">
                  <c:v>24.863081000000001</c:v>
                </c:pt>
                <c:pt idx="204">
                  <c:v>27.223547</c:v>
                </c:pt>
                <c:pt idx="205">
                  <c:v>26.856847999999999</c:v>
                </c:pt>
                <c:pt idx="206">
                  <c:v>24.115264</c:v>
                </c:pt>
                <c:pt idx="207">
                  <c:v>25.133925000000001</c:v>
                </c:pt>
                <c:pt idx="208">
                  <c:v>23.547058</c:v>
                </c:pt>
                <c:pt idx="209">
                  <c:v>23.671703999999998</c:v>
                </c:pt>
                <c:pt idx="210">
                  <c:v>22.238613000000001</c:v>
                </c:pt>
                <c:pt idx="211">
                  <c:v>19.932254</c:v>
                </c:pt>
                <c:pt idx="212">
                  <c:v>25.763819999999999</c:v>
                </c:pt>
                <c:pt idx="213">
                  <c:v>23.863892</c:v>
                </c:pt>
                <c:pt idx="214">
                  <c:v>27.937556000000001</c:v>
                </c:pt>
                <c:pt idx="215">
                  <c:v>27.511111</c:v>
                </c:pt>
                <c:pt idx="216">
                  <c:v>25.291405000000001</c:v>
                </c:pt>
                <c:pt idx="217">
                  <c:v>28.832048</c:v>
                </c:pt>
                <c:pt idx="218">
                  <c:v>29.343986999999998</c:v>
                </c:pt>
                <c:pt idx="219">
                  <c:v>28.301317999999998</c:v>
                </c:pt>
                <c:pt idx="220">
                  <c:v>23.967119</c:v>
                </c:pt>
                <c:pt idx="221">
                  <c:v>22.910056999999998</c:v>
                </c:pt>
                <c:pt idx="222">
                  <c:v>22.462375999999999</c:v>
                </c:pt>
                <c:pt idx="223">
                  <c:v>17.773092999999999</c:v>
                </c:pt>
                <c:pt idx="224">
                  <c:v>19.636865</c:v>
                </c:pt>
                <c:pt idx="225">
                  <c:v>27.285890999999999</c:v>
                </c:pt>
                <c:pt idx="226">
                  <c:v>25.882559000000001</c:v>
                </c:pt>
                <c:pt idx="227">
                  <c:v>28.411819000000001</c:v>
                </c:pt>
                <c:pt idx="228">
                  <c:v>26.497823</c:v>
                </c:pt>
                <c:pt idx="229">
                  <c:v>28.353463999999999</c:v>
                </c:pt>
                <c:pt idx="230">
                  <c:v>29.197391</c:v>
                </c:pt>
                <c:pt idx="231">
                  <c:v>26.710965999999999</c:v>
                </c:pt>
                <c:pt idx="232">
                  <c:v>30.393265</c:v>
                </c:pt>
                <c:pt idx="233">
                  <c:v>26.345262999999999</c:v>
                </c:pt>
                <c:pt idx="234">
                  <c:v>26.365275</c:v>
                </c:pt>
                <c:pt idx="235">
                  <c:v>26.632171</c:v>
                </c:pt>
                <c:pt idx="236">
                  <c:v>29.587562999999999</c:v>
                </c:pt>
                <c:pt idx="237">
                  <c:v>27.775604999999999</c:v>
                </c:pt>
                <c:pt idx="238">
                  <c:v>28.518222999999999</c:v>
                </c:pt>
                <c:pt idx="239">
                  <c:v>20.89451</c:v>
                </c:pt>
                <c:pt idx="240">
                  <c:v>28.287213999999999</c:v>
                </c:pt>
                <c:pt idx="241">
                  <c:v>25.938400000000001</c:v>
                </c:pt>
                <c:pt idx="242">
                  <c:v>27.133406999999998</c:v>
                </c:pt>
                <c:pt idx="243">
                  <c:v>27.412821000000001</c:v>
                </c:pt>
                <c:pt idx="244">
                  <c:v>27.951460999999998</c:v>
                </c:pt>
                <c:pt idx="245">
                  <c:v>29.127824</c:v>
                </c:pt>
                <c:pt idx="246">
                  <c:v>27.033978000000001</c:v>
                </c:pt>
                <c:pt idx="247">
                  <c:v>30.113726</c:v>
                </c:pt>
                <c:pt idx="248">
                  <c:v>30.030711</c:v>
                </c:pt>
                <c:pt idx="249">
                  <c:v>29.040913</c:v>
                </c:pt>
                <c:pt idx="250">
                  <c:v>31.855611</c:v>
                </c:pt>
                <c:pt idx="251">
                  <c:v>25.311440000000001</c:v>
                </c:pt>
                <c:pt idx="252">
                  <c:v>24.287227000000001</c:v>
                </c:pt>
                <c:pt idx="253">
                  <c:v>20.697683999999999</c:v>
                </c:pt>
                <c:pt idx="254">
                  <c:v>26.962852999999999</c:v>
                </c:pt>
                <c:pt idx="255">
                  <c:v>29.571439999999999</c:v>
                </c:pt>
                <c:pt idx="256">
                  <c:v>31.923137000000001</c:v>
                </c:pt>
                <c:pt idx="257">
                  <c:v>28.111812</c:v>
                </c:pt>
                <c:pt idx="258">
                  <c:v>27.625243999999999</c:v>
                </c:pt>
                <c:pt idx="259">
                  <c:v>28.093921000000002</c:v>
                </c:pt>
                <c:pt idx="260">
                  <c:v>28.203968</c:v>
                </c:pt>
                <c:pt idx="261">
                  <c:v>24.952105</c:v>
                </c:pt>
                <c:pt idx="262">
                  <c:v>23.807039</c:v>
                </c:pt>
                <c:pt idx="263">
                  <c:v>31.018115999999999</c:v>
                </c:pt>
                <c:pt idx="264">
                  <c:v>24.239035000000001</c:v>
                </c:pt>
                <c:pt idx="265">
                  <c:v>29.008839999999999</c:v>
                </c:pt>
                <c:pt idx="266">
                  <c:v>21.999855</c:v>
                </c:pt>
                <c:pt idx="267">
                  <c:v>30.262374999999999</c:v>
                </c:pt>
                <c:pt idx="268">
                  <c:v>27.468495999999998</c:v>
                </c:pt>
                <c:pt idx="269">
                  <c:v>28.269711000000001</c:v>
                </c:pt>
                <c:pt idx="270">
                  <c:v>27.151951</c:v>
                </c:pt>
                <c:pt idx="271">
                  <c:v>29.777856</c:v>
                </c:pt>
                <c:pt idx="272">
                  <c:v>31.781583000000001</c:v>
                </c:pt>
                <c:pt idx="273">
                  <c:v>30.356408999999999</c:v>
                </c:pt>
                <c:pt idx="274">
                  <c:v>29.598837</c:v>
                </c:pt>
                <c:pt idx="275">
                  <c:v>30.345493999999999</c:v>
                </c:pt>
                <c:pt idx="276">
                  <c:v>24.711969</c:v>
                </c:pt>
                <c:pt idx="277">
                  <c:v>26.014600999999999</c:v>
                </c:pt>
                <c:pt idx="278">
                  <c:v>23.700904000000001</c:v>
                </c:pt>
                <c:pt idx="279">
                  <c:v>27.792293000000001</c:v>
                </c:pt>
                <c:pt idx="280">
                  <c:v>29.398848999999998</c:v>
                </c:pt>
                <c:pt idx="281">
                  <c:v>27.506491</c:v>
                </c:pt>
                <c:pt idx="282">
                  <c:v>25.487556000000001</c:v>
                </c:pt>
                <c:pt idx="283">
                  <c:v>25.691476000000002</c:v>
                </c:pt>
                <c:pt idx="284">
                  <c:v>26.993976</c:v>
                </c:pt>
                <c:pt idx="285">
                  <c:v>27.057818000000001</c:v>
                </c:pt>
                <c:pt idx="286">
                  <c:v>25.009853</c:v>
                </c:pt>
                <c:pt idx="287">
                  <c:v>25.440345000000001</c:v>
                </c:pt>
                <c:pt idx="288">
                  <c:v>23.861899000000001</c:v>
                </c:pt>
                <c:pt idx="289">
                  <c:v>22.994299999999999</c:v>
                </c:pt>
                <c:pt idx="290">
                  <c:v>28.350991</c:v>
                </c:pt>
                <c:pt idx="291">
                  <c:v>27.432485</c:v>
                </c:pt>
                <c:pt idx="292">
                  <c:v>27.295977000000001</c:v>
                </c:pt>
                <c:pt idx="293">
                  <c:v>32.364521000000003</c:v>
                </c:pt>
                <c:pt idx="294">
                  <c:v>28.122342</c:v>
                </c:pt>
                <c:pt idx="295">
                  <c:v>32.904927000000001</c:v>
                </c:pt>
                <c:pt idx="296">
                  <c:v>32.096162</c:v>
                </c:pt>
                <c:pt idx="297">
                  <c:v>30.955386000000001</c:v>
                </c:pt>
                <c:pt idx="298">
                  <c:v>30.571891000000001</c:v>
                </c:pt>
                <c:pt idx="299">
                  <c:v>21.754197999999999</c:v>
                </c:pt>
                <c:pt idx="300">
                  <c:v>27.464448999999998</c:v>
                </c:pt>
                <c:pt idx="301">
                  <c:v>31.383327000000001</c:v>
                </c:pt>
                <c:pt idx="302">
                  <c:v>30.961200000000002</c:v>
                </c:pt>
                <c:pt idx="303">
                  <c:v>31.489704</c:v>
                </c:pt>
                <c:pt idx="304">
                  <c:v>28.278423</c:v>
                </c:pt>
                <c:pt idx="305">
                  <c:v>28.099910999999999</c:v>
                </c:pt>
                <c:pt idx="306">
                  <c:v>26.566072999999999</c:v>
                </c:pt>
                <c:pt idx="307">
                  <c:v>26.130324000000002</c:v>
                </c:pt>
                <c:pt idx="308">
                  <c:v>24.514551000000001</c:v>
                </c:pt>
                <c:pt idx="309">
                  <c:v>30.986325999999998</c:v>
                </c:pt>
                <c:pt idx="310">
                  <c:v>26.986328</c:v>
                </c:pt>
                <c:pt idx="311">
                  <c:v>25.813362999999999</c:v>
                </c:pt>
                <c:pt idx="312">
                  <c:v>33.503363</c:v>
                </c:pt>
                <c:pt idx="313">
                  <c:v>29.683751999999998</c:v>
                </c:pt>
                <c:pt idx="314">
                  <c:v>32.352494999999998</c:v>
                </c:pt>
                <c:pt idx="315">
                  <c:v>29.827935</c:v>
                </c:pt>
                <c:pt idx="316">
                  <c:v>27.481978000000002</c:v>
                </c:pt>
                <c:pt idx="317">
                  <c:v>24.609656000000001</c:v>
                </c:pt>
                <c:pt idx="318">
                  <c:v>24.209517999999999</c:v>
                </c:pt>
                <c:pt idx="319">
                  <c:v>29.942332</c:v>
                </c:pt>
                <c:pt idx="320">
                  <c:v>27.074580999999998</c:v>
                </c:pt>
                <c:pt idx="321">
                  <c:v>26.552287</c:v>
                </c:pt>
                <c:pt idx="322">
                  <c:v>28.603652</c:v>
                </c:pt>
                <c:pt idx="323">
                  <c:v>27.410959999999999</c:v>
                </c:pt>
                <c:pt idx="324">
                  <c:v>26.89461</c:v>
                </c:pt>
                <c:pt idx="325">
                  <c:v>26.359577000000002</c:v>
                </c:pt>
                <c:pt idx="326">
                  <c:v>26.076284999999999</c:v>
                </c:pt>
                <c:pt idx="327">
                  <c:v>23.779094000000001</c:v>
                </c:pt>
                <c:pt idx="328">
                  <c:v>27.387891</c:v>
                </c:pt>
                <c:pt idx="329">
                  <c:v>30.157903999999998</c:v>
                </c:pt>
                <c:pt idx="330">
                  <c:v>28.001418000000001</c:v>
                </c:pt>
                <c:pt idx="331">
                  <c:v>30.455787000000001</c:v>
                </c:pt>
                <c:pt idx="332">
                  <c:v>28.483198999999999</c:v>
                </c:pt>
                <c:pt idx="333">
                  <c:v>29.578512</c:v>
                </c:pt>
                <c:pt idx="334">
                  <c:v>31.739830999999999</c:v>
                </c:pt>
                <c:pt idx="335">
                  <c:v>28.199074</c:v>
                </c:pt>
                <c:pt idx="336">
                  <c:v>27.550864000000001</c:v>
                </c:pt>
                <c:pt idx="337">
                  <c:v>30.199639999999999</c:v>
                </c:pt>
                <c:pt idx="338">
                  <c:v>33.520629999999997</c:v>
                </c:pt>
                <c:pt idx="339">
                  <c:v>29.193669</c:v>
                </c:pt>
                <c:pt idx="340">
                  <c:v>29.093219999999999</c:v>
                </c:pt>
                <c:pt idx="341">
                  <c:v>26.750440000000001</c:v>
                </c:pt>
                <c:pt idx="342">
                  <c:v>32.099294999999998</c:v>
                </c:pt>
                <c:pt idx="343">
                  <c:v>31.911840000000002</c:v>
                </c:pt>
                <c:pt idx="344">
                  <c:v>28.832329000000001</c:v>
                </c:pt>
                <c:pt idx="345">
                  <c:v>25.183619</c:v>
                </c:pt>
                <c:pt idx="346">
                  <c:v>32.145043999999999</c:v>
                </c:pt>
                <c:pt idx="347">
                  <c:v>32.943658999999997</c:v>
                </c:pt>
                <c:pt idx="348">
                  <c:v>31.115846999999999</c:v>
                </c:pt>
                <c:pt idx="349">
                  <c:v>30.728825000000001</c:v>
                </c:pt>
                <c:pt idx="350">
                  <c:v>32.812924000000002</c:v>
                </c:pt>
                <c:pt idx="351">
                  <c:v>27.415451000000001</c:v>
                </c:pt>
                <c:pt idx="352">
                  <c:v>25.347373999999999</c:v>
                </c:pt>
                <c:pt idx="353">
                  <c:v>28.426030999999998</c:v>
                </c:pt>
                <c:pt idx="354">
                  <c:v>26.758165000000002</c:v>
                </c:pt>
                <c:pt idx="355">
                  <c:v>29.628329999999998</c:v>
                </c:pt>
                <c:pt idx="356">
                  <c:v>24.681873</c:v>
                </c:pt>
                <c:pt idx="357">
                  <c:v>23.857305</c:v>
                </c:pt>
                <c:pt idx="358">
                  <c:v>30.007944999999999</c:v>
                </c:pt>
                <c:pt idx="359">
                  <c:v>31.443152000000001</c:v>
                </c:pt>
                <c:pt idx="360">
                  <c:v>28.906196000000001</c:v>
                </c:pt>
                <c:pt idx="361">
                  <c:v>27.071567999999999</c:v>
                </c:pt>
                <c:pt idx="362">
                  <c:v>27.869685</c:v>
                </c:pt>
                <c:pt idx="363">
                  <c:v>27.737811000000001</c:v>
                </c:pt>
                <c:pt idx="364">
                  <c:v>29.775635000000001</c:v>
                </c:pt>
                <c:pt idx="365">
                  <c:v>28.653769</c:v>
                </c:pt>
                <c:pt idx="366">
                  <c:v>28.150044999999999</c:v>
                </c:pt>
                <c:pt idx="367">
                  <c:v>28.824684999999999</c:v>
                </c:pt>
                <c:pt idx="368">
                  <c:v>27.578361000000001</c:v>
                </c:pt>
                <c:pt idx="369">
                  <c:v>35.788504000000003</c:v>
                </c:pt>
                <c:pt idx="370">
                  <c:v>30.297516999999999</c:v>
                </c:pt>
                <c:pt idx="371">
                  <c:v>32.832140000000003</c:v>
                </c:pt>
                <c:pt idx="372">
                  <c:v>30.377051999999999</c:v>
                </c:pt>
                <c:pt idx="373">
                  <c:v>31.155908</c:v>
                </c:pt>
                <c:pt idx="374">
                  <c:v>30.714745000000001</c:v>
                </c:pt>
                <c:pt idx="375">
                  <c:v>29.921485000000001</c:v>
                </c:pt>
                <c:pt idx="376">
                  <c:v>34.376069000000001</c:v>
                </c:pt>
                <c:pt idx="377">
                  <c:v>28.296993000000001</c:v>
                </c:pt>
                <c:pt idx="378">
                  <c:v>28.590205000000001</c:v>
                </c:pt>
                <c:pt idx="379">
                  <c:v>28.936964</c:v>
                </c:pt>
                <c:pt idx="380">
                  <c:v>29.349815</c:v>
                </c:pt>
                <c:pt idx="381">
                  <c:v>29.025708999999999</c:v>
                </c:pt>
                <c:pt idx="382">
                  <c:v>30.648140999999999</c:v>
                </c:pt>
                <c:pt idx="383">
                  <c:v>28.218081000000002</c:v>
                </c:pt>
                <c:pt idx="384">
                  <c:v>31.304680000000001</c:v>
                </c:pt>
                <c:pt idx="385">
                  <c:v>34.108058999999997</c:v>
                </c:pt>
                <c:pt idx="386">
                  <c:v>30.332381000000002</c:v>
                </c:pt>
                <c:pt idx="387">
                  <c:v>32.760424999999998</c:v>
                </c:pt>
                <c:pt idx="388">
                  <c:v>27.771609999999999</c:v>
                </c:pt>
                <c:pt idx="389">
                  <c:v>32.254702000000002</c:v>
                </c:pt>
                <c:pt idx="390">
                  <c:v>29.32761</c:v>
                </c:pt>
                <c:pt idx="391">
                  <c:v>30.053594</c:v>
                </c:pt>
                <c:pt idx="392">
                  <c:v>28.511887000000002</c:v>
                </c:pt>
                <c:pt idx="393">
                  <c:v>28.447745999999999</c:v>
                </c:pt>
                <c:pt idx="394">
                  <c:v>30.361725</c:v>
                </c:pt>
                <c:pt idx="395">
                  <c:v>29.059747999999999</c:v>
                </c:pt>
                <c:pt idx="396">
                  <c:v>29.698909</c:v>
                </c:pt>
                <c:pt idx="397">
                  <c:v>39.429960000000001</c:v>
                </c:pt>
                <c:pt idx="398">
                  <c:v>33.554892000000002</c:v>
                </c:pt>
                <c:pt idx="399">
                  <c:v>26.178909999999998</c:v>
                </c:pt>
                <c:pt idx="400">
                  <c:v>22.731762</c:v>
                </c:pt>
                <c:pt idx="401">
                  <c:v>28.088508999999998</c:v>
                </c:pt>
                <c:pt idx="402">
                  <c:v>33.459474</c:v>
                </c:pt>
                <c:pt idx="403">
                  <c:v>27.885811</c:v>
                </c:pt>
                <c:pt idx="404">
                  <c:v>25.407261999999999</c:v>
                </c:pt>
                <c:pt idx="405">
                  <c:v>31.449394000000002</c:v>
                </c:pt>
                <c:pt idx="406">
                  <c:v>25.862324999999998</c:v>
                </c:pt>
                <c:pt idx="407">
                  <c:v>28.995615999999998</c:v>
                </c:pt>
                <c:pt idx="408">
                  <c:v>33.096885</c:v>
                </c:pt>
                <c:pt idx="409">
                  <c:v>31.879117999999998</c:v>
                </c:pt>
                <c:pt idx="410">
                  <c:v>29.652339000000001</c:v>
                </c:pt>
                <c:pt idx="411">
                  <c:v>32.507007999999999</c:v>
                </c:pt>
                <c:pt idx="412">
                  <c:v>29.588394000000001</c:v>
                </c:pt>
                <c:pt idx="413">
                  <c:v>28.155487000000001</c:v>
                </c:pt>
                <c:pt idx="414">
                  <c:v>28.753098000000001</c:v>
                </c:pt>
                <c:pt idx="415">
                  <c:v>33.742804999999997</c:v>
                </c:pt>
                <c:pt idx="416">
                  <c:v>31.502026999999998</c:v>
                </c:pt>
                <c:pt idx="417">
                  <c:v>29.669481999999999</c:v>
                </c:pt>
                <c:pt idx="418">
                  <c:v>24.359221999999999</c:v>
                </c:pt>
                <c:pt idx="419">
                  <c:v>22.620612999999999</c:v>
                </c:pt>
                <c:pt idx="420">
                  <c:v>26.681850000000001</c:v>
                </c:pt>
                <c:pt idx="421">
                  <c:v>28.502835999999999</c:v>
                </c:pt>
                <c:pt idx="422">
                  <c:v>22.400509</c:v>
                </c:pt>
                <c:pt idx="423">
                  <c:v>20.255953000000002</c:v>
                </c:pt>
                <c:pt idx="424">
                  <c:v>31.625916</c:v>
                </c:pt>
                <c:pt idx="425">
                  <c:v>29.142122000000001</c:v>
                </c:pt>
                <c:pt idx="426">
                  <c:v>30.586067</c:v>
                </c:pt>
                <c:pt idx="427">
                  <c:v>31.400518999999999</c:v>
                </c:pt>
                <c:pt idx="428">
                  <c:v>33.297648000000002</c:v>
                </c:pt>
                <c:pt idx="429">
                  <c:v>30.620048000000001</c:v>
                </c:pt>
                <c:pt idx="430">
                  <c:v>29.410938000000002</c:v>
                </c:pt>
                <c:pt idx="431">
                  <c:v>33.607433</c:v>
                </c:pt>
                <c:pt idx="432">
                  <c:v>26.566734</c:v>
                </c:pt>
                <c:pt idx="433">
                  <c:v>28.870968999999999</c:v>
                </c:pt>
                <c:pt idx="434">
                  <c:v>35.314782999999998</c:v>
                </c:pt>
                <c:pt idx="435">
                  <c:v>32.231836000000001</c:v>
                </c:pt>
                <c:pt idx="436">
                  <c:v>29.520654</c:v>
                </c:pt>
                <c:pt idx="437">
                  <c:v>30.516295</c:v>
                </c:pt>
                <c:pt idx="438">
                  <c:v>31.95861</c:v>
                </c:pt>
                <c:pt idx="439">
                  <c:v>27.50958</c:v>
                </c:pt>
                <c:pt idx="440">
                  <c:v>26.265858999999999</c:v>
                </c:pt>
                <c:pt idx="441">
                  <c:v>24.601285000000001</c:v>
                </c:pt>
                <c:pt idx="442">
                  <c:v>19.892544999999998</c:v>
                </c:pt>
                <c:pt idx="443">
                  <c:v>17.914508999999999</c:v>
                </c:pt>
                <c:pt idx="444">
                  <c:v>28.988168000000002</c:v>
                </c:pt>
                <c:pt idx="445">
                  <c:v>33.174339000000003</c:v>
                </c:pt>
                <c:pt idx="446">
                  <c:v>32.684036999999996</c:v>
                </c:pt>
                <c:pt idx="447">
                  <c:v>30.364961000000001</c:v>
                </c:pt>
                <c:pt idx="448">
                  <c:v>30.932106999999998</c:v>
                </c:pt>
                <c:pt idx="449">
                  <c:v>33.104210000000002</c:v>
                </c:pt>
                <c:pt idx="450">
                  <c:v>25.14864</c:v>
                </c:pt>
                <c:pt idx="451">
                  <c:v>32.915773999999999</c:v>
                </c:pt>
                <c:pt idx="452">
                  <c:v>30.465881</c:v>
                </c:pt>
                <c:pt idx="453">
                  <c:v>26.725739999999998</c:v>
                </c:pt>
                <c:pt idx="454">
                  <c:v>25.161963</c:v>
                </c:pt>
                <c:pt idx="455">
                  <c:v>24.471412999999998</c:v>
                </c:pt>
                <c:pt idx="456">
                  <c:v>29.843025999999998</c:v>
                </c:pt>
                <c:pt idx="457">
                  <c:v>24.203562000000002</c:v>
                </c:pt>
                <c:pt idx="458">
                  <c:v>30.872440000000001</c:v>
                </c:pt>
                <c:pt idx="459">
                  <c:v>29.267859999999999</c:v>
                </c:pt>
                <c:pt idx="460">
                  <c:v>28.137644999999999</c:v>
                </c:pt>
                <c:pt idx="461">
                  <c:v>23.024812000000001</c:v>
                </c:pt>
                <c:pt idx="462">
                  <c:v>25.288367000000001</c:v>
                </c:pt>
                <c:pt idx="463">
                  <c:v>27.054157</c:v>
                </c:pt>
                <c:pt idx="464">
                  <c:v>17.383548000000001</c:v>
                </c:pt>
                <c:pt idx="465">
                  <c:v>31.667048999999999</c:v>
                </c:pt>
                <c:pt idx="466">
                  <c:v>31.978278</c:v>
                </c:pt>
                <c:pt idx="467">
                  <c:v>31.741796999999998</c:v>
                </c:pt>
                <c:pt idx="468">
                  <c:v>29.335189</c:v>
                </c:pt>
                <c:pt idx="469">
                  <c:v>27.283525000000001</c:v>
                </c:pt>
                <c:pt idx="470">
                  <c:v>31.955185</c:v>
                </c:pt>
                <c:pt idx="471">
                  <c:v>33.445022000000002</c:v>
                </c:pt>
                <c:pt idx="472">
                  <c:v>31.41987</c:v>
                </c:pt>
                <c:pt idx="473">
                  <c:v>33.313012999999998</c:v>
                </c:pt>
                <c:pt idx="474">
                  <c:v>32.147627</c:v>
                </c:pt>
                <c:pt idx="475">
                  <c:v>28.950367</c:v>
                </c:pt>
                <c:pt idx="476">
                  <c:v>31.664981999999998</c:v>
                </c:pt>
                <c:pt idx="477">
                  <c:v>29.411757999999999</c:v>
                </c:pt>
                <c:pt idx="478">
                  <c:v>29.391929000000001</c:v>
                </c:pt>
                <c:pt idx="479">
                  <c:v>30.821491999999999</c:v>
                </c:pt>
                <c:pt idx="480">
                  <c:v>29.338604</c:v>
                </c:pt>
                <c:pt idx="481">
                  <c:v>31.675829</c:v>
                </c:pt>
                <c:pt idx="482">
                  <c:v>27.507968000000002</c:v>
                </c:pt>
                <c:pt idx="483">
                  <c:v>27.073367000000001</c:v>
                </c:pt>
                <c:pt idx="484">
                  <c:v>24.686669999999999</c:v>
                </c:pt>
                <c:pt idx="485">
                  <c:v>30.142399999999999</c:v>
                </c:pt>
                <c:pt idx="486">
                  <c:v>33.520842999999999</c:v>
                </c:pt>
                <c:pt idx="487">
                  <c:v>34.501347000000003</c:v>
                </c:pt>
                <c:pt idx="488">
                  <c:v>27.603715000000001</c:v>
                </c:pt>
                <c:pt idx="489">
                  <c:v>30.763688999999999</c:v>
                </c:pt>
                <c:pt idx="490">
                  <c:v>31.453385999999998</c:v>
                </c:pt>
                <c:pt idx="491">
                  <c:v>30.493998000000001</c:v>
                </c:pt>
                <c:pt idx="492">
                  <c:v>31.912613</c:v>
                </c:pt>
                <c:pt idx="493">
                  <c:v>29.913853</c:v>
                </c:pt>
                <c:pt idx="494">
                  <c:v>28.296756999999999</c:v>
                </c:pt>
                <c:pt idx="495">
                  <c:v>28.146977</c:v>
                </c:pt>
                <c:pt idx="496">
                  <c:v>30.929023999999998</c:v>
                </c:pt>
                <c:pt idx="497">
                  <c:v>30.760102</c:v>
                </c:pt>
                <c:pt idx="498">
                  <c:v>26.829613999999999</c:v>
                </c:pt>
                <c:pt idx="499">
                  <c:v>24.471052</c:v>
                </c:pt>
                <c:pt idx="500">
                  <c:v>31.709683999999999</c:v>
                </c:pt>
                <c:pt idx="501">
                  <c:v>31.310917</c:v>
                </c:pt>
                <c:pt idx="502">
                  <c:v>30.911944999999999</c:v>
                </c:pt>
                <c:pt idx="503">
                  <c:v>29.908200999999998</c:v>
                </c:pt>
                <c:pt idx="504">
                  <c:v>28.658825</c:v>
                </c:pt>
                <c:pt idx="505">
                  <c:v>31.599278999999999</c:v>
                </c:pt>
                <c:pt idx="506">
                  <c:v>31.636353</c:v>
                </c:pt>
                <c:pt idx="507">
                  <c:v>30.171606000000001</c:v>
                </c:pt>
                <c:pt idx="508">
                  <c:v>27.247658999999999</c:v>
                </c:pt>
                <c:pt idx="509">
                  <c:v>29.682663999999999</c:v>
                </c:pt>
                <c:pt idx="510">
                  <c:v>30.241674</c:v>
                </c:pt>
                <c:pt idx="511">
                  <c:v>29.687766</c:v>
                </c:pt>
                <c:pt idx="512">
                  <c:v>30.489404</c:v>
                </c:pt>
                <c:pt idx="513">
                  <c:v>30.949736000000001</c:v>
                </c:pt>
                <c:pt idx="514">
                  <c:v>25.856304999999999</c:v>
                </c:pt>
                <c:pt idx="515">
                  <c:v>25.377365999999999</c:v>
                </c:pt>
                <c:pt idx="516">
                  <c:v>30.438566000000002</c:v>
                </c:pt>
                <c:pt idx="517">
                  <c:v>29.251729000000001</c:v>
                </c:pt>
                <c:pt idx="518">
                  <c:v>28.976697999999999</c:v>
                </c:pt>
                <c:pt idx="519">
                  <c:v>32.178930000000001</c:v>
                </c:pt>
                <c:pt idx="520">
                  <c:v>34.498046000000002</c:v>
                </c:pt>
                <c:pt idx="521">
                  <c:v>37.884211999999998</c:v>
                </c:pt>
                <c:pt idx="522">
                  <c:v>35.353458000000003</c:v>
                </c:pt>
                <c:pt idx="523">
                  <c:v>31.432793</c:v>
                </c:pt>
                <c:pt idx="524">
                  <c:v>32.189346</c:v>
                </c:pt>
                <c:pt idx="525">
                  <c:v>28.535544999999999</c:v>
                </c:pt>
                <c:pt idx="526">
                  <c:v>27.389453</c:v>
                </c:pt>
                <c:pt idx="527">
                  <c:v>26.130374</c:v>
                </c:pt>
                <c:pt idx="528">
                  <c:v>24.598310000000001</c:v>
                </c:pt>
                <c:pt idx="529">
                  <c:v>27.810616</c:v>
                </c:pt>
                <c:pt idx="530">
                  <c:v>27.997800999999999</c:v>
                </c:pt>
                <c:pt idx="531">
                  <c:v>26.811038</c:v>
                </c:pt>
                <c:pt idx="532">
                  <c:v>30.370332999999999</c:v>
                </c:pt>
                <c:pt idx="533">
                  <c:v>32.337719999999997</c:v>
                </c:pt>
                <c:pt idx="534">
                  <c:v>29.851234000000002</c:v>
                </c:pt>
                <c:pt idx="535">
                  <c:v>30.482005999999998</c:v>
                </c:pt>
                <c:pt idx="536">
                  <c:v>32.417118000000002</c:v>
                </c:pt>
                <c:pt idx="537">
                  <c:v>34.579810000000002</c:v>
                </c:pt>
                <c:pt idx="538">
                  <c:v>32.446620000000003</c:v>
                </c:pt>
                <c:pt idx="539">
                  <c:v>32.555228999999997</c:v>
                </c:pt>
                <c:pt idx="540">
                  <c:v>32.018619000000001</c:v>
                </c:pt>
                <c:pt idx="541">
                  <c:v>31.823858999999999</c:v>
                </c:pt>
                <c:pt idx="542">
                  <c:v>31.656286000000001</c:v>
                </c:pt>
                <c:pt idx="543">
                  <c:v>29.837941000000001</c:v>
                </c:pt>
                <c:pt idx="544">
                  <c:v>28.174612</c:v>
                </c:pt>
                <c:pt idx="545">
                  <c:v>28.181882000000002</c:v>
                </c:pt>
                <c:pt idx="546">
                  <c:v>29.523707000000002</c:v>
                </c:pt>
                <c:pt idx="547">
                  <c:v>31.364799999999999</c:v>
                </c:pt>
                <c:pt idx="548">
                  <c:v>30.467071000000001</c:v>
                </c:pt>
                <c:pt idx="549">
                  <c:v>26.637972999999999</c:v>
                </c:pt>
                <c:pt idx="550">
                  <c:v>32.474355000000003</c:v>
                </c:pt>
                <c:pt idx="551">
                  <c:v>31.108525</c:v>
                </c:pt>
                <c:pt idx="552">
                  <c:v>30.104944</c:v>
                </c:pt>
                <c:pt idx="553">
                  <c:v>32.902051</c:v>
                </c:pt>
                <c:pt idx="554">
                  <c:v>35.763261999999997</c:v>
                </c:pt>
                <c:pt idx="555">
                  <c:v>34.568851000000002</c:v>
                </c:pt>
                <c:pt idx="556">
                  <c:v>36.232098999999998</c:v>
                </c:pt>
                <c:pt idx="557">
                  <c:v>29.566426</c:v>
                </c:pt>
                <c:pt idx="558">
                  <c:v>31.448163000000001</c:v>
                </c:pt>
                <c:pt idx="559">
                  <c:v>30.068173999999999</c:v>
                </c:pt>
                <c:pt idx="560">
                  <c:v>29.854619</c:v>
                </c:pt>
                <c:pt idx="561">
                  <c:v>33.819817</c:v>
                </c:pt>
                <c:pt idx="562">
                  <c:v>34.443489999999997</c:v>
                </c:pt>
                <c:pt idx="563">
                  <c:v>28.733066000000001</c:v>
                </c:pt>
                <c:pt idx="564">
                  <c:v>30.146906000000001</c:v>
                </c:pt>
                <c:pt idx="565">
                  <c:v>32.441476000000002</c:v>
                </c:pt>
                <c:pt idx="566">
                  <c:v>32.631571999999998</c:v>
                </c:pt>
                <c:pt idx="567">
                  <c:v>29.813979</c:v>
                </c:pt>
                <c:pt idx="568">
                  <c:v>32.48959</c:v>
                </c:pt>
                <c:pt idx="569">
                  <c:v>29.735168000000002</c:v>
                </c:pt>
                <c:pt idx="570">
                  <c:v>33.559882999999999</c:v>
                </c:pt>
                <c:pt idx="571">
                  <c:v>31.141734</c:v>
                </c:pt>
                <c:pt idx="572">
                  <c:v>30.934934999999999</c:v>
                </c:pt>
                <c:pt idx="573">
                  <c:v>29.600444</c:v>
                </c:pt>
                <c:pt idx="574">
                  <c:v>34.026116999999999</c:v>
                </c:pt>
                <c:pt idx="575">
                  <c:v>35.076985999999998</c:v>
                </c:pt>
                <c:pt idx="576">
                  <c:v>29.327438999999998</c:v>
                </c:pt>
                <c:pt idx="577">
                  <c:v>27.875786000000002</c:v>
                </c:pt>
                <c:pt idx="578">
                  <c:v>29.326549</c:v>
                </c:pt>
                <c:pt idx="579">
                  <c:v>31.187688999999999</c:v>
                </c:pt>
                <c:pt idx="580">
                  <c:v>30.715395999999998</c:v>
                </c:pt>
                <c:pt idx="581">
                  <c:v>30.306536999999999</c:v>
                </c:pt>
                <c:pt idx="582">
                  <c:v>28.716995000000001</c:v>
                </c:pt>
                <c:pt idx="583">
                  <c:v>32.15119</c:v>
                </c:pt>
                <c:pt idx="584">
                  <c:v>28.785162</c:v>
                </c:pt>
                <c:pt idx="585">
                  <c:v>36.005473000000002</c:v>
                </c:pt>
                <c:pt idx="586">
                  <c:v>32.455117999999999</c:v>
                </c:pt>
                <c:pt idx="587">
                  <c:v>31.516213</c:v>
                </c:pt>
                <c:pt idx="588">
                  <c:v>30.958411999999999</c:v>
                </c:pt>
                <c:pt idx="589">
                  <c:v>31.135363999999999</c:v>
                </c:pt>
                <c:pt idx="590">
                  <c:v>31.013645</c:v>
                </c:pt>
                <c:pt idx="591">
                  <c:v>29.592369000000001</c:v>
                </c:pt>
                <c:pt idx="592">
                  <c:v>31.848272999999999</c:v>
                </c:pt>
                <c:pt idx="593">
                  <c:v>32.036983999999997</c:v>
                </c:pt>
                <c:pt idx="594">
                  <c:v>31.601777999999999</c:v>
                </c:pt>
                <c:pt idx="595">
                  <c:v>32.034433999999997</c:v>
                </c:pt>
                <c:pt idx="596">
                  <c:v>28.874112</c:v>
                </c:pt>
                <c:pt idx="597">
                  <c:v>27.643854000000001</c:v>
                </c:pt>
                <c:pt idx="598">
                  <c:v>30.278822999999999</c:v>
                </c:pt>
                <c:pt idx="599">
                  <c:v>30.052568000000001</c:v>
                </c:pt>
                <c:pt idx="600">
                  <c:v>31.874659000000001</c:v>
                </c:pt>
                <c:pt idx="601">
                  <c:v>34.169528999999997</c:v>
                </c:pt>
                <c:pt idx="602">
                  <c:v>29.977388000000001</c:v>
                </c:pt>
                <c:pt idx="603">
                  <c:v>30.523402999999998</c:v>
                </c:pt>
                <c:pt idx="604">
                  <c:v>30.489308999999999</c:v>
                </c:pt>
                <c:pt idx="605">
                  <c:v>32.657214000000003</c:v>
                </c:pt>
                <c:pt idx="606">
                  <c:v>31.953067000000001</c:v>
                </c:pt>
                <c:pt idx="607">
                  <c:v>32.253537999999999</c:v>
                </c:pt>
                <c:pt idx="608">
                  <c:v>33.988052000000003</c:v>
                </c:pt>
                <c:pt idx="609">
                  <c:v>27.606081</c:v>
                </c:pt>
                <c:pt idx="610">
                  <c:v>32.756884999999997</c:v>
                </c:pt>
                <c:pt idx="611">
                  <c:v>28.462565999999999</c:v>
                </c:pt>
                <c:pt idx="612">
                  <c:v>30.536525000000001</c:v>
                </c:pt>
                <c:pt idx="613">
                  <c:v>31.459602</c:v>
                </c:pt>
                <c:pt idx="614">
                  <c:v>31.430374</c:v>
                </c:pt>
                <c:pt idx="615">
                  <c:v>33.158250000000002</c:v>
                </c:pt>
                <c:pt idx="616">
                  <c:v>29.205684000000002</c:v>
                </c:pt>
                <c:pt idx="617">
                  <c:v>31.967977000000001</c:v>
                </c:pt>
                <c:pt idx="618">
                  <c:v>25.308284</c:v>
                </c:pt>
                <c:pt idx="619">
                  <c:v>31.955679</c:v>
                </c:pt>
                <c:pt idx="620">
                  <c:v>35.932358000000001</c:v>
                </c:pt>
                <c:pt idx="621">
                  <c:v>30.884446000000001</c:v>
                </c:pt>
                <c:pt idx="622">
                  <c:v>29.984942</c:v>
                </c:pt>
                <c:pt idx="623">
                  <c:v>31.333212</c:v>
                </c:pt>
                <c:pt idx="624">
                  <c:v>27.842649999999999</c:v>
                </c:pt>
                <c:pt idx="625">
                  <c:v>26.729733</c:v>
                </c:pt>
                <c:pt idx="626">
                  <c:v>35.441082999999999</c:v>
                </c:pt>
                <c:pt idx="627">
                  <c:v>35.873696000000002</c:v>
                </c:pt>
                <c:pt idx="628">
                  <c:v>29.966366000000001</c:v>
                </c:pt>
                <c:pt idx="629">
                  <c:v>28.354324999999999</c:v>
                </c:pt>
                <c:pt idx="630">
                  <c:v>28.875192999999999</c:v>
                </c:pt>
                <c:pt idx="631">
                  <c:v>36.951596000000002</c:v>
                </c:pt>
                <c:pt idx="632">
                  <c:v>30.636191</c:v>
                </c:pt>
                <c:pt idx="633">
                  <c:v>31.361695999999998</c:v>
                </c:pt>
                <c:pt idx="634">
                  <c:v>30.610116999999999</c:v>
                </c:pt>
                <c:pt idx="635">
                  <c:v>31.725612999999999</c:v>
                </c:pt>
                <c:pt idx="636">
                  <c:v>29.273436</c:v>
                </c:pt>
                <c:pt idx="637">
                  <c:v>27.891376999999999</c:v>
                </c:pt>
                <c:pt idx="638">
                  <c:v>30.715599999999998</c:v>
                </c:pt>
                <c:pt idx="639">
                  <c:v>31.851989</c:v>
                </c:pt>
                <c:pt idx="640">
                  <c:v>36.026403999999999</c:v>
                </c:pt>
                <c:pt idx="641">
                  <c:v>28.278459999999999</c:v>
                </c:pt>
                <c:pt idx="642">
                  <c:v>26.303471999999999</c:v>
                </c:pt>
                <c:pt idx="643">
                  <c:v>31.564409000000001</c:v>
                </c:pt>
                <c:pt idx="644">
                  <c:v>33.139321000000002</c:v>
                </c:pt>
                <c:pt idx="645">
                  <c:v>31.499157</c:v>
                </c:pt>
                <c:pt idx="646">
                  <c:v>29.367699999999999</c:v>
                </c:pt>
                <c:pt idx="647">
                  <c:v>30.086689</c:v>
                </c:pt>
                <c:pt idx="648">
                  <c:v>40.348210999999999</c:v>
                </c:pt>
                <c:pt idx="649">
                  <c:v>28.868728999999998</c:v>
                </c:pt>
                <c:pt idx="650">
                  <c:v>34.877150999999998</c:v>
                </c:pt>
                <c:pt idx="651">
                  <c:v>28.463498000000001</c:v>
                </c:pt>
                <c:pt idx="652">
                  <c:v>33.004688999999999</c:v>
                </c:pt>
                <c:pt idx="653">
                  <c:v>31.144601999999999</c:v>
                </c:pt>
                <c:pt idx="654">
                  <c:v>29.715498</c:v>
                </c:pt>
                <c:pt idx="655">
                  <c:v>31.101838999999998</c:v>
                </c:pt>
                <c:pt idx="656">
                  <c:v>32.171720000000001</c:v>
                </c:pt>
                <c:pt idx="657">
                  <c:v>32.573414999999997</c:v>
                </c:pt>
                <c:pt idx="658">
                  <c:v>31.994888</c:v>
                </c:pt>
                <c:pt idx="659">
                  <c:v>33.051734000000003</c:v>
                </c:pt>
                <c:pt idx="660">
                  <c:v>30.610911000000002</c:v>
                </c:pt>
                <c:pt idx="661">
                  <c:v>30.895436</c:v>
                </c:pt>
                <c:pt idx="662">
                  <c:v>35.347664999999999</c:v>
                </c:pt>
                <c:pt idx="663">
                  <c:v>27.700669000000001</c:v>
                </c:pt>
                <c:pt idx="664">
                  <c:v>28.749157</c:v>
                </c:pt>
                <c:pt idx="665">
                  <c:v>25.230616999999999</c:v>
                </c:pt>
                <c:pt idx="666">
                  <c:v>26.197649999999999</c:v>
                </c:pt>
                <c:pt idx="667">
                  <c:v>30.350845</c:v>
                </c:pt>
                <c:pt idx="668">
                  <c:v>29.718264999999999</c:v>
                </c:pt>
                <c:pt idx="669">
                  <c:v>35.607798000000003</c:v>
                </c:pt>
                <c:pt idx="670">
                  <c:v>33.948062</c:v>
                </c:pt>
                <c:pt idx="671">
                  <c:v>33.821826999999999</c:v>
                </c:pt>
                <c:pt idx="672">
                  <c:v>42.266432999999999</c:v>
                </c:pt>
                <c:pt idx="673">
                  <c:v>32.984802999999999</c:v>
                </c:pt>
                <c:pt idx="674">
                  <c:v>33.545484999999999</c:v>
                </c:pt>
                <c:pt idx="675">
                  <c:v>31.172260000000001</c:v>
                </c:pt>
                <c:pt idx="676">
                  <c:v>34.895567</c:v>
                </c:pt>
                <c:pt idx="677">
                  <c:v>32.264870999999999</c:v>
                </c:pt>
                <c:pt idx="678">
                  <c:v>32.242339999999999</c:v>
                </c:pt>
                <c:pt idx="679">
                  <c:v>31.897541</c:v>
                </c:pt>
                <c:pt idx="680">
                  <c:v>30.893636999999998</c:v>
                </c:pt>
                <c:pt idx="681">
                  <c:v>30.937297999999998</c:v>
                </c:pt>
                <c:pt idx="682">
                  <c:v>28.301888999999999</c:v>
                </c:pt>
                <c:pt idx="683">
                  <c:v>27.903105</c:v>
                </c:pt>
                <c:pt idx="684">
                  <c:v>34.866619</c:v>
                </c:pt>
                <c:pt idx="685">
                  <c:v>39.185825999999999</c:v>
                </c:pt>
                <c:pt idx="686">
                  <c:v>27.645513000000001</c:v>
                </c:pt>
                <c:pt idx="687">
                  <c:v>28.110322</c:v>
                </c:pt>
                <c:pt idx="688">
                  <c:v>26.016953999999998</c:v>
                </c:pt>
                <c:pt idx="689">
                  <c:v>29.431971999999998</c:v>
                </c:pt>
                <c:pt idx="690">
                  <c:v>34.042712000000002</c:v>
                </c:pt>
                <c:pt idx="691">
                  <c:v>30.141144000000001</c:v>
                </c:pt>
                <c:pt idx="692">
                  <c:v>35.104807999999998</c:v>
                </c:pt>
                <c:pt idx="693">
                  <c:v>31.897611999999999</c:v>
                </c:pt>
                <c:pt idx="694">
                  <c:v>29.571783</c:v>
                </c:pt>
                <c:pt idx="695">
                  <c:v>29.770712</c:v>
                </c:pt>
                <c:pt idx="696">
                  <c:v>33.731720000000003</c:v>
                </c:pt>
                <c:pt idx="697">
                  <c:v>35.289530999999997</c:v>
                </c:pt>
                <c:pt idx="698">
                  <c:v>30.136445999999999</c:v>
                </c:pt>
                <c:pt idx="699">
                  <c:v>36.868858000000003</c:v>
                </c:pt>
                <c:pt idx="700">
                  <c:v>29.482333000000001</c:v>
                </c:pt>
                <c:pt idx="701">
                  <c:v>30.949725999999998</c:v>
                </c:pt>
                <c:pt idx="702">
                  <c:v>31.639686000000001</c:v>
                </c:pt>
                <c:pt idx="703">
                  <c:v>32.415500000000002</c:v>
                </c:pt>
                <c:pt idx="704">
                  <c:v>28.294574999999998</c:v>
                </c:pt>
                <c:pt idx="705">
                  <c:v>32.49212</c:v>
                </c:pt>
                <c:pt idx="706">
                  <c:v>29.264641999999998</c:v>
                </c:pt>
                <c:pt idx="707">
                  <c:v>28.339694000000001</c:v>
                </c:pt>
                <c:pt idx="708">
                  <c:v>32.860846000000002</c:v>
                </c:pt>
                <c:pt idx="709">
                  <c:v>33.138230999999998</c:v>
                </c:pt>
                <c:pt idx="710">
                  <c:v>34.521233000000002</c:v>
                </c:pt>
                <c:pt idx="711">
                  <c:v>30.580862</c:v>
                </c:pt>
                <c:pt idx="712">
                  <c:v>25.004677000000001</c:v>
                </c:pt>
                <c:pt idx="713">
                  <c:v>29.469132999999999</c:v>
                </c:pt>
                <c:pt idx="714">
                  <c:v>28.214914</c:v>
                </c:pt>
                <c:pt idx="715">
                  <c:v>27.67042</c:v>
                </c:pt>
                <c:pt idx="716">
                  <c:v>30.67268</c:v>
                </c:pt>
                <c:pt idx="717">
                  <c:v>28.861827000000002</c:v>
                </c:pt>
                <c:pt idx="718">
                  <c:v>30.663774</c:v>
                </c:pt>
                <c:pt idx="719">
                  <c:v>28.194317000000002</c:v>
                </c:pt>
                <c:pt idx="720">
                  <c:v>34.778072999999999</c:v>
                </c:pt>
                <c:pt idx="721">
                  <c:v>36.146126000000002</c:v>
                </c:pt>
                <c:pt idx="722">
                  <c:v>35.303981999999998</c:v>
                </c:pt>
                <c:pt idx="723">
                  <c:v>32.872278999999999</c:v>
                </c:pt>
                <c:pt idx="724">
                  <c:v>33.347836999999998</c:v>
                </c:pt>
                <c:pt idx="725">
                  <c:v>29.760964000000001</c:v>
                </c:pt>
                <c:pt idx="726">
                  <c:v>31.526610000000002</c:v>
                </c:pt>
                <c:pt idx="727">
                  <c:v>27.581958</c:v>
                </c:pt>
                <c:pt idx="728">
                  <c:v>33.170696</c:v>
                </c:pt>
                <c:pt idx="729">
                  <c:v>31.750921999999999</c:v>
                </c:pt>
                <c:pt idx="730">
                  <c:v>29.37229</c:v>
                </c:pt>
                <c:pt idx="731">
                  <c:v>33.660567999999998</c:v>
                </c:pt>
                <c:pt idx="732">
                  <c:v>30.954864000000001</c:v>
                </c:pt>
                <c:pt idx="733">
                  <c:v>22.419304</c:v>
                </c:pt>
                <c:pt idx="734">
                  <c:v>29.745861999999999</c:v>
                </c:pt>
                <c:pt idx="735">
                  <c:v>35.333052000000002</c:v>
                </c:pt>
                <c:pt idx="736">
                  <c:v>28.729852000000001</c:v>
                </c:pt>
                <c:pt idx="737">
                  <c:v>28.580696</c:v>
                </c:pt>
                <c:pt idx="738">
                  <c:v>29.682376000000001</c:v>
                </c:pt>
                <c:pt idx="739">
                  <c:v>28.371451</c:v>
                </c:pt>
                <c:pt idx="740">
                  <c:v>27.210149000000001</c:v>
                </c:pt>
                <c:pt idx="741">
                  <c:v>28.542172999999998</c:v>
                </c:pt>
                <c:pt idx="742">
                  <c:v>27.719726000000001</c:v>
                </c:pt>
                <c:pt idx="743">
                  <c:v>28.961172000000001</c:v>
                </c:pt>
                <c:pt idx="744">
                  <c:v>31.172141</c:v>
                </c:pt>
                <c:pt idx="745">
                  <c:v>31.448789000000001</c:v>
                </c:pt>
                <c:pt idx="746">
                  <c:v>35.219116999999997</c:v>
                </c:pt>
                <c:pt idx="747">
                  <c:v>35.809382999999997</c:v>
                </c:pt>
                <c:pt idx="748">
                  <c:v>31.922242000000001</c:v>
                </c:pt>
                <c:pt idx="749">
                  <c:v>32.531934</c:v>
                </c:pt>
                <c:pt idx="750">
                  <c:v>31.877600999999999</c:v>
                </c:pt>
                <c:pt idx="751">
                  <c:v>28.821047</c:v>
                </c:pt>
                <c:pt idx="752">
                  <c:v>25.760567999999999</c:v>
                </c:pt>
                <c:pt idx="753">
                  <c:v>28.225232999999999</c:v>
                </c:pt>
                <c:pt idx="754">
                  <c:v>28.414762</c:v>
                </c:pt>
                <c:pt idx="755">
                  <c:v>30.787980000000001</c:v>
                </c:pt>
                <c:pt idx="756">
                  <c:v>31.022562000000001</c:v>
                </c:pt>
                <c:pt idx="757">
                  <c:v>27.145693000000001</c:v>
                </c:pt>
                <c:pt idx="758">
                  <c:v>28.779161999999999</c:v>
                </c:pt>
                <c:pt idx="759">
                  <c:v>24.060138999999999</c:v>
                </c:pt>
                <c:pt idx="760">
                  <c:v>27.463903999999999</c:v>
                </c:pt>
                <c:pt idx="761">
                  <c:v>26.302206000000002</c:v>
                </c:pt>
                <c:pt idx="762">
                  <c:v>28.710764000000001</c:v>
                </c:pt>
                <c:pt idx="763">
                  <c:v>26.906663999999999</c:v>
                </c:pt>
                <c:pt idx="764">
                  <c:v>30.969494999999998</c:v>
                </c:pt>
                <c:pt idx="765">
                  <c:v>29.192596999999999</c:v>
                </c:pt>
                <c:pt idx="766">
                  <c:v>31.289283999999999</c:v>
                </c:pt>
                <c:pt idx="767">
                  <c:v>30.108356000000001</c:v>
                </c:pt>
                <c:pt idx="768">
                  <c:v>33.94885</c:v>
                </c:pt>
                <c:pt idx="769">
                  <c:v>28.450409000000001</c:v>
                </c:pt>
                <c:pt idx="770">
                  <c:v>34.393208000000001</c:v>
                </c:pt>
                <c:pt idx="771">
                  <c:v>30.921631999999999</c:v>
                </c:pt>
                <c:pt idx="772">
                  <c:v>31.350453000000002</c:v>
                </c:pt>
                <c:pt idx="773">
                  <c:v>31.838090999999999</c:v>
                </c:pt>
                <c:pt idx="774">
                  <c:v>32.318176000000001</c:v>
                </c:pt>
                <c:pt idx="775">
                  <c:v>27.590354000000001</c:v>
                </c:pt>
                <c:pt idx="776">
                  <c:v>22.662952000000001</c:v>
                </c:pt>
                <c:pt idx="777">
                  <c:v>22.458055999999999</c:v>
                </c:pt>
                <c:pt idx="778">
                  <c:v>21.574210000000001</c:v>
                </c:pt>
                <c:pt idx="779">
                  <c:v>20.255241999999999</c:v>
                </c:pt>
                <c:pt idx="780">
                  <c:v>28.75254</c:v>
                </c:pt>
                <c:pt idx="781">
                  <c:v>23.321622000000001</c:v>
                </c:pt>
                <c:pt idx="782">
                  <c:v>20.808130999999999</c:v>
                </c:pt>
                <c:pt idx="783">
                  <c:v>21.845831</c:v>
                </c:pt>
                <c:pt idx="784">
                  <c:v>24.331697999999999</c:v>
                </c:pt>
                <c:pt idx="785">
                  <c:v>28.209218</c:v>
                </c:pt>
                <c:pt idx="786">
                  <c:v>29.06615</c:v>
                </c:pt>
                <c:pt idx="787">
                  <c:v>28.577622000000002</c:v>
                </c:pt>
                <c:pt idx="788">
                  <c:v>30.142322</c:v>
                </c:pt>
                <c:pt idx="789">
                  <c:v>35.901322999999998</c:v>
                </c:pt>
                <c:pt idx="790">
                  <c:v>33.210985999999998</c:v>
                </c:pt>
                <c:pt idx="791">
                  <c:v>35.215764</c:v>
                </c:pt>
                <c:pt idx="792">
                  <c:v>33.351260000000003</c:v>
                </c:pt>
                <c:pt idx="793">
                  <c:v>28.318674000000001</c:v>
                </c:pt>
                <c:pt idx="794">
                  <c:v>28.938381</c:v>
                </c:pt>
                <c:pt idx="795">
                  <c:v>27.388597000000001</c:v>
                </c:pt>
                <c:pt idx="796">
                  <c:v>26.058584</c:v>
                </c:pt>
                <c:pt idx="797">
                  <c:v>23.877564</c:v>
                </c:pt>
                <c:pt idx="798">
                  <c:v>26.919934999999999</c:v>
                </c:pt>
                <c:pt idx="799">
                  <c:v>26.624324000000001</c:v>
                </c:pt>
                <c:pt idx="800">
                  <c:v>22.494638999999999</c:v>
                </c:pt>
                <c:pt idx="801">
                  <c:v>28.572409</c:v>
                </c:pt>
                <c:pt idx="802">
                  <c:v>30.495045999999999</c:v>
                </c:pt>
                <c:pt idx="803">
                  <c:v>30.702283999999999</c:v>
                </c:pt>
                <c:pt idx="804">
                  <c:v>29.921171000000001</c:v>
                </c:pt>
                <c:pt idx="805">
                  <c:v>34.450074999999998</c:v>
                </c:pt>
                <c:pt idx="806">
                  <c:v>33.623119000000003</c:v>
                </c:pt>
                <c:pt idx="807">
                  <c:v>35.269747000000002</c:v>
                </c:pt>
                <c:pt idx="808">
                  <c:v>35.119563999999997</c:v>
                </c:pt>
                <c:pt idx="809">
                  <c:v>29.868117999999999</c:v>
                </c:pt>
                <c:pt idx="810">
                  <c:v>30.064665999999999</c:v>
                </c:pt>
                <c:pt idx="811">
                  <c:v>27.406932999999999</c:v>
                </c:pt>
                <c:pt idx="812">
                  <c:v>35.105604</c:v>
                </c:pt>
                <c:pt idx="813">
                  <c:v>30.429597000000001</c:v>
                </c:pt>
                <c:pt idx="814">
                  <c:v>30.291307</c:v>
                </c:pt>
                <c:pt idx="815">
                  <c:v>23.016618000000001</c:v>
                </c:pt>
                <c:pt idx="816">
                  <c:v>20.804919999999999</c:v>
                </c:pt>
                <c:pt idx="817">
                  <c:v>30.510204999999999</c:v>
                </c:pt>
                <c:pt idx="818">
                  <c:v>27.408709000000002</c:v>
                </c:pt>
                <c:pt idx="819">
                  <c:v>29.915039</c:v>
                </c:pt>
                <c:pt idx="820">
                  <c:v>26.046771</c:v>
                </c:pt>
                <c:pt idx="821">
                  <c:v>33.070757</c:v>
                </c:pt>
                <c:pt idx="822">
                  <c:v>29.373456999999998</c:v>
                </c:pt>
                <c:pt idx="823">
                  <c:v>37.460666000000003</c:v>
                </c:pt>
                <c:pt idx="824">
                  <c:v>29.964178</c:v>
                </c:pt>
                <c:pt idx="825">
                  <c:v>29.388936000000001</c:v>
                </c:pt>
                <c:pt idx="826">
                  <c:v>29.526721999999999</c:v>
                </c:pt>
                <c:pt idx="827">
                  <c:v>27.149289</c:v>
                </c:pt>
                <c:pt idx="828">
                  <c:v>28.043960999999999</c:v>
                </c:pt>
                <c:pt idx="829">
                  <c:v>26.268059000000001</c:v>
                </c:pt>
                <c:pt idx="830">
                  <c:v>24.164625999999998</c:v>
                </c:pt>
                <c:pt idx="831">
                  <c:v>25.901351999999999</c:v>
                </c:pt>
                <c:pt idx="832">
                  <c:v>29.690317</c:v>
                </c:pt>
                <c:pt idx="833">
                  <c:v>30.412860999999999</c:v>
                </c:pt>
                <c:pt idx="834">
                  <c:v>26.941025</c:v>
                </c:pt>
                <c:pt idx="835">
                  <c:v>29.006817999999999</c:v>
                </c:pt>
                <c:pt idx="836">
                  <c:v>27.956582999999998</c:v>
                </c:pt>
                <c:pt idx="837">
                  <c:v>32.196852999999997</c:v>
                </c:pt>
                <c:pt idx="838">
                  <c:v>33.010945999999997</c:v>
                </c:pt>
                <c:pt idx="839">
                  <c:v>31.784818999999999</c:v>
                </c:pt>
                <c:pt idx="840">
                  <c:v>30.405110000000001</c:v>
                </c:pt>
                <c:pt idx="841">
                  <c:v>30.266335000000002</c:v>
                </c:pt>
                <c:pt idx="842">
                  <c:v>26.292086999999999</c:v>
                </c:pt>
                <c:pt idx="843">
                  <c:v>27.285830000000001</c:v>
                </c:pt>
                <c:pt idx="844">
                  <c:v>23.923729999999999</c:v>
                </c:pt>
                <c:pt idx="845">
                  <c:v>24.844776</c:v>
                </c:pt>
                <c:pt idx="846">
                  <c:v>32.379843999999999</c:v>
                </c:pt>
                <c:pt idx="847">
                  <c:v>26.505562000000001</c:v>
                </c:pt>
                <c:pt idx="848">
                  <c:v>26.985327000000002</c:v>
                </c:pt>
                <c:pt idx="849">
                  <c:v>30.061081999999999</c:v>
                </c:pt>
                <c:pt idx="850">
                  <c:v>28.372499000000001</c:v>
                </c:pt>
                <c:pt idx="851">
                  <c:v>29.850804</c:v>
                </c:pt>
                <c:pt idx="852">
                  <c:v>32.655295000000002</c:v>
                </c:pt>
                <c:pt idx="853">
                  <c:v>33.004308999999999</c:v>
                </c:pt>
                <c:pt idx="854">
                  <c:v>24.952559999999998</c:v>
                </c:pt>
                <c:pt idx="855">
                  <c:v>32.316524000000001</c:v>
                </c:pt>
                <c:pt idx="856">
                  <c:v>32.196218000000002</c:v>
                </c:pt>
                <c:pt idx="857">
                  <c:v>31.093803000000001</c:v>
                </c:pt>
                <c:pt idx="858">
                  <c:v>29.861249000000001</c:v>
                </c:pt>
                <c:pt idx="859">
                  <c:v>30.580907</c:v>
                </c:pt>
                <c:pt idx="860">
                  <c:v>30.142265999999999</c:v>
                </c:pt>
                <c:pt idx="861">
                  <c:v>32.948985999999998</c:v>
                </c:pt>
                <c:pt idx="862">
                  <c:v>27.092462999999999</c:v>
                </c:pt>
                <c:pt idx="863">
                  <c:v>29.783103000000001</c:v>
                </c:pt>
                <c:pt idx="864">
                  <c:v>27.430776999999999</c:v>
                </c:pt>
                <c:pt idx="865">
                  <c:v>29.047049000000001</c:v>
                </c:pt>
                <c:pt idx="866">
                  <c:v>28.929684000000002</c:v>
                </c:pt>
                <c:pt idx="867">
                  <c:v>23.130918999999999</c:v>
                </c:pt>
                <c:pt idx="868">
                  <c:v>29.245524</c:v>
                </c:pt>
                <c:pt idx="869">
                  <c:v>29.157198999999999</c:v>
                </c:pt>
                <c:pt idx="870">
                  <c:v>32.654752000000002</c:v>
                </c:pt>
                <c:pt idx="871">
                  <c:v>25.128822</c:v>
                </c:pt>
                <c:pt idx="872">
                  <c:v>30.784241000000002</c:v>
                </c:pt>
                <c:pt idx="873">
                  <c:v>29.570875999999998</c:v>
                </c:pt>
                <c:pt idx="874">
                  <c:v>22.138646000000001</c:v>
                </c:pt>
                <c:pt idx="875">
                  <c:v>19.398461000000001</c:v>
                </c:pt>
                <c:pt idx="876">
                  <c:v>17.744305000000001</c:v>
                </c:pt>
                <c:pt idx="877">
                  <c:v>18.390929</c:v>
                </c:pt>
                <c:pt idx="878">
                  <c:v>30.076788000000001</c:v>
                </c:pt>
                <c:pt idx="879">
                  <c:v>30.982013999999999</c:v>
                </c:pt>
                <c:pt idx="880">
                  <c:v>30.706361999999999</c:v>
                </c:pt>
                <c:pt idx="881">
                  <c:v>31.399374999999999</c:v>
                </c:pt>
                <c:pt idx="882">
                  <c:v>30.809570000000001</c:v>
                </c:pt>
                <c:pt idx="883">
                  <c:v>33.432250000000003</c:v>
                </c:pt>
                <c:pt idx="884">
                  <c:v>24.087263</c:v>
                </c:pt>
                <c:pt idx="885">
                  <c:v>20.648516999999998</c:v>
                </c:pt>
                <c:pt idx="886">
                  <c:v>26.231365</c:v>
                </c:pt>
                <c:pt idx="887">
                  <c:v>28.023861</c:v>
                </c:pt>
                <c:pt idx="888">
                  <c:v>28.90325</c:v>
                </c:pt>
                <c:pt idx="889">
                  <c:v>28.008482000000001</c:v>
                </c:pt>
                <c:pt idx="890">
                  <c:v>25.693363000000002</c:v>
                </c:pt>
                <c:pt idx="891">
                  <c:v>26.333254</c:v>
                </c:pt>
                <c:pt idx="892">
                  <c:v>27.890539</c:v>
                </c:pt>
                <c:pt idx="893">
                  <c:v>26.462968</c:v>
                </c:pt>
                <c:pt idx="894">
                  <c:v>29.834161000000002</c:v>
                </c:pt>
                <c:pt idx="895">
                  <c:v>29.695632</c:v>
                </c:pt>
                <c:pt idx="896">
                  <c:v>33.027504999999998</c:v>
                </c:pt>
                <c:pt idx="897">
                  <c:v>19.630614000000001</c:v>
                </c:pt>
                <c:pt idx="898">
                  <c:v>22.620695000000001</c:v>
                </c:pt>
                <c:pt idx="899">
                  <c:v>18.129715999999998</c:v>
                </c:pt>
                <c:pt idx="900">
                  <c:v>16.707446000000001</c:v>
                </c:pt>
                <c:pt idx="901">
                  <c:v>31.081757</c:v>
                </c:pt>
                <c:pt idx="902">
                  <c:v>30.859280999999999</c:v>
                </c:pt>
                <c:pt idx="903">
                  <c:v>33.696232999999999</c:v>
                </c:pt>
                <c:pt idx="904">
                  <c:v>29.175149999999999</c:v>
                </c:pt>
                <c:pt idx="905">
                  <c:v>28.164701999999998</c:v>
                </c:pt>
                <c:pt idx="906">
                  <c:v>24.175421</c:v>
                </c:pt>
                <c:pt idx="907">
                  <c:v>26.984938</c:v>
                </c:pt>
                <c:pt idx="908">
                  <c:v>24.179162000000002</c:v>
                </c:pt>
                <c:pt idx="909">
                  <c:v>21.856688999999999</c:v>
                </c:pt>
                <c:pt idx="910">
                  <c:v>22.488160000000001</c:v>
                </c:pt>
                <c:pt idx="911">
                  <c:v>24.959232</c:v>
                </c:pt>
                <c:pt idx="912">
                  <c:v>25.80134</c:v>
                </c:pt>
                <c:pt idx="913">
                  <c:v>27.645118</c:v>
                </c:pt>
                <c:pt idx="914">
                  <c:v>20.856477999999999</c:v>
                </c:pt>
                <c:pt idx="915">
                  <c:v>20.087147000000002</c:v>
                </c:pt>
                <c:pt idx="916">
                  <c:v>27.311527999999999</c:v>
                </c:pt>
                <c:pt idx="917">
                  <c:v>25.880490999999999</c:v>
                </c:pt>
                <c:pt idx="918">
                  <c:v>26.023602</c:v>
                </c:pt>
                <c:pt idx="919">
                  <c:v>27.819391</c:v>
                </c:pt>
                <c:pt idx="920">
                  <c:v>27.857824000000001</c:v>
                </c:pt>
                <c:pt idx="921">
                  <c:v>29.904188000000001</c:v>
                </c:pt>
                <c:pt idx="922">
                  <c:v>26.169314</c:v>
                </c:pt>
                <c:pt idx="923">
                  <c:v>20.356482</c:v>
                </c:pt>
                <c:pt idx="924">
                  <c:v>17.415192000000001</c:v>
                </c:pt>
                <c:pt idx="925">
                  <c:v>33.004674999999999</c:v>
                </c:pt>
                <c:pt idx="926">
                  <c:v>32.228065999999998</c:v>
                </c:pt>
                <c:pt idx="927">
                  <c:v>34.188085999999998</c:v>
                </c:pt>
                <c:pt idx="928">
                  <c:v>34.827027999999999</c:v>
                </c:pt>
                <c:pt idx="929">
                  <c:v>26.612441</c:v>
                </c:pt>
                <c:pt idx="930">
                  <c:v>28.773333000000001</c:v>
                </c:pt>
                <c:pt idx="931">
                  <c:v>24.467663000000002</c:v>
                </c:pt>
                <c:pt idx="932">
                  <c:v>25.919492000000002</c:v>
                </c:pt>
                <c:pt idx="933">
                  <c:v>22.524702999999999</c:v>
                </c:pt>
                <c:pt idx="934">
                  <c:v>22.369007</c:v>
                </c:pt>
                <c:pt idx="935">
                  <c:v>18.904259</c:v>
                </c:pt>
                <c:pt idx="936">
                  <c:v>24.273548999999999</c:v>
                </c:pt>
                <c:pt idx="937">
                  <c:v>22.559896999999999</c:v>
                </c:pt>
                <c:pt idx="938">
                  <c:v>24.775891999999999</c:v>
                </c:pt>
                <c:pt idx="939">
                  <c:v>23.69014</c:v>
                </c:pt>
                <c:pt idx="940">
                  <c:v>21.567986999999999</c:v>
                </c:pt>
                <c:pt idx="941">
                  <c:v>22.329049000000001</c:v>
                </c:pt>
                <c:pt idx="942">
                  <c:v>26.205507999999998</c:v>
                </c:pt>
                <c:pt idx="943">
                  <c:v>26.190397000000001</c:v>
                </c:pt>
                <c:pt idx="944">
                  <c:v>18.933192999999999</c:v>
                </c:pt>
                <c:pt idx="945">
                  <c:v>25.227262</c:v>
                </c:pt>
                <c:pt idx="946">
                  <c:v>24.551791000000001</c:v>
                </c:pt>
                <c:pt idx="947">
                  <c:v>17.122143999999999</c:v>
                </c:pt>
                <c:pt idx="948">
                  <c:v>17.908004999999999</c:v>
                </c:pt>
                <c:pt idx="949">
                  <c:v>12.465216</c:v>
                </c:pt>
                <c:pt idx="950">
                  <c:v>32.892524000000002</c:v>
                </c:pt>
                <c:pt idx="951">
                  <c:v>27.889859999999999</c:v>
                </c:pt>
                <c:pt idx="952">
                  <c:v>28.051380000000002</c:v>
                </c:pt>
                <c:pt idx="953">
                  <c:v>31.799119999999998</c:v>
                </c:pt>
                <c:pt idx="954">
                  <c:v>35.088034999999998</c:v>
                </c:pt>
                <c:pt idx="955">
                  <c:v>30.329226999999999</c:v>
                </c:pt>
                <c:pt idx="956">
                  <c:v>25.894327000000001</c:v>
                </c:pt>
                <c:pt idx="957">
                  <c:v>27.099831999999999</c:v>
                </c:pt>
                <c:pt idx="958">
                  <c:v>24.594981000000001</c:v>
                </c:pt>
                <c:pt idx="959">
                  <c:v>24.803743000000001</c:v>
                </c:pt>
                <c:pt idx="960">
                  <c:v>23.014961</c:v>
                </c:pt>
                <c:pt idx="961">
                  <c:v>20.087931000000001</c:v>
                </c:pt>
                <c:pt idx="962">
                  <c:v>26.171961</c:v>
                </c:pt>
                <c:pt idx="963">
                  <c:v>27.528518999999999</c:v>
                </c:pt>
                <c:pt idx="964">
                  <c:v>23.706284</c:v>
                </c:pt>
                <c:pt idx="965">
                  <c:v>19.670081</c:v>
                </c:pt>
                <c:pt idx="966">
                  <c:v>23.914921</c:v>
                </c:pt>
                <c:pt idx="967">
                  <c:v>22.085743999999998</c:v>
                </c:pt>
                <c:pt idx="968">
                  <c:v>28.427339</c:v>
                </c:pt>
                <c:pt idx="969">
                  <c:v>20.177931000000001</c:v>
                </c:pt>
                <c:pt idx="970">
                  <c:v>27.313718999999999</c:v>
                </c:pt>
                <c:pt idx="971">
                  <c:v>23.790431999999999</c:v>
                </c:pt>
                <c:pt idx="972">
                  <c:v>25.926036</c:v>
                </c:pt>
                <c:pt idx="973">
                  <c:v>21.144399</c:v>
                </c:pt>
                <c:pt idx="974">
                  <c:v>32.980490000000003</c:v>
                </c:pt>
                <c:pt idx="975">
                  <c:v>32.130588000000003</c:v>
                </c:pt>
                <c:pt idx="976">
                  <c:v>27.359248000000001</c:v>
                </c:pt>
                <c:pt idx="977">
                  <c:v>24.625295999999999</c:v>
                </c:pt>
                <c:pt idx="978">
                  <c:v>35.352764999999998</c:v>
                </c:pt>
                <c:pt idx="979">
                  <c:v>29.694583999999999</c:v>
                </c:pt>
                <c:pt idx="980">
                  <c:v>31.864930000000001</c:v>
                </c:pt>
                <c:pt idx="981">
                  <c:v>28.873189</c:v>
                </c:pt>
                <c:pt idx="982">
                  <c:v>27.246580000000002</c:v>
                </c:pt>
                <c:pt idx="983">
                  <c:v>24.705962</c:v>
                </c:pt>
                <c:pt idx="984">
                  <c:v>21.116817999999999</c:v>
                </c:pt>
                <c:pt idx="985">
                  <c:v>19.143115999999999</c:v>
                </c:pt>
                <c:pt idx="986">
                  <c:v>20.144272999999998</c:v>
                </c:pt>
                <c:pt idx="987">
                  <c:v>22.23189</c:v>
                </c:pt>
                <c:pt idx="988">
                  <c:v>13.367774000000001</c:v>
                </c:pt>
                <c:pt idx="989">
                  <c:v>14.535648999999999</c:v>
                </c:pt>
                <c:pt idx="990">
                  <c:v>24.615677999999999</c:v>
                </c:pt>
                <c:pt idx="991">
                  <c:v>23.676715000000002</c:v>
                </c:pt>
                <c:pt idx="992">
                  <c:v>30.522646999999999</c:v>
                </c:pt>
                <c:pt idx="993">
                  <c:v>27.937446000000001</c:v>
                </c:pt>
                <c:pt idx="994">
                  <c:v>32.362949</c:v>
                </c:pt>
                <c:pt idx="995">
                  <c:v>25.630822999999999</c:v>
                </c:pt>
                <c:pt idx="996">
                  <c:v>25.968917999999999</c:v>
                </c:pt>
                <c:pt idx="997">
                  <c:v>31.962561000000001</c:v>
                </c:pt>
                <c:pt idx="998">
                  <c:v>31.008410999999999</c:v>
                </c:pt>
                <c:pt idx="999">
                  <c:v>31.818776</c:v>
                </c:pt>
                <c:pt idx="1000">
                  <c:v>25.986203</c:v>
                </c:pt>
                <c:pt idx="1001">
                  <c:v>27.419868999999998</c:v>
                </c:pt>
                <c:pt idx="1002">
                  <c:v>23.197849999999999</c:v>
                </c:pt>
                <c:pt idx="1003">
                  <c:v>26.227557000000001</c:v>
                </c:pt>
                <c:pt idx="1004">
                  <c:v>23.595521000000002</c:v>
                </c:pt>
                <c:pt idx="1005">
                  <c:v>23.909648000000001</c:v>
                </c:pt>
                <c:pt idx="1006">
                  <c:v>15.440378000000001</c:v>
                </c:pt>
                <c:pt idx="1007">
                  <c:v>31.252882</c:v>
                </c:pt>
                <c:pt idx="1008">
                  <c:v>30.780626999999999</c:v>
                </c:pt>
                <c:pt idx="1009">
                  <c:v>26.843294</c:v>
                </c:pt>
                <c:pt idx="1010">
                  <c:v>29.629300000000001</c:v>
                </c:pt>
                <c:pt idx="1011">
                  <c:v>22.877835999999999</c:v>
                </c:pt>
                <c:pt idx="1012">
                  <c:v>30.357510999999999</c:v>
                </c:pt>
                <c:pt idx="1013">
                  <c:v>31.813559999999999</c:v>
                </c:pt>
                <c:pt idx="1014">
                  <c:v>34.433717999999999</c:v>
                </c:pt>
                <c:pt idx="1015">
                  <c:v>23.622502999999998</c:v>
                </c:pt>
                <c:pt idx="1016">
                  <c:v>20.33586</c:v>
                </c:pt>
                <c:pt idx="1017">
                  <c:v>19.861763</c:v>
                </c:pt>
                <c:pt idx="1018">
                  <c:v>20.330798999999999</c:v>
                </c:pt>
                <c:pt idx="1019">
                  <c:v>22.803135000000001</c:v>
                </c:pt>
                <c:pt idx="1020">
                  <c:v>25.987559999999998</c:v>
                </c:pt>
                <c:pt idx="1021">
                  <c:v>19.762991</c:v>
                </c:pt>
                <c:pt idx="1022">
                  <c:v>27.907729</c:v>
                </c:pt>
                <c:pt idx="1023">
                  <c:v>24.220050000000001</c:v>
                </c:pt>
                <c:pt idx="1024">
                  <c:v>22.245488999999999</c:v>
                </c:pt>
                <c:pt idx="1025">
                  <c:v>21.237780000000001</c:v>
                </c:pt>
                <c:pt idx="1026">
                  <c:v>25.249203000000001</c:v>
                </c:pt>
                <c:pt idx="1027">
                  <c:v>26.157662999999999</c:v>
                </c:pt>
                <c:pt idx="1028">
                  <c:v>29.349612</c:v>
                </c:pt>
                <c:pt idx="1029">
                  <c:v>29.147248000000001</c:v>
                </c:pt>
                <c:pt idx="1030">
                  <c:v>23.348974999999999</c:v>
                </c:pt>
                <c:pt idx="1031">
                  <c:v>23.66694</c:v>
                </c:pt>
                <c:pt idx="1032">
                  <c:v>22.914401999999999</c:v>
                </c:pt>
                <c:pt idx="1033">
                  <c:v>23.862369999999999</c:v>
                </c:pt>
                <c:pt idx="1034">
                  <c:v>19.854997999999998</c:v>
                </c:pt>
                <c:pt idx="1035">
                  <c:v>17.680427000000002</c:v>
                </c:pt>
                <c:pt idx="1036">
                  <c:v>28.047181999999999</c:v>
                </c:pt>
                <c:pt idx="1037">
                  <c:v>27.109327</c:v>
                </c:pt>
                <c:pt idx="1038">
                  <c:v>21.355025999999999</c:v>
                </c:pt>
                <c:pt idx="1039">
                  <c:v>22.011968</c:v>
                </c:pt>
                <c:pt idx="1040">
                  <c:v>21.785208999999998</c:v>
                </c:pt>
                <c:pt idx="1041">
                  <c:v>22.048604999999998</c:v>
                </c:pt>
                <c:pt idx="1042">
                  <c:v>24.827089000000001</c:v>
                </c:pt>
                <c:pt idx="1043">
                  <c:v>24.288837000000001</c:v>
                </c:pt>
                <c:pt idx="1044">
                  <c:v>25.207159999999998</c:v>
                </c:pt>
                <c:pt idx="1045">
                  <c:v>20.428982000000001</c:v>
                </c:pt>
                <c:pt idx="1046">
                  <c:v>20.514693000000001</c:v>
                </c:pt>
                <c:pt idx="1047">
                  <c:v>22.236716999999999</c:v>
                </c:pt>
                <c:pt idx="1048">
                  <c:v>22.534103999999999</c:v>
                </c:pt>
                <c:pt idx="1049">
                  <c:v>18.325617999999999</c:v>
                </c:pt>
                <c:pt idx="1050">
                  <c:v>29.161787</c:v>
                </c:pt>
                <c:pt idx="1051">
                  <c:v>26.164535000000001</c:v>
                </c:pt>
                <c:pt idx="1052">
                  <c:v>25.493039</c:v>
                </c:pt>
                <c:pt idx="1053">
                  <c:v>23.673494999999999</c:v>
                </c:pt>
                <c:pt idx="1054">
                  <c:v>21.308720999999998</c:v>
                </c:pt>
                <c:pt idx="1055">
                  <c:v>21.392491</c:v>
                </c:pt>
                <c:pt idx="1056">
                  <c:v>27.767534000000001</c:v>
                </c:pt>
                <c:pt idx="1057">
                  <c:v>23.732989</c:v>
                </c:pt>
                <c:pt idx="1058">
                  <c:v>24.523306000000002</c:v>
                </c:pt>
                <c:pt idx="1059">
                  <c:v>22.896457000000002</c:v>
                </c:pt>
                <c:pt idx="1060">
                  <c:v>23.605307</c:v>
                </c:pt>
                <c:pt idx="1061">
                  <c:v>23.442852999999999</c:v>
                </c:pt>
                <c:pt idx="1062">
                  <c:v>25.7746</c:v>
                </c:pt>
                <c:pt idx="1063">
                  <c:v>24.946532000000001</c:v>
                </c:pt>
                <c:pt idx="1064">
                  <c:v>27.342423</c:v>
                </c:pt>
                <c:pt idx="1065">
                  <c:v>21.961433</c:v>
                </c:pt>
                <c:pt idx="1066">
                  <c:v>26.19436</c:v>
                </c:pt>
                <c:pt idx="1067">
                  <c:v>22.791276</c:v>
                </c:pt>
                <c:pt idx="1068">
                  <c:v>19.066013000000002</c:v>
                </c:pt>
                <c:pt idx="1069">
                  <c:v>28.202444</c:v>
                </c:pt>
                <c:pt idx="1070">
                  <c:v>23.619745000000002</c:v>
                </c:pt>
                <c:pt idx="1071">
                  <c:v>24.289292</c:v>
                </c:pt>
                <c:pt idx="1072">
                  <c:v>18.675314</c:v>
                </c:pt>
                <c:pt idx="1073">
                  <c:v>24.149602000000002</c:v>
                </c:pt>
                <c:pt idx="1074">
                  <c:v>23.75168</c:v>
                </c:pt>
                <c:pt idx="1075">
                  <c:v>21.224346000000001</c:v>
                </c:pt>
                <c:pt idx="1076">
                  <c:v>21.352654000000001</c:v>
                </c:pt>
                <c:pt idx="1077">
                  <c:v>19.552721999999999</c:v>
                </c:pt>
                <c:pt idx="1078">
                  <c:v>15.554482</c:v>
                </c:pt>
                <c:pt idx="1079">
                  <c:v>18.717623</c:v>
                </c:pt>
                <c:pt idx="1080">
                  <c:v>27.741299999999999</c:v>
                </c:pt>
                <c:pt idx="1081">
                  <c:v>20.719847999999999</c:v>
                </c:pt>
                <c:pt idx="1082">
                  <c:v>22.856721</c:v>
                </c:pt>
                <c:pt idx="1083">
                  <c:v>23.956230000000001</c:v>
                </c:pt>
                <c:pt idx="1084">
                  <c:v>22.894030000000001</c:v>
                </c:pt>
                <c:pt idx="1085">
                  <c:v>23.070613000000002</c:v>
                </c:pt>
                <c:pt idx="1086">
                  <c:v>22.732627000000001</c:v>
                </c:pt>
                <c:pt idx="1087">
                  <c:v>21.566320999999999</c:v>
                </c:pt>
                <c:pt idx="1088">
                  <c:v>21.587251999999999</c:v>
                </c:pt>
                <c:pt idx="1089">
                  <c:v>18.887903999999999</c:v>
                </c:pt>
                <c:pt idx="1090">
                  <c:v>23.745127</c:v>
                </c:pt>
                <c:pt idx="1091">
                  <c:v>32.042997999999997</c:v>
                </c:pt>
                <c:pt idx="1092">
                  <c:v>29.386918000000001</c:v>
                </c:pt>
                <c:pt idx="1093">
                  <c:v>22.524035000000001</c:v>
                </c:pt>
                <c:pt idx="1094">
                  <c:v>24.488553</c:v>
                </c:pt>
                <c:pt idx="1095">
                  <c:v>19.016576000000001</c:v>
                </c:pt>
                <c:pt idx="1096">
                  <c:v>24.883908000000002</c:v>
                </c:pt>
                <c:pt idx="1097">
                  <c:v>26.859390999999999</c:v>
                </c:pt>
                <c:pt idx="1098">
                  <c:v>25.024107000000001</c:v>
                </c:pt>
                <c:pt idx="1099">
                  <c:v>21.144414999999999</c:v>
                </c:pt>
                <c:pt idx="1100">
                  <c:v>16.209516000000001</c:v>
                </c:pt>
                <c:pt idx="1101">
                  <c:v>23.727331</c:v>
                </c:pt>
                <c:pt idx="1102">
                  <c:v>21.592210000000001</c:v>
                </c:pt>
                <c:pt idx="1103">
                  <c:v>21.90682</c:v>
                </c:pt>
                <c:pt idx="1104">
                  <c:v>21.036280000000001</c:v>
                </c:pt>
                <c:pt idx="1105">
                  <c:v>23.94558</c:v>
                </c:pt>
                <c:pt idx="1106">
                  <c:v>18.164287999999999</c:v>
                </c:pt>
                <c:pt idx="1107">
                  <c:v>24.300576</c:v>
                </c:pt>
                <c:pt idx="1108">
                  <c:v>26.777144</c:v>
                </c:pt>
                <c:pt idx="1109">
                  <c:v>21.359307000000001</c:v>
                </c:pt>
                <c:pt idx="1110">
                  <c:v>25.272808999999999</c:v>
                </c:pt>
                <c:pt idx="1111">
                  <c:v>24.690670999999998</c:v>
                </c:pt>
                <c:pt idx="1112">
                  <c:v>25.136604999999999</c:v>
                </c:pt>
                <c:pt idx="1113">
                  <c:v>31.387632</c:v>
                </c:pt>
                <c:pt idx="1114">
                  <c:v>29.279313999999999</c:v>
                </c:pt>
                <c:pt idx="1115">
                  <c:v>30.523502000000001</c:v>
                </c:pt>
                <c:pt idx="1116">
                  <c:v>34.728732999999998</c:v>
                </c:pt>
                <c:pt idx="1117">
                  <c:v>34.861055</c:v>
                </c:pt>
                <c:pt idx="1118">
                  <c:v>37.808528000000003</c:v>
                </c:pt>
                <c:pt idx="1119">
                  <c:v>27.343413999999999</c:v>
                </c:pt>
                <c:pt idx="1120">
                  <c:v>21.220946999999999</c:v>
                </c:pt>
                <c:pt idx="1121">
                  <c:v>25.574316</c:v>
                </c:pt>
                <c:pt idx="1122">
                  <c:v>29.201304</c:v>
                </c:pt>
                <c:pt idx="1123">
                  <c:v>28.468648999999999</c:v>
                </c:pt>
                <c:pt idx="1124">
                  <c:v>35.767442000000003</c:v>
                </c:pt>
                <c:pt idx="1125">
                  <c:v>30.741834000000001</c:v>
                </c:pt>
                <c:pt idx="1126">
                  <c:v>36.543353000000003</c:v>
                </c:pt>
                <c:pt idx="1127">
                  <c:v>34.403582999999998</c:v>
                </c:pt>
                <c:pt idx="1128">
                  <c:v>31.672495999999999</c:v>
                </c:pt>
                <c:pt idx="1129">
                  <c:v>29.225269999999998</c:v>
                </c:pt>
                <c:pt idx="1130">
                  <c:v>26.142775</c:v>
                </c:pt>
                <c:pt idx="1131">
                  <c:v>30.598687000000002</c:v>
                </c:pt>
                <c:pt idx="1132">
                  <c:v>32.502513</c:v>
                </c:pt>
                <c:pt idx="1133">
                  <c:v>29.026371000000001</c:v>
                </c:pt>
                <c:pt idx="1134">
                  <c:v>29.108613999999999</c:v>
                </c:pt>
                <c:pt idx="1135">
                  <c:v>35.547435999999998</c:v>
                </c:pt>
                <c:pt idx="1136">
                  <c:v>34.013998000000001</c:v>
                </c:pt>
                <c:pt idx="1137">
                  <c:v>32.909880000000001</c:v>
                </c:pt>
                <c:pt idx="1138">
                  <c:v>33.663977000000003</c:v>
                </c:pt>
                <c:pt idx="1139">
                  <c:v>30.034253</c:v>
                </c:pt>
                <c:pt idx="1140">
                  <c:v>29.983978</c:v>
                </c:pt>
                <c:pt idx="1141">
                  <c:v>31.431560000000001</c:v>
                </c:pt>
                <c:pt idx="1142">
                  <c:v>32.412491000000003</c:v>
                </c:pt>
                <c:pt idx="1143">
                  <c:v>29.688291</c:v>
                </c:pt>
                <c:pt idx="1144">
                  <c:v>32.712935999999999</c:v>
                </c:pt>
                <c:pt idx="1145">
                  <c:v>29.880773000000001</c:v>
                </c:pt>
                <c:pt idx="1146">
                  <c:v>29.959298</c:v>
                </c:pt>
                <c:pt idx="1147">
                  <c:v>31.444030999999999</c:v>
                </c:pt>
              </c:numCache>
            </c:numRef>
          </c:xVal>
          <c:yVal>
            <c:numRef>
              <c:f>'2022'!$B$2:$B$1149</c:f>
              <c:numCache>
                <c:formatCode>0.0</c:formatCode>
                <c:ptCount val="1148"/>
                <c:pt idx="0">
                  <c:v>-0.45179599999999998</c:v>
                </c:pt>
                <c:pt idx="1">
                  <c:v>0.2</c:v>
                </c:pt>
                <c:pt idx="2">
                  <c:v>-0.15989</c:v>
                </c:pt>
                <c:pt idx="3">
                  <c:v>-0.18951499999999999</c:v>
                </c:pt>
                <c:pt idx="4">
                  <c:v>-0.149724</c:v>
                </c:pt>
                <c:pt idx="5">
                  <c:v>-0.149364</c:v>
                </c:pt>
                <c:pt idx="6">
                  <c:v>-0.37100100000000003</c:v>
                </c:pt>
                <c:pt idx="7">
                  <c:v>0.2</c:v>
                </c:pt>
                <c:pt idx="8">
                  <c:v>-0.20897299999999999</c:v>
                </c:pt>
                <c:pt idx="9">
                  <c:v>-0.266905</c:v>
                </c:pt>
                <c:pt idx="10">
                  <c:v>-6.4283999999999994E-2</c:v>
                </c:pt>
                <c:pt idx="11">
                  <c:v>0.25</c:v>
                </c:pt>
                <c:pt idx="12">
                  <c:v>-0.28990700000000003</c:v>
                </c:pt>
                <c:pt idx="13">
                  <c:v>-0.158836</c:v>
                </c:pt>
                <c:pt idx="14">
                  <c:v>0.16</c:v>
                </c:pt>
                <c:pt idx="15">
                  <c:v>0.26</c:v>
                </c:pt>
                <c:pt idx="16">
                  <c:v>0.21</c:v>
                </c:pt>
                <c:pt idx="17">
                  <c:v>-0.12253600000000001</c:v>
                </c:pt>
                <c:pt idx="18">
                  <c:v>-0.16652500000000001</c:v>
                </c:pt>
                <c:pt idx="19">
                  <c:v>-0.29638199999999998</c:v>
                </c:pt>
                <c:pt idx="20">
                  <c:v>-0.18419199999999999</c:v>
                </c:pt>
                <c:pt idx="21">
                  <c:v>-0.296433</c:v>
                </c:pt>
                <c:pt idx="22">
                  <c:v>-8.0174999999999996E-2</c:v>
                </c:pt>
                <c:pt idx="23">
                  <c:v>-0.17505000000000001</c:v>
                </c:pt>
                <c:pt idx="24">
                  <c:v>-0.23772199999999999</c:v>
                </c:pt>
                <c:pt idx="25">
                  <c:v>0.2</c:v>
                </c:pt>
                <c:pt idx="26">
                  <c:v>-0.244198</c:v>
                </c:pt>
                <c:pt idx="27">
                  <c:v>-0.16783100000000001</c:v>
                </c:pt>
                <c:pt idx="28">
                  <c:v>-0.36025699999999999</c:v>
                </c:pt>
                <c:pt idx="29">
                  <c:v>-0.10283</c:v>
                </c:pt>
                <c:pt idx="30">
                  <c:v>-0.133655</c:v>
                </c:pt>
                <c:pt idx="31">
                  <c:v>-0.167939</c:v>
                </c:pt>
                <c:pt idx="32">
                  <c:v>-0.32585700000000001</c:v>
                </c:pt>
                <c:pt idx="33">
                  <c:v>-0.30420000000000003</c:v>
                </c:pt>
                <c:pt idx="34">
                  <c:v>-0.17804</c:v>
                </c:pt>
                <c:pt idx="35">
                  <c:v>-0.10365000000000001</c:v>
                </c:pt>
                <c:pt idx="36">
                  <c:v>-8.6235999999999993E-2</c:v>
                </c:pt>
                <c:pt idx="37">
                  <c:v>-0.105251</c:v>
                </c:pt>
                <c:pt idx="38">
                  <c:v>-0.136684</c:v>
                </c:pt>
                <c:pt idx="39">
                  <c:v>-9.3536999999999995E-2</c:v>
                </c:pt>
                <c:pt idx="40">
                  <c:v>-0.22233</c:v>
                </c:pt>
                <c:pt idx="41">
                  <c:v>-0.108254</c:v>
                </c:pt>
                <c:pt idx="42">
                  <c:v>-0.31773200000000001</c:v>
                </c:pt>
                <c:pt idx="43">
                  <c:v>-6.5307000000000004E-2</c:v>
                </c:pt>
                <c:pt idx="44">
                  <c:v>-0.30736599999999997</c:v>
                </c:pt>
                <c:pt idx="45">
                  <c:v>-0.257743</c:v>
                </c:pt>
                <c:pt idx="46">
                  <c:v>-0.23642299999999999</c:v>
                </c:pt>
                <c:pt idx="47">
                  <c:v>-0.36985000000000001</c:v>
                </c:pt>
                <c:pt idx="48">
                  <c:v>-0.20366500000000001</c:v>
                </c:pt>
                <c:pt idx="49">
                  <c:v>-0.133523</c:v>
                </c:pt>
                <c:pt idx="50">
                  <c:v>-0.117586</c:v>
                </c:pt>
                <c:pt idx="51">
                  <c:v>-0.30754700000000001</c:v>
                </c:pt>
                <c:pt idx="52">
                  <c:v>-0.23986399999999999</c:v>
                </c:pt>
                <c:pt idx="53">
                  <c:v>-0.30671300000000001</c:v>
                </c:pt>
                <c:pt idx="54">
                  <c:v>-0.10802200000000001</c:v>
                </c:pt>
                <c:pt idx="55">
                  <c:v>-0.16830899999999999</c:v>
                </c:pt>
                <c:pt idx="56">
                  <c:v>-0.12385400000000001</c:v>
                </c:pt>
                <c:pt idx="57">
                  <c:v>-6.5666000000000002E-2</c:v>
                </c:pt>
                <c:pt idx="58">
                  <c:v>-0.110286</c:v>
                </c:pt>
                <c:pt idx="59">
                  <c:v>-0.40329999999999999</c:v>
                </c:pt>
                <c:pt idx="60">
                  <c:v>-0.16289200000000001</c:v>
                </c:pt>
                <c:pt idx="61">
                  <c:v>-0.217056</c:v>
                </c:pt>
                <c:pt idx="62">
                  <c:v>-0.21215500000000001</c:v>
                </c:pt>
                <c:pt idx="63">
                  <c:v>0.18</c:v>
                </c:pt>
                <c:pt idx="64">
                  <c:v>-0.114623</c:v>
                </c:pt>
                <c:pt idx="65">
                  <c:v>-0.15119099999999999</c:v>
                </c:pt>
                <c:pt idx="66">
                  <c:v>0.1</c:v>
                </c:pt>
                <c:pt idx="67">
                  <c:v>-0.108516</c:v>
                </c:pt>
                <c:pt idx="68">
                  <c:v>-0.30128500000000003</c:v>
                </c:pt>
                <c:pt idx="69">
                  <c:v>-0.20446400000000001</c:v>
                </c:pt>
                <c:pt idx="70">
                  <c:v>-0.14525299999999999</c:v>
                </c:pt>
                <c:pt idx="71">
                  <c:v>-0.18132200000000001</c:v>
                </c:pt>
                <c:pt idx="72">
                  <c:v>-0.24659400000000001</c:v>
                </c:pt>
                <c:pt idx="73">
                  <c:v>-0.271895</c:v>
                </c:pt>
                <c:pt idx="74">
                  <c:v>-0.20033999999999999</c:v>
                </c:pt>
                <c:pt idx="75">
                  <c:v>-0.20960899999999999</c:v>
                </c:pt>
                <c:pt idx="76">
                  <c:v>-0.24373800000000001</c:v>
                </c:pt>
                <c:pt idx="77">
                  <c:v>-0.18468699999999999</c:v>
                </c:pt>
                <c:pt idx="78">
                  <c:v>-8.6309999999999998E-2</c:v>
                </c:pt>
                <c:pt idx="79">
                  <c:v>-0.15645200000000001</c:v>
                </c:pt>
                <c:pt idx="80">
                  <c:v>-0.23673</c:v>
                </c:pt>
                <c:pt idx="81">
                  <c:v>-0.22173999999999999</c:v>
                </c:pt>
                <c:pt idx="82">
                  <c:v>-0.22250400000000001</c:v>
                </c:pt>
                <c:pt idx="83">
                  <c:v>-0.13079499999999999</c:v>
                </c:pt>
                <c:pt idx="84">
                  <c:v>-0.20453299999999999</c:v>
                </c:pt>
                <c:pt idx="85">
                  <c:v>-0.32583899999999999</c:v>
                </c:pt>
                <c:pt idx="86">
                  <c:v>-0.27444000000000002</c:v>
                </c:pt>
                <c:pt idx="87">
                  <c:v>-0.12834000000000001</c:v>
                </c:pt>
                <c:pt idx="88">
                  <c:v>-6.1636999999999997E-2</c:v>
                </c:pt>
                <c:pt idx="89">
                  <c:v>-0.17671600000000001</c:v>
                </c:pt>
                <c:pt idx="90">
                  <c:v>-0.219281</c:v>
                </c:pt>
                <c:pt idx="91">
                  <c:v>-0.31942799999999999</c:v>
                </c:pt>
                <c:pt idx="92">
                  <c:v>-0.210234</c:v>
                </c:pt>
                <c:pt idx="93">
                  <c:v>-0.16997899999999999</c:v>
                </c:pt>
                <c:pt idx="94">
                  <c:v>-0.12253699999999999</c:v>
                </c:pt>
                <c:pt idx="95">
                  <c:v>-0.24650900000000001</c:v>
                </c:pt>
                <c:pt idx="96">
                  <c:v>-0.20507800000000001</c:v>
                </c:pt>
                <c:pt idx="97">
                  <c:v>-8.6416999999999994E-2</c:v>
                </c:pt>
                <c:pt idx="98">
                  <c:v>-0.114825</c:v>
                </c:pt>
                <c:pt idx="99">
                  <c:v>-0.233574</c:v>
                </c:pt>
                <c:pt idx="100">
                  <c:v>-3.3253999999999999E-2</c:v>
                </c:pt>
                <c:pt idx="101">
                  <c:v>-5.7735000000000002E-2</c:v>
                </c:pt>
                <c:pt idx="102">
                  <c:v>-0.195799</c:v>
                </c:pt>
                <c:pt idx="103">
                  <c:v>-0.20330799999999999</c:v>
                </c:pt>
                <c:pt idx="104">
                  <c:v>-0.18463099999999999</c:v>
                </c:pt>
                <c:pt idx="105">
                  <c:v>-0.19034100000000001</c:v>
                </c:pt>
                <c:pt idx="106">
                  <c:v>-0.25223200000000001</c:v>
                </c:pt>
                <c:pt idx="107">
                  <c:v>3.565E-3</c:v>
                </c:pt>
                <c:pt idx="108">
                  <c:v>-8.8820999999999997E-2</c:v>
                </c:pt>
                <c:pt idx="109">
                  <c:v>-3.4125999999999997E-2</c:v>
                </c:pt>
                <c:pt idx="110">
                  <c:v>-0.20796300000000001</c:v>
                </c:pt>
                <c:pt idx="111">
                  <c:v>-0.13777700000000001</c:v>
                </c:pt>
                <c:pt idx="112">
                  <c:v>-0.41303400000000001</c:v>
                </c:pt>
                <c:pt idx="113">
                  <c:v>-5.3136999999999997E-2</c:v>
                </c:pt>
                <c:pt idx="114">
                  <c:v>-0.14077799999999999</c:v>
                </c:pt>
                <c:pt idx="115">
                  <c:v>-0.13519100000000001</c:v>
                </c:pt>
                <c:pt idx="116">
                  <c:v>-0.14438500000000001</c:v>
                </c:pt>
                <c:pt idx="117">
                  <c:v>-0.20491300000000001</c:v>
                </c:pt>
                <c:pt idx="118">
                  <c:v>-0.16787299999999999</c:v>
                </c:pt>
                <c:pt idx="119">
                  <c:v>-5.0810000000000001E-2</c:v>
                </c:pt>
                <c:pt idx="120">
                  <c:v>-8.5271E-2</c:v>
                </c:pt>
                <c:pt idx="121">
                  <c:v>-0.149455</c:v>
                </c:pt>
                <c:pt idx="122">
                  <c:v>-0.13644800000000001</c:v>
                </c:pt>
                <c:pt idx="123">
                  <c:v>-0.31201099999999998</c:v>
                </c:pt>
                <c:pt idx="124">
                  <c:v>-0.300485</c:v>
                </c:pt>
                <c:pt idx="125">
                  <c:v>-0.111237</c:v>
                </c:pt>
                <c:pt idx="126">
                  <c:v>-0.21998699999999999</c:v>
                </c:pt>
                <c:pt idx="127">
                  <c:v>-0.28420600000000001</c:v>
                </c:pt>
                <c:pt idx="128">
                  <c:v>-0.20293900000000001</c:v>
                </c:pt>
                <c:pt idx="129">
                  <c:v>-0.15885199999999999</c:v>
                </c:pt>
                <c:pt idx="130">
                  <c:v>0.22</c:v>
                </c:pt>
                <c:pt idx="131">
                  <c:v>0.25</c:v>
                </c:pt>
                <c:pt idx="132">
                  <c:v>-0.222385</c:v>
                </c:pt>
                <c:pt idx="133">
                  <c:v>-9.0331999999999996E-2</c:v>
                </c:pt>
                <c:pt idx="134">
                  <c:v>-7.4709999999999999E-2</c:v>
                </c:pt>
                <c:pt idx="135">
                  <c:v>0.2</c:v>
                </c:pt>
                <c:pt idx="136">
                  <c:v>0.2</c:v>
                </c:pt>
                <c:pt idx="137">
                  <c:v>-1.7405E-2</c:v>
                </c:pt>
                <c:pt idx="138">
                  <c:v>-6.1565000000000002E-2</c:v>
                </c:pt>
                <c:pt idx="139">
                  <c:v>-0.221937</c:v>
                </c:pt>
                <c:pt idx="140">
                  <c:v>-0.16203500000000001</c:v>
                </c:pt>
                <c:pt idx="141">
                  <c:v>-0.247306</c:v>
                </c:pt>
                <c:pt idx="142">
                  <c:v>-3.0154E-2</c:v>
                </c:pt>
                <c:pt idx="143">
                  <c:v>-0.11814</c:v>
                </c:pt>
                <c:pt idx="144">
                  <c:v>-6.4639000000000002E-2</c:v>
                </c:pt>
                <c:pt idx="145">
                  <c:v>-9.4402E-2</c:v>
                </c:pt>
                <c:pt idx="146">
                  <c:v>1.5282E-2</c:v>
                </c:pt>
                <c:pt idx="147">
                  <c:v>-0.15654299999999999</c:v>
                </c:pt>
                <c:pt idx="148">
                  <c:v>-0.17548900000000001</c:v>
                </c:pt>
                <c:pt idx="149">
                  <c:v>-4.8952000000000002E-2</c:v>
                </c:pt>
                <c:pt idx="150">
                  <c:v>-0.12955</c:v>
                </c:pt>
                <c:pt idx="151">
                  <c:v>-0.160943</c:v>
                </c:pt>
                <c:pt idx="152">
                  <c:v>-0.171622</c:v>
                </c:pt>
                <c:pt idx="153">
                  <c:v>-9.4178999999999999E-2</c:v>
                </c:pt>
                <c:pt idx="154">
                  <c:v>-0.109842</c:v>
                </c:pt>
                <c:pt idx="155">
                  <c:v>-0.13031000000000001</c:v>
                </c:pt>
                <c:pt idx="156">
                  <c:v>-0.27193200000000001</c:v>
                </c:pt>
                <c:pt idx="157">
                  <c:v>-0.26293299999999997</c:v>
                </c:pt>
                <c:pt idx="158">
                  <c:v>-0.247338</c:v>
                </c:pt>
                <c:pt idx="159">
                  <c:v>-0.25156299999999998</c:v>
                </c:pt>
                <c:pt idx="160">
                  <c:v>-9.9072999999999994E-2</c:v>
                </c:pt>
                <c:pt idx="161">
                  <c:v>0.23</c:v>
                </c:pt>
                <c:pt idx="162">
                  <c:v>-0.14288500000000001</c:v>
                </c:pt>
                <c:pt idx="163">
                  <c:v>-0.185783</c:v>
                </c:pt>
                <c:pt idx="164">
                  <c:v>-0.197185</c:v>
                </c:pt>
                <c:pt idx="165">
                  <c:v>-0.22281100000000001</c:v>
                </c:pt>
                <c:pt idx="166">
                  <c:v>-0.185361</c:v>
                </c:pt>
                <c:pt idx="167">
                  <c:v>-0.27531</c:v>
                </c:pt>
                <c:pt idx="168">
                  <c:v>-0.137298</c:v>
                </c:pt>
                <c:pt idx="169">
                  <c:v>-0.30389100000000002</c:v>
                </c:pt>
                <c:pt idx="170">
                  <c:v>-0.113689</c:v>
                </c:pt>
                <c:pt idx="171">
                  <c:v>-0.226079</c:v>
                </c:pt>
                <c:pt idx="172">
                  <c:v>0.1</c:v>
                </c:pt>
                <c:pt idx="173">
                  <c:v>0.15</c:v>
                </c:pt>
                <c:pt idx="174">
                  <c:v>-0.12873699999999999</c:v>
                </c:pt>
                <c:pt idx="175">
                  <c:v>-0.17055600000000001</c:v>
                </c:pt>
                <c:pt idx="176">
                  <c:v>-5.3749999999999999E-2</c:v>
                </c:pt>
                <c:pt idx="177">
                  <c:v>-0.14302400000000001</c:v>
                </c:pt>
                <c:pt idx="178">
                  <c:v>-7.3065000000000005E-2</c:v>
                </c:pt>
                <c:pt idx="179">
                  <c:v>-8.856E-2</c:v>
                </c:pt>
                <c:pt idx="180">
                  <c:v>-0.187109</c:v>
                </c:pt>
                <c:pt idx="181">
                  <c:v>-0.102073</c:v>
                </c:pt>
                <c:pt idx="182">
                  <c:v>-0.233513</c:v>
                </c:pt>
                <c:pt idx="183">
                  <c:v>-0.22339700000000001</c:v>
                </c:pt>
                <c:pt idx="184">
                  <c:v>-0.23921999999999999</c:v>
                </c:pt>
                <c:pt idx="185">
                  <c:v>-0.27118900000000001</c:v>
                </c:pt>
                <c:pt idx="186">
                  <c:v>-0.13792199999999999</c:v>
                </c:pt>
                <c:pt idx="187">
                  <c:v>-0.151336</c:v>
                </c:pt>
                <c:pt idx="188">
                  <c:v>-0.16017899999999999</c:v>
                </c:pt>
                <c:pt idx="189">
                  <c:v>-0.121091</c:v>
                </c:pt>
                <c:pt idx="190">
                  <c:v>-9.1545000000000001E-2</c:v>
                </c:pt>
                <c:pt idx="191">
                  <c:v>-0.20822399999999999</c:v>
                </c:pt>
                <c:pt idx="192">
                  <c:v>-0.27091500000000002</c:v>
                </c:pt>
                <c:pt idx="193">
                  <c:v>-9.4903000000000001E-2</c:v>
                </c:pt>
                <c:pt idx="194">
                  <c:v>-0.14056199999999999</c:v>
                </c:pt>
                <c:pt idx="195">
                  <c:v>-0.185949</c:v>
                </c:pt>
                <c:pt idx="196">
                  <c:v>-0.113815</c:v>
                </c:pt>
                <c:pt idx="197">
                  <c:v>-0.17465</c:v>
                </c:pt>
                <c:pt idx="198">
                  <c:v>-0.14826600000000001</c:v>
                </c:pt>
                <c:pt idx="199">
                  <c:v>-0.22756299999999999</c:v>
                </c:pt>
                <c:pt idx="200">
                  <c:v>0.2</c:v>
                </c:pt>
                <c:pt idx="201">
                  <c:v>-0.31736300000000001</c:v>
                </c:pt>
                <c:pt idx="202">
                  <c:v>-8.4673999999999999E-2</c:v>
                </c:pt>
                <c:pt idx="203">
                  <c:v>-0.28299400000000002</c:v>
                </c:pt>
                <c:pt idx="204">
                  <c:v>-0.113205</c:v>
                </c:pt>
                <c:pt idx="205">
                  <c:v>-0.16859399999999999</c:v>
                </c:pt>
                <c:pt idx="206">
                  <c:v>-0.37614599999999998</c:v>
                </c:pt>
                <c:pt idx="207">
                  <c:v>-0.24551400000000001</c:v>
                </c:pt>
                <c:pt idx="208">
                  <c:v>-0.312913</c:v>
                </c:pt>
                <c:pt idx="209">
                  <c:v>-0.32654300000000003</c:v>
                </c:pt>
                <c:pt idx="210">
                  <c:v>-0.29391699999999998</c:v>
                </c:pt>
                <c:pt idx="211">
                  <c:v>-0.39013799999999998</c:v>
                </c:pt>
                <c:pt idx="212">
                  <c:v>-0.137244</c:v>
                </c:pt>
                <c:pt idx="213">
                  <c:v>-0.38363900000000001</c:v>
                </c:pt>
                <c:pt idx="214">
                  <c:v>-6.4793000000000003E-2</c:v>
                </c:pt>
                <c:pt idx="215">
                  <c:v>-0.33157599999999998</c:v>
                </c:pt>
                <c:pt idx="216">
                  <c:v>-0.34174599999999999</c:v>
                </c:pt>
                <c:pt idx="217">
                  <c:v>-0.23163700000000001</c:v>
                </c:pt>
                <c:pt idx="218">
                  <c:v>-0.16303599999999999</c:v>
                </c:pt>
                <c:pt idx="219">
                  <c:v>-0.245841</c:v>
                </c:pt>
                <c:pt idx="220">
                  <c:v>-0.32436399999999999</c:v>
                </c:pt>
                <c:pt idx="221">
                  <c:v>-0.25675900000000001</c:v>
                </c:pt>
                <c:pt idx="222">
                  <c:v>-0.27928999999999998</c:v>
                </c:pt>
                <c:pt idx="223">
                  <c:v>-0.18431</c:v>
                </c:pt>
                <c:pt idx="224">
                  <c:v>-0.26086799999999999</c:v>
                </c:pt>
                <c:pt idx="225">
                  <c:v>-0.21423800000000001</c:v>
                </c:pt>
                <c:pt idx="226">
                  <c:v>-0.34076800000000002</c:v>
                </c:pt>
                <c:pt idx="227">
                  <c:v>-0.14064399999999999</c:v>
                </c:pt>
                <c:pt idx="228">
                  <c:v>-0.290935</c:v>
                </c:pt>
                <c:pt idx="229">
                  <c:v>-0.237371</c:v>
                </c:pt>
                <c:pt idx="230">
                  <c:v>-0.18808900000000001</c:v>
                </c:pt>
                <c:pt idx="231">
                  <c:v>-0.19669700000000001</c:v>
                </c:pt>
                <c:pt idx="232">
                  <c:v>-0.11969299999999999</c:v>
                </c:pt>
                <c:pt idx="233">
                  <c:v>-0.23171800000000001</c:v>
                </c:pt>
                <c:pt idx="234">
                  <c:v>-0.230408</c:v>
                </c:pt>
                <c:pt idx="235">
                  <c:v>-0.25651400000000002</c:v>
                </c:pt>
                <c:pt idx="236">
                  <c:v>-0.177007</c:v>
                </c:pt>
                <c:pt idx="237">
                  <c:v>-0.160442</c:v>
                </c:pt>
                <c:pt idx="238">
                  <c:v>-0.16167699999999999</c:v>
                </c:pt>
                <c:pt idx="239">
                  <c:v>-0.30570999999999998</c:v>
                </c:pt>
                <c:pt idx="240">
                  <c:v>-0.16388</c:v>
                </c:pt>
                <c:pt idx="241">
                  <c:v>-0.382461</c:v>
                </c:pt>
                <c:pt idx="242">
                  <c:v>-0.28649999999999998</c:v>
                </c:pt>
                <c:pt idx="243">
                  <c:v>-0.26947599999999999</c:v>
                </c:pt>
                <c:pt idx="244">
                  <c:v>-0.27024700000000001</c:v>
                </c:pt>
                <c:pt idx="245">
                  <c:v>-0.271289</c:v>
                </c:pt>
                <c:pt idx="246">
                  <c:v>-0.26761299999999999</c:v>
                </c:pt>
                <c:pt idx="247">
                  <c:v>-0.102185</c:v>
                </c:pt>
                <c:pt idx="248">
                  <c:v>-0.12037</c:v>
                </c:pt>
                <c:pt idx="249">
                  <c:v>-0.135237</c:v>
                </c:pt>
                <c:pt idx="250">
                  <c:v>-0.164606</c:v>
                </c:pt>
                <c:pt idx="251">
                  <c:v>-0.19220599999999999</c:v>
                </c:pt>
                <c:pt idx="252">
                  <c:v>-0.24412500000000001</c:v>
                </c:pt>
                <c:pt idx="253">
                  <c:v>-0.220917</c:v>
                </c:pt>
                <c:pt idx="254">
                  <c:v>-0.17463200000000001</c:v>
                </c:pt>
                <c:pt idx="255">
                  <c:v>-0.16395399999999999</c:v>
                </c:pt>
                <c:pt idx="256">
                  <c:v>-0.15378800000000001</c:v>
                </c:pt>
                <c:pt idx="257">
                  <c:v>-0.20849400000000001</c:v>
                </c:pt>
                <c:pt idx="258">
                  <c:v>-0.24449799999999999</c:v>
                </c:pt>
                <c:pt idx="259">
                  <c:v>-0.22365599999999999</c:v>
                </c:pt>
                <c:pt idx="260">
                  <c:v>-0.29214299999999999</c:v>
                </c:pt>
                <c:pt idx="261">
                  <c:v>-0.35685699999999998</c:v>
                </c:pt>
                <c:pt idx="262">
                  <c:v>-0.31530900000000001</c:v>
                </c:pt>
                <c:pt idx="263">
                  <c:v>-0.15024499999999999</c:v>
                </c:pt>
                <c:pt idx="264">
                  <c:v>-0.243176</c:v>
                </c:pt>
                <c:pt idx="265">
                  <c:v>-0.13156300000000001</c:v>
                </c:pt>
                <c:pt idx="266">
                  <c:v>-0.27738000000000002</c:v>
                </c:pt>
                <c:pt idx="267">
                  <c:v>-0.165968</c:v>
                </c:pt>
                <c:pt idx="268">
                  <c:v>-0.18242800000000001</c:v>
                </c:pt>
                <c:pt idx="269">
                  <c:v>-0.32353199999999999</c:v>
                </c:pt>
                <c:pt idx="270">
                  <c:v>-0.193965</c:v>
                </c:pt>
                <c:pt idx="271">
                  <c:v>-0.115332</c:v>
                </c:pt>
                <c:pt idx="272">
                  <c:v>-0.14091500000000001</c:v>
                </c:pt>
                <c:pt idx="273">
                  <c:v>-0.159384</c:v>
                </c:pt>
                <c:pt idx="274">
                  <c:v>-6.5970000000000001E-2</c:v>
                </c:pt>
                <c:pt idx="275">
                  <c:v>-8.4718000000000002E-2</c:v>
                </c:pt>
                <c:pt idx="276">
                  <c:v>-0.28783500000000001</c:v>
                </c:pt>
                <c:pt idx="277">
                  <c:v>-0.163631</c:v>
                </c:pt>
                <c:pt idx="278">
                  <c:v>-0.22291900000000001</c:v>
                </c:pt>
                <c:pt idx="279">
                  <c:v>-0.28753200000000001</c:v>
                </c:pt>
                <c:pt idx="280">
                  <c:v>-0.14737700000000001</c:v>
                </c:pt>
                <c:pt idx="281">
                  <c:v>-0.315633</c:v>
                </c:pt>
                <c:pt idx="282">
                  <c:v>-0.32985100000000001</c:v>
                </c:pt>
                <c:pt idx="283">
                  <c:v>-0.35241699999999998</c:v>
                </c:pt>
                <c:pt idx="284">
                  <c:v>-0.31231100000000001</c:v>
                </c:pt>
                <c:pt idx="285">
                  <c:v>-0.22997200000000001</c:v>
                </c:pt>
                <c:pt idx="286">
                  <c:v>-0.30990400000000001</c:v>
                </c:pt>
                <c:pt idx="287">
                  <c:v>-0.33879799999999999</c:v>
                </c:pt>
                <c:pt idx="288">
                  <c:v>-0.189279</c:v>
                </c:pt>
                <c:pt idx="289">
                  <c:v>-0.33335199999999998</c:v>
                </c:pt>
                <c:pt idx="290">
                  <c:v>-0.32549600000000001</c:v>
                </c:pt>
                <c:pt idx="291">
                  <c:v>-0.22619</c:v>
                </c:pt>
                <c:pt idx="292">
                  <c:v>-0.20947199999999999</c:v>
                </c:pt>
                <c:pt idx="293">
                  <c:v>-0.120365</c:v>
                </c:pt>
                <c:pt idx="294">
                  <c:v>-0.26233499999999998</c:v>
                </c:pt>
                <c:pt idx="295">
                  <c:v>-0.16567000000000001</c:v>
                </c:pt>
                <c:pt idx="296">
                  <c:v>-3.7227999999999997E-2</c:v>
                </c:pt>
                <c:pt idx="297">
                  <c:v>-9.5170000000000005E-2</c:v>
                </c:pt>
                <c:pt idx="298">
                  <c:v>-0.16041800000000001</c:v>
                </c:pt>
                <c:pt idx="299">
                  <c:v>-0.33753899999999998</c:v>
                </c:pt>
                <c:pt idx="300">
                  <c:v>-8.1799999999999998E-2</c:v>
                </c:pt>
                <c:pt idx="301">
                  <c:v>-0.171401</c:v>
                </c:pt>
                <c:pt idx="302">
                  <c:v>-0.18471000000000001</c:v>
                </c:pt>
                <c:pt idx="303">
                  <c:v>-0.144203</c:v>
                </c:pt>
                <c:pt idx="304">
                  <c:v>-0.20569200000000001</c:v>
                </c:pt>
                <c:pt idx="305">
                  <c:v>-0.136322</c:v>
                </c:pt>
                <c:pt idx="306">
                  <c:v>-0.134324</c:v>
                </c:pt>
                <c:pt idx="307">
                  <c:v>-0.268071</c:v>
                </c:pt>
                <c:pt idx="308">
                  <c:v>-0.27040900000000001</c:v>
                </c:pt>
                <c:pt idx="309">
                  <c:v>-0.114353</c:v>
                </c:pt>
                <c:pt idx="310">
                  <c:v>-0.35969600000000002</c:v>
                </c:pt>
                <c:pt idx="311">
                  <c:v>-0.31868800000000003</c:v>
                </c:pt>
                <c:pt idx="312">
                  <c:v>-7.6578999999999994E-2</c:v>
                </c:pt>
                <c:pt idx="313">
                  <c:v>-0.15210899999999999</c:v>
                </c:pt>
                <c:pt idx="314">
                  <c:v>-7.6067999999999997E-2</c:v>
                </c:pt>
                <c:pt idx="315">
                  <c:v>-0.10194599999999999</c:v>
                </c:pt>
                <c:pt idx="316">
                  <c:v>-0.172067</c:v>
                </c:pt>
                <c:pt idx="317">
                  <c:v>-0.33847500000000003</c:v>
                </c:pt>
                <c:pt idx="318">
                  <c:v>-0.272706</c:v>
                </c:pt>
                <c:pt idx="319">
                  <c:v>-0.162745</c:v>
                </c:pt>
                <c:pt idx="320">
                  <c:v>-0.16746900000000001</c:v>
                </c:pt>
                <c:pt idx="321">
                  <c:v>-0.16270499999999999</c:v>
                </c:pt>
                <c:pt idx="322">
                  <c:v>-0.19359599999999999</c:v>
                </c:pt>
                <c:pt idx="323">
                  <c:v>-0.22114700000000001</c:v>
                </c:pt>
                <c:pt idx="324">
                  <c:v>-0.32797900000000002</c:v>
                </c:pt>
                <c:pt idx="325">
                  <c:v>-0.25376199999999999</c:v>
                </c:pt>
                <c:pt idx="326">
                  <c:v>-0.26422699999999999</c:v>
                </c:pt>
                <c:pt idx="327">
                  <c:v>-0.31796799999999997</c:v>
                </c:pt>
                <c:pt idx="328">
                  <c:v>-0.23716699999999999</c:v>
                </c:pt>
                <c:pt idx="329">
                  <c:v>-0.19955200000000001</c:v>
                </c:pt>
                <c:pt idx="330">
                  <c:v>-0.16748399999999999</c:v>
                </c:pt>
                <c:pt idx="331">
                  <c:v>-9.9695000000000006E-2</c:v>
                </c:pt>
                <c:pt idx="332">
                  <c:v>-0.27622799999999997</c:v>
                </c:pt>
                <c:pt idx="333">
                  <c:v>-9.9569000000000005E-2</c:v>
                </c:pt>
                <c:pt idx="334">
                  <c:v>-0.119099</c:v>
                </c:pt>
                <c:pt idx="335">
                  <c:v>-0.25374999999999998</c:v>
                </c:pt>
                <c:pt idx="336">
                  <c:v>-0.19958899999999999</c:v>
                </c:pt>
                <c:pt idx="337">
                  <c:v>-9.4302999999999998E-2</c:v>
                </c:pt>
                <c:pt idx="338">
                  <c:v>-6.4703999999999998E-2</c:v>
                </c:pt>
                <c:pt idx="339">
                  <c:v>-0.33311600000000002</c:v>
                </c:pt>
                <c:pt idx="340">
                  <c:v>-0.132355</c:v>
                </c:pt>
                <c:pt idx="341">
                  <c:v>-0.28675099999999998</c:v>
                </c:pt>
                <c:pt idx="342">
                  <c:v>-0.13950599999999999</c:v>
                </c:pt>
                <c:pt idx="343">
                  <c:v>-0.12105299999999999</c:v>
                </c:pt>
                <c:pt idx="344">
                  <c:v>-0.21076800000000001</c:v>
                </c:pt>
                <c:pt idx="345">
                  <c:v>-0.24146200000000001</c:v>
                </c:pt>
                <c:pt idx="346">
                  <c:v>-9.7513000000000002E-2</c:v>
                </c:pt>
                <c:pt idx="347">
                  <c:v>-0.213478</c:v>
                </c:pt>
                <c:pt idx="348">
                  <c:v>-0.11885</c:v>
                </c:pt>
                <c:pt idx="349">
                  <c:v>-9.7524E-2</c:v>
                </c:pt>
                <c:pt idx="350">
                  <c:v>-0.14854400000000001</c:v>
                </c:pt>
                <c:pt idx="351">
                  <c:v>-0.26704</c:v>
                </c:pt>
                <c:pt idx="352">
                  <c:v>-0.427927</c:v>
                </c:pt>
                <c:pt idx="353">
                  <c:v>-4.5671999999999997E-2</c:v>
                </c:pt>
                <c:pt idx="354">
                  <c:v>-0.40532800000000002</c:v>
                </c:pt>
                <c:pt idx="355">
                  <c:v>-0.14675199999999999</c:v>
                </c:pt>
                <c:pt idx="356">
                  <c:v>-0.37120599999999998</c:v>
                </c:pt>
                <c:pt idx="357">
                  <c:v>-0.367116</c:v>
                </c:pt>
                <c:pt idx="358">
                  <c:v>-0.26666600000000001</c:v>
                </c:pt>
                <c:pt idx="359">
                  <c:v>-0.126554</c:v>
                </c:pt>
                <c:pt idx="360">
                  <c:v>-0.18568299999999999</c:v>
                </c:pt>
                <c:pt idx="361">
                  <c:v>-0.172953</c:v>
                </c:pt>
                <c:pt idx="362">
                  <c:v>-0.17025799999999999</c:v>
                </c:pt>
                <c:pt idx="363">
                  <c:v>-0.27706799999999998</c:v>
                </c:pt>
                <c:pt idx="364">
                  <c:v>-8.4266999999999995E-2</c:v>
                </c:pt>
                <c:pt idx="365">
                  <c:v>-9.0853000000000003E-2</c:v>
                </c:pt>
                <c:pt idx="366">
                  <c:v>-0.133691</c:v>
                </c:pt>
                <c:pt idx="367">
                  <c:v>-0.147787</c:v>
                </c:pt>
                <c:pt idx="368">
                  <c:v>-0.104285</c:v>
                </c:pt>
                <c:pt idx="369">
                  <c:v>-2.3734999999999999E-2</c:v>
                </c:pt>
                <c:pt idx="370">
                  <c:v>-0.135187</c:v>
                </c:pt>
                <c:pt idx="371">
                  <c:v>-1.0212000000000001E-2</c:v>
                </c:pt>
                <c:pt idx="372">
                  <c:v>-9.0523999999999993E-2</c:v>
                </c:pt>
                <c:pt idx="373">
                  <c:v>-0.17935100000000001</c:v>
                </c:pt>
                <c:pt idx="374">
                  <c:v>-0.16810800000000001</c:v>
                </c:pt>
                <c:pt idx="375">
                  <c:v>-3.3017999999999999E-2</c:v>
                </c:pt>
                <c:pt idx="376">
                  <c:v>-5.1069999999999997E-2</c:v>
                </c:pt>
                <c:pt idx="377">
                  <c:v>-0.18185899999999999</c:v>
                </c:pt>
                <c:pt idx="378">
                  <c:v>-0.15032999999999999</c:v>
                </c:pt>
                <c:pt idx="379">
                  <c:v>-6.3852999999999993E-2</c:v>
                </c:pt>
                <c:pt idx="380">
                  <c:v>-0.207757</c:v>
                </c:pt>
                <c:pt idx="381">
                  <c:v>-0.27522799999999997</c:v>
                </c:pt>
                <c:pt idx="382">
                  <c:v>-9.3858999999999998E-2</c:v>
                </c:pt>
                <c:pt idx="383">
                  <c:v>-0.29583500000000001</c:v>
                </c:pt>
                <c:pt idx="384">
                  <c:v>-0.15403800000000001</c:v>
                </c:pt>
                <c:pt idx="385">
                  <c:v>-0.105989</c:v>
                </c:pt>
                <c:pt idx="386">
                  <c:v>-0.195104</c:v>
                </c:pt>
                <c:pt idx="387">
                  <c:v>-0.13985600000000001</c:v>
                </c:pt>
                <c:pt idx="388">
                  <c:v>-0.240652</c:v>
                </c:pt>
                <c:pt idx="389">
                  <c:v>-4.2750000000000003E-2</c:v>
                </c:pt>
                <c:pt idx="390">
                  <c:v>-8.9439000000000005E-2</c:v>
                </c:pt>
                <c:pt idx="391">
                  <c:v>-2.0899999999999998E-3</c:v>
                </c:pt>
                <c:pt idx="392">
                  <c:v>-0.16431399999999999</c:v>
                </c:pt>
                <c:pt idx="393">
                  <c:v>-0.30008200000000002</c:v>
                </c:pt>
                <c:pt idx="394">
                  <c:v>-6.7318000000000003E-2</c:v>
                </c:pt>
                <c:pt idx="395">
                  <c:v>-0.23244699999999999</c:v>
                </c:pt>
                <c:pt idx="396">
                  <c:v>-0.18309900000000001</c:v>
                </c:pt>
                <c:pt idx="397">
                  <c:v>-9.8976999999999996E-2</c:v>
                </c:pt>
                <c:pt idx="398">
                  <c:v>-0.18313199999999999</c:v>
                </c:pt>
                <c:pt idx="399">
                  <c:v>-0.26583099999999998</c:v>
                </c:pt>
                <c:pt idx="400">
                  <c:v>-0.184479</c:v>
                </c:pt>
                <c:pt idx="401">
                  <c:v>-0.15434899999999999</c:v>
                </c:pt>
                <c:pt idx="402">
                  <c:v>-8.9978000000000002E-2</c:v>
                </c:pt>
                <c:pt idx="403">
                  <c:v>-0.10123799999999999</c:v>
                </c:pt>
                <c:pt idx="404">
                  <c:v>-0.31893300000000002</c:v>
                </c:pt>
                <c:pt idx="405">
                  <c:v>-3.6709999999999998E-3</c:v>
                </c:pt>
                <c:pt idx="406">
                  <c:v>-0.41170400000000001</c:v>
                </c:pt>
                <c:pt idx="407">
                  <c:v>-0.20146500000000001</c:v>
                </c:pt>
                <c:pt idx="408">
                  <c:v>-0.172566</c:v>
                </c:pt>
                <c:pt idx="409">
                  <c:v>-0.140433</c:v>
                </c:pt>
                <c:pt idx="410">
                  <c:v>-2.0295000000000001E-2</c:v>
                </c:pt>
                <c:pt idx="411">
                  <c:v>-0.135602</c:v>
                </c:pt>
                <c:pt idx="412">
                  <c:v>-0.24353900000000001</c:v>
                </c:pt>
                <c:pt idx="413">
                  <c:v>-0.19264500000000001</c:v>
                </c:pt>
                <c:pt idx="414">
                  <c:v>-0.271287</c:v>
                </c:pt>
                <c:pt idx="415">
                  <c:v>-0.17377000000000001</c:v>
                </c:pt>
                <c:pt idx="416">
                  <c:v>-9.7188999999999998E-2</c:v>
                </c:pt>
                <c:pt idx="417">
                  <c:v>-0.21645500000000001</c:v>
                </c:pt>
                <c:pt idx="418">
                  <c:v>-0.35198299999999999</c:v>
                </c:pt>
                <c:pt idx="419">
                  <c:v>-0.41240399999999999</c:v>
                </c:pt>
                <c:pt idx="420">
                  <c:v>-0.22220500000000001</c:v>
                </c:pt>
                <c:pt idx="421">
                  <c:v>-0.22192600000000001</c:v>
                </c:pt>
                <c:pt idx="422">
                  <c:v>-0.25505899999999998</c:v>
                </c:pt>
                <c:pt idx="423">
                  <c:v>-0.31596099999999999</c:v>
                </c:pt>
                <c:pt idx="424">
                  <c:v>-0.16776199999999999</c:v>
                </c:pt>
                <c:pt idx="425">
                  <c:v>-0.20475699999999999</c:v>
                </c:pt>
                <c:pt idx="426">
                  <c:v>-0.121015</c:v>
                </c:pt>
                <c:pt idx="427">
                  <c:v>-0.17357400000000001</c:v>
                </c:pt>
                <c:pt idx="428">
                  <c:v>-9.9576999999999999E-2</c:v>
                </c:pt>
                <c:pt idx="429">
                  <c:v>-9.9235000000000004E-2</c:v>
                </c:pt>
                <c:pt idx="430">
                  <c:v>-0.12748899999999999</c:v>
                </c:pt>
                <c:pt idx="431">
                  <c:v>-0.14761199999999999</c:v>
                </c:pt>
                <c:pt idx="432">
                  <c:v>-0.29723899999999998</c:v>
                </c:pt>
                <c:pt idx="433">
                  <c:v>-0.26048300000000002</c:v>
                </c:pt>
                <c:pt idx="434">
                  <c:v>-0.13226299999999999</c:v>
                </c:pt>
                <c:pt idx="435">
                  <c:v>-0.14777899999999999</c:v>
                </c:pt>
                <c:pt idx="436">
                  <c:v>-0.146064</c:v>
                </c:pt>
                <c:pt idx="437">
                  <c:v>-0.123183</c:v>
                </c:pt>
                <c:pt idx="438">
                  <c:v>-7.6825000000000004E-2</c:v>
                </c:pt>
                <c:pt idx="439">
                  <c:v>-8.7548000000000001E-2</c:v>
                </c:pt>
                <c:pt idx="440">
                  <c:v>-0.26593</c:v>
                </c:pt>
                <c:pt idx="441">
                  <c:v>-0.18177399999999999</c:v>
                </c:pt>
                <c:pt idx="442">
                  <c:v>-0.35833100000000001</c:v>
                </c:pt>
                <c:pt idx="443">
                  <c:v>-0.34029599999999999</c:v>
                </c:pt>
                <c:pt idx="444">
                  <c:v>-0.31551600000000002</c:v>
                </c:pt>
                <c:pt idx="445">
                  <c:v>-0.113135</c:v>
                </c:pt>
                <c:pt idx="446">
                  <c:v>-0.17607800000000001</c:v>
                </c:pt>
                <c:pt idx="447">
                  <c:v>-0.20633799999999999</c:v>
                </c:pt>
                <c:pt idx="448">
                  <c:v>-0.15923699999999999</c:v>
                </c:pt>
                <c:pt idx="449">
                  <c:v>-6.5111000000000002E-2</c:v>
                </c:pt>
                <c:pt idx="450">
                  <c:v>-0.39227800000000002</c:v>
                </c:pt>
                <c:pt idx="451">
                  <c:v>-0.155944</c:v>
                </c:pt>
                <c:pt idx="452">
                  <c:v>-0.21854000000000001</c:v>
                </c:pt>
                <c:pt idx="453">
                  <c:v>-0.27346700000000002</c:v>
                </c:pt>
                <c:pt idx="454">
                  <c:v>-0.339534</c:v>
                </c:pt>
                <c:pt idx="455">
                  <c:v>-0.40438800000000003</c:v>
                </c:pt>
                <c:pt idx="456">
                  <c:v>-0.231271</c:v>
                </c:pt>
                <c:pt idx="457">
                  <c:v>-0.229712</c:v>
                </c:pt>
                <c:pt idx="458">
                  <c:v>-0.114788</c:v>
                </c:pt>
                <c:pt idx="459">
                  <c:v>-0.16827900000000001</c:v>
                </c:pt>
                <c:pt idx="460">
                  <c:v>-0.21332999999999999</c:v>
                </c:pt>
                <c:pt idx="461">
                  <c:v>-0.209869</c:v>
                </c:pt>
                <c:pt idx="462">
                  <c:v>-0.139654</c:v>
                </c:pt>
                <c:pt idx="463">
                  <c:v>-0.12336999999999999</c:v>
                </c:pt>
                <c:pt idx="464">
                  <c:v>-0.30837999999999999</c:v>
                </c:pt>
                <c:pt idx="465">
                  <c:v>-0.16262699999999999</c:v>
                </c:pt>
                <c:pt idx="466">
                  <c:v>-0.16064600000000001</c:v>
                </c:pt>
                <c:pt idx="467">
                  <c:v>-9.8184999999999995E-2</c:v>
                </c:pt>
                <c:pt idx="468">
                  <c:v>-0.13340299999999999</c:v>
                </c:pt>
                <c:pt idx="469">
                  <c:v>-0.1784</c:v>
                </c:pt>
                <c:pt idx="470">
                  <c:v>-0.233405</c:v>
                </c:pt>
                <c:pt idx="471">
                  <c:v>-9.6512000000000001E-2</c:v>
                </c:pt>
                <c:pt idx="472">
                  <c:v>-8.0066999999999999E-2</c:v>
                </c:pt>
                <c:pt idx="473">
                  <c:v>-9.0926000000000007E-2</c:v>
                </c:pt>
                <c:pt idx="474">
                  <c:v>-0.227021</c:v>
                </c:pt>
                <c:pt idx="475">
                  <c:v>-0.11643299999999999</c:v>
                </c:pt>
                <c:pt idx="476">
                  <c:v>-0.14788799999999999</c:v>
                </c:pt>
                <c:pt idx="477">
                  <c:v>-0.27083699999999999</c:v>
                </c:pt>
                <c:pt idx="478">
                  <c:v>-0.32289400000000001</c:v>
                </c:pt>
                <c:pt idx="479">
                  <c:v>-0.15285899999999999</c:v>
                </c:pt>
                <c:pt idx="480">
                  <c:v>-0.18326500000000001</c:v>
                </c:pt>
                <c:pt idx="481">
                  <c:v>-0.16203799999999999</c:v>
                </c:pt>
                <c:pt idx="482">
                  <c:v>-0.25495099999999998</c:v>
                </c:pt>
                <c:pt idx="483">
                  <c:v>-0.36732700000000001</c:v>
                </c:pt>
                <c:pt idx="484">
                  <c:v>-0.38164599999999999</c:v>
                </c:pt>
                <c:pt idx="485">
                  <c:v>-0.21534400000000001</c:v>
                </c:pt>
                <c:pt idx="486">
                  <c:v>-6.0553999999999997E-2</c:v>
                </c:pt>
                <c:pt idx="487">
                  <c:v>-9.7033999999999995E-2</c:v>
                </c:pt>
                <c:pt idx="488">
                  <c:v>-0.25884099999999999</c:v>
                </c:pt>
                <c:pt idx="489">
                  <c:v>-0.162025</c:v>
                </c:pt>
                <c:pt idx="490">
                  <c:v>-9.3840000000000007E-2</c:v>
                </c:pt>
                <c:pt idx="491">
                  <c:v>-8.4268999999999997E-2</c:v>
                </c:pt>
                <c:pt idx="492">
                  <c:v>-0.26113799999999998</c:v>
                </c:pt>
                <c:pt idx="493">
                  <c:v>-0.10535700000000001</c:v>
                </c:pt>
                <c:pt idx="494">
                  <c:v>-0.26142799999999999</c:v>
                </c:pt>
                <c:pt idx="495">
                  <c:v>-0.26335399999999998</c:v>
                </c:pt>
                <c:pt idx="496">
                  <c:v>-0.124455</c:v>
                </c:pt>
                <c:pt idx="497">
                  <c:v>-8.1598000000000004E-2</c:v>
                </c:pt>
                <c:pt idx="498">
                  <c:v>-0.34644900000000001</c:v>
                </c:pt>
                <c:pt idx="499">
                  <c:v>-0.31800699999999998</c:v>
                </c:pt>
                <c:pt idx="500">
                  <c:v>-6.0948000000000002E-2</c:v>
                </c:pt>
                <c:pt idx="501">
                  <c:v>-0.14665600000000001</c:v>
                </c:pt>
                <c:pt idx="502">
                  <c:v>-0.165933</c:v>
                </c:pt>
                <c:pt idx="503">
                  <c:v>-0.24843399999999999</c:v>
                </c:pt>
                <c:pt idx="504">
                  <c:v>-0.29602000000000001</c:v>
                </c:pt>
                <c:pt idx="505">
                  <c:v>-0.15884400000000001</c:v>
                </c:pt>
                <c:pt idx="506">
                  <c:v>-0.21024799999999999</c:v>
                </c:pt>
                <c:pt idx="507">
                  <c:v>-0.21069399999999999</c:v>
                </c:pt>
                <c:pt idx="508">
                  <c:v>-0.120314</c:v>
                </c:pt>
                <c:pt idx="509">
                  <c:v>-0.22184599999999999</c:v>
                </c:pt>
                <c:pt idx="510">
                  <c:v>-0.13529099999999999</c:v>
                </c:pt>
                <c:pt idx="511">
                  <c:v>-0.111302</c:v>
                </c:pt>
                <c:pt idx="512">
                  <c:v>-6.8669999999999995E-2</c:v>
                </c:pt>
                <c:pt idx="513">
                  <c:v>-0.13606199999999999</c:v>
                </c:pt>
                <c:pt idx="514">
                  <c:v>-0.32322899999999999</c:v>
                </c:pt>
                <c:pt idx="515">
                  <c:v>-0.393291</c:v>
                </c:pt>
                <c:pt idx="516">
                  <c:v>-0.135412</c:v>
                </c:pt>
                <c:pt idx="517">
                  <c:v>-0.242059</c:v>
                </c:pt>
                <c:pt idx="518">
                  <c:v>-0.36965999999999999</c:v>
                </c:pt>
                <c:pt idx="519">
                  <c:v>-0.14601900000000001</c:v>
                </c:pt>
                <c:pt idx="520">
                  <c:v>-0.16225700000000001</c:v>
                </c:pt>
                <c:pt idx="521">
                  <c:v>-1.9370999999999999E-2</c:v>
                </c:pt>
                <c:pt idx="522">
                  <c:v>-0.127524</c:v>
                </c:pt>
                <c:pt idx="523">
                  <c:v>-0.109226</c:v>
                </c:pt>
                <c:pt idx="524">
                  <c:v>-8.5744000000000001E-2</c:v>
                </c:pt>
                <c:pt idx="525">
                  <c:v>-0.2445</c:v>
                </c:pt>
                <c:pt idx="526">
                  <c:v>-0.25385200000000002</c:v>
                </c:pt>
                <c:pt idx="527">
                  <c:v>-0.33313599999999999</c:v>
                </c:pt>
                <c:pt idx="528">
                  <c:v>-0.480437</c:v>
                </c:pt>
                <c:pt idx="529">
                  <c:v>-0.20047499999999999</c:v>
                </c:pt>
                <c:pt idx="530">
                  <c:v>-0.38154199999999999</c:v>
                </c:pt>
                <c:pt idx="531">
                  <c:v>-0.39393099999999998</c:v>
                </c:pt>
                <c:pt idx="532">
                  <c:v>-0.24931400000000001</c:v>
                </c:pt>
                <c:pt idx="533">
                  <c:v>-9.7762000000000002E-2</c:v>
                </c:pt>
                <c:pt idx="534">
                  <c:v>-0.27173000000000003</c:v>
                </c:pt>
                <c:pt idx="535">
                  <c:v>-0.22142400000000001</c:v>
                </c:pt>
                <c:pt idx="536">
                  <c:v>-0.109918</c:v>
                </c:pt>
                <c:pt idx="537">
                  <c:v>-6.9705000000000003E-2</c:v>
                </c:pt>
                <c:pt idx="538">
                  <c:v>-0.19684699999999999</c:v>
                </c:pt>
                <c:pt idx="539">
                  <c:v>-0.12978000000000001</c:v>
                </c:pt>
                <c:pt idx="540">
                  <c:v>-0.126332</c:v>
                </c:pt>
                <c:pt idx="541">
                  <c:v>-0.106373</c:v>
                </c:pt>
                <c:pt idx="542">
                  <c:v>-0.152646</c:v>
                </c:pt>
                <c:pt idx="543">
                  <c:v>-0.18731500000000001</c:v>
                </c:pt>
                <c:pt idx="544">
                  <c:v>-0.23562900000000001</c:v>
                </c:pt>
                <c:pt idx="545">
                  <c:v>-0.226853</c:v>
                </c:pt>
                <c:pt idx="546">
                  <c:v>-0.130297</c:v>
                </c:pt>
                <c:pt idx="547">
                  <c:v>-0.17626800000000001</c:v>
                </c:pt>
                <c:pt idx="548">
                  <c:v>-0.243203</c:v>
                </c:pt>
                <c:pt idx="549">
                  <c:v>-0.27095200000000003</c:v>
                </c:pt>
                <c:pt idx="550">
                  <c:v>-9.2495999999999995E-2</c:v>
                </c:pt>
                <c:pt idx="551">
                  <c:v>-0.18590499999999999</c:v>
                </c:pt>
                <c:pt idx="552">
                  <c:v>-0.16494400000000001</c:v>
                </c:pt>
                <c:pt idx="553">
                  <c:v>-0.33122000000000001</c:v>
                </c:pt>
                <c:pt idx="554">
                  <c:v>2.9752000000000001E-2</c:v>
                </c:pt>
                <c:pt idx="555">
                  <c:v>-4.6304999999999999E-2</c:v>
                </c:pt>
                <c:pt idx="556">
                  <c:v>3.418E-3</c:v>
                </c:pt>
                <c:pt idx="557">
                  <c:v>-0.20391999999999999</c:v>
                </c:pt>
                <c:pt idx="558">
                  <c:v>-0.19</c:v>
                </c:pt>
                <c:pt idx="559">
                  <c:v>-0.19125</c:v>
                </c:pt>
                <c:pt idx="560">
                  <c:v>-0.20651600000000001</c:v>
                </c:pt>
                <c:pt idx="561">
                  <c:v>-0.20327600000000001</c:v>
                </c:pt>
                <c:pt idx="562">
                  <c:v>-6.6034999999999996E-2</c:v>
                </c:pt>
                <c:pt idx="563">
                  <c:v>-0.14707999999999999</c:v>
                </c:pt>
                <c:pt idx="564">
                  <c:v>-0.16022700000000001</c:v>
                </c:pt>
                <c:pt idx="565">
                  <c:v>-0.19430900000000001</c:v>
                </c:pt>
                <c:pt idx="566">
                  <c:v>-0.13178100000000001</c:v>
                </c:pt>
                <c:pt idx="567">
                  <c:v>-0.17848600000000001</c:v>
                </c:pt>
                <c:pt idx="568">
                  <c:v>-0.23335400000000001</c:v>
                </c:pt>
                <c:pt idx="569">
                  <c:v>-0.17841499999999999</c:v>
                </c:pt>
                <c:pt idx="570">
                  <c:v>-0.17643300000000001</c:v>
                </c:pt>
                <c:pt idx="571">
                  <c:v>-0.138707</c:v>
                </c:pt>
                <c:pt idx="572">
                  <c:v>-6.5568000000000001E-2</c:v>
                </c:pt>
                <c:pt idx="573">
                  <c:v>-0.119919</c:v>
                </c:pt>
                <c:pt idx="574">
                  <c:v>-6.5178E-2</c:v>
                </c:pt>
                <c:pt idx="575">
                  <c:v>-0.13172900000000001</c:v>
                </c:pt>
                <c:pt idx="576">
                  <c:v>-0.24315200000000001</c:v>
                </c:pt>
                <c:pt idx="577">
                  <c:v>-0.29293000000000002</c:v>
                </c:pt>
                <c:pt idx="578">
                  <c:v>-0.21292</c:v>
                </c:pt>
                <c:pt idx="579">
                  <c:v>-0.121783</c:v>
                </c:pt>
                <c:pt idx="580">
                  <c:v>-0.14921400000000001</c:v>
                </c:pt>
                <c:pt idx="581">
                  <c:v>-0.30941800000000003</c:v>
                </c:pt>
                <c:pt idx="582">
                  <c:v>-0.22425300000000001</c:v>
                </c:pt>
                <c:pt idx="583">
                  <c:v>-0.21850900000000001</c:v>
                </c:pt>
                <c:pt idx="584">
                  <c:v>-0.26604100000000003</c:v>
                </c:pt>
                <c:pt idx="585">
                  <c:v>-0.141043</c:v>
                </c:pt>
                <c:pt idx="586">
                  <c:v>-0.120616</c:v>
                </c:pt>
                <c:pt idx="587">
                  <c:v>-0.114703</c:v>
                </c:pt>
                <c:pt idx="588">
                  <c:v>-0.16963300000000001</c:v>
                </c:pt>
                <c:pt idx="589">
                  <c:v>4.1660999999999997E-2</c:v>
                </c:pt>
                <c:pt idx="590">
                  <c:v>-0.180142</c:v>
                </c:pt>
                <c:pt idx="591">
                  <c:v>-0.35615400000000003</c:v>
                </c:pt>
                <c:pt idx="592">
                  <c:v>-9.7657999999999995E-2</c:v>
                </c:pt>
                <c:pt idx="593">
                  <c:v>-0.102102</c:v>
                </c:pt>
                <c:pt idx="594">
                  <c:v>-0.12074500000000001</c:v>
                </c:pt>
                <c:pt idx="595">
                  <c:v>-8.3055000000000004E-2</c:v>
                </c:pt>
                <c:pt idx="596">
                  <c:v>-0.16342300000000001</c:v>
                </c:pt>
                <c:pt idx="597">
                  <c:v>-0.367174</c:v>
                </c:pt>
                <c:pt idx="598">
                  <c:v>-0.21539700000000001</c:v>
                </c:pt>
                <c:pt idx="599">
                  <c:v>-0.25436700000000001</c:v>
                </c:pt>
                <c:pt idx="600">
                  <c:v>-0.17230799999999999</c:v>
                </c:pt>
                <c:pt idx="601">
                  <c:v>-0.12891900000000001</c:v>
                </c:pt>
                <c:pt idx="602">
                  <c:v>-0.26461000000000001</c:v>
                </c:pt>
                <c:pt idx="603">
                  <c:v>-0.138992</c:v>
                </c:pt>
                <c:pt idx="604">
                  <c:v>-0.13711100000000001</c:v>
                </c:pt>
                <c:pt idx="605">
                  <c:v>-0.18173800000000001</c:v>
                </c:pt>
                <c:pt idx="606">
                  <c:v>-0.14538599999999999</c:v>
                </c:pt>
                <c:pt idx="607">
                  <c:v>-0.19291800000000001</c:v>
                </c:pt>
                <c:pt idx="608">
                  <c:v>4.1758999999999998E-2</c:v>
                </c:pt>
                <c:pt idx="609">
                  <c:v>-0.35415799999999997</c:v>
                </c:pt>
                <c:pt idx="610">
                  <c:v>-0.115274</c:v>
                </c:pt>
                <c:pt idx="611">
                  <c:v>-0.37453700000000001</c:v>
                </c:pt>
                <c:pt idx="612">
                  <c:v>-0.13686599999999999</c:v>
                </c:pt>
                <c:pt idx="613">
                  <c:v>-0.146456</c:v>
                </c:pt>
                <c:pt idx="614">
                  <c:v>-0.19726099999999999</c:v>
                </c:pt>
                <c:pt idx="615">
                  <c:v>-0.142484</c:v>
                </c:pt>
                <c:pt idx="616">
                  <c:v>-0.37020900000000001</c:v>
                </c:pt>
                <c:pt idx="617">
                  <c:v>-0.18071999999999999</c:v>
                </c:pt>
                <c:pt idx="618">
                  <c:v>-0.201104</c:v>
                </c:pt>
                <c:pt idx="619">
                  <c:v>-9.2955999999999997E-2</c:v>
                </c:pt>
                <c:pt idx="620">
                  <c:v>-8.0778000000000003E-2</c:v>
                </c:pt>
                <c:pt idx="621">
                  <c:v>-0.219364</c:v>
                </c:pt>
                <c:pt idx="622">
                  <c:v>-0.11819200000000001</c:v>
                </c:pt>
                <c:pt idx="623">
                  <c:v>-0.13405600000000001</c:v>
                </c:pt>
                <c:pt idx="624">
                  <c:v>-0.21318200000000001</c:v>
                </c:pt>
                <c:pt idx="625">
                  <c:v>-0.1701</c:v>
                </c:pt>
                <c:pt idx="626">
                  <c:v>-0.110609</c:v>
                </c:pt>
                <c:pt idx="627">
                  <c:v>-8.1897999999999999E-2</c:v>
                </c:pt>
                <c:pt idx="628">
                  <c:v>-0.283335</c:v>
                </c:pt>
                <c:pt idx="629">
                  <c:v>-0.28262999999999999</c:v>
                </c:pt>
                <c:pt idx="630">
                  <c:v>-0.34793499999999999</c:v>
                </c:pt>
                <c:pt idx="631">
                  <c:v>6.2389999999999998E-3</c:v>
                </c:pt>
                <c:pt idx="632">
                  <c:v>-0.12637999999999999</c:v>
                </c:pt>
                <c:pt idx="633">
                  <c:v>-0.15592200000000001</c:v>
                </c:pt>
                <c:pt idx="634">
                  <c:v>-0.15802099999999999</c:v>
                </c:pt>
                <c:pt idx="635">
                  <c:v>-0.22009100000000001</c:v>
                </c:pt>
                <c:pt idx="636">
                  <c:v>-0.45870300000000003</c:v>
                </c:pt>
                <c:pt idx="637">
                  <c:v>-0.198514</c:v>
                </c:pt>
                <c:pt idx="638">
                  <c:v>-0.30126900000000001</c:v>
                </c:pt>
                <c:pt idx="639">
                  <c:v>-0.121396</c:v>
                </c:pt>
                <c:pt idx="640">
                  <c:v>-0.14333899999999999</c:v>
                </c:pt>
                <c:pt idx="641">
                  <c:v>-0.13903099999999999</c:v>
                </c:pt>
                <c:pt idx="642">
                  <c:v>-0.32825599999999999</c:v>
                </c:pt>
                <c:pt idx="643">
                  <c:v>-0.12045500000000001</c:v>
                </c:pt>
                <c:pt idx="644">
                  <c:v>-0.11426699999999999</c:v>
                </c:pt>
                <c:pt idx="645">
                  <c:v>-0.11101999999999999</c:v>
                </c:pt>
                <c:pt idx="646">
                  <c:v>-0.19064300000000001</c:v>
                </c:pt>
                <c:pt idx="647">
                  <c:v>-0.27884700000000001</c:v>
                </c:pt>
                <c:pt idx="648">
                  <c:v>-0.11734600000000001</c:v>
                </c:pt>
                <c:pt idx="649">
                  <c:v>-9.9622000000000002E-2</c:v>
                </c:pt>
                <c:pt idx="650">
                  <c:v>-2.8143000000000001E-2</c:v>
                </c:pt>
                <c:pt idx="651">
                  <c:v>-0.25448900000000002</c:v>
                </c:pt>
                <c:pt idx="652">
                  <c:v>-0.19972699999999999</c:v>
                </c:pt>
                <c:pt idx="653">
                  <c:v>-6.7525000000000002E-2</c:v>
                </c:pt>
                <c:pt idx="654">
                  <c:v>-0.24599199999999999</c:v>
                </c:pt>
                <c:pt idx="655">
                  <c:v>-0.23047799999999999</c:v>
                </c:pt>
                <c:pt idx="656">
                  <c:v>-0.110162</c:v>
                </c:pt>
                <c:pt idx="657">
                  <c:v>-0.101548</c:v>
                </c:pt>
                <c:pt idx="658">
                  <c:v>-0.20447000000000001</c:v>
                </c:pt>
                <c:pt idx="659">
                  <c:v>-0.15579000000000001</c:v>
                </c:pt>
                <c:pt idx="660">
                  <c:v>-0.130525</c:v>
                </c:pt>
                <c:pt idx="661">
                  <c:v>-0.129357</c:v>
                </c:pt>
                <c:pt idx="662">
                  <c:v>-7.2645000000000001E-2</c:v>
                </c:pt>
                <c:pt idx="663">
                  <c:v>-0.26568999999999998</c:v>
                </c:pt>
                <c:pt idx="664">
                  <c:v>-0.22478600000000001</c:v>
                </c:pt>
                <c:pt idx="665">
                  <c:v>-0.24987899999999999</c:v>
                </c:pt>
                <c:pt idx="666">
                  <c:v>-0.22364300000000001</c:v>
                </c:pt>
                <c:pt idx="667">
                  <c:v>-0.23927799999999999</c:v>
                </c:pt>
                <c:pt idx="668">
                  <c:v>-0.18593399999999999</c:v>
                </c:pt>
                <c:pt idx="669">
                  <c:v>-0.136128</c:v>
                </c:pt>
                <c:pt idx="670">
                  <c:v>-0.11821</c:v>
                </c:pt>
                <c:pt idx="671">
                  <c:v>-8.4016999999999994E-2</c:v>
                </c:pt>
                <c:pt idx="672">
                  <c:v>-9.8207000000000003E-2</c:v>
                </c:pt>
                <c:pt idx="673">
                  <c:v>-0.25219399999999997</c:v>
                </c:pt>
                <c:pt idx="674">
                  <c:v>-0.19416600000000001</c:v>
                </c:pt>
                <c:pt idx="675">
                  <c:v>-0.13020100000000001</c:v>
                </c:pt>
                <c:pt idx="676">
                  <c:v>-0.116992</c:v>
                </c:pt>
                <c:pt idx="677">
                  <c:v>-0.27337400000000001</c:v>
                </c:pt>
                <c:pt idx="678">
                  <c:v>-0.17450199999999999</c:v>
                </c:pt>
                <c:pt idx="679">
                  <c:v>-0.223192</c:v>
                </c:pt>
                <c:pt idx="680">
                  <c:v>-0.206593</c:v>
                </c:pt>
                <c:pt idx="681">
                  <c:v>-0.12631700000000001</c:v>
                </c:pt>
                <c:pt idx="682">
                  <c:v>-0.304643</c:v>
                </c:pt>
                <c:pt idx="683">
                  <c:v>-9.4546000000000005E-2</c:v>
                </c:pt>
                <c:pt idx="684">
                  <c:v>-0.15504499999999999</c:v>
                </c:pt>
                <c:pt idx="685">
                  <c:v>-7.5122999999999995E-2</c:v>
                </c:pt>
                <c:pt idx="686">
                  <c:v>-0.25956699999999999</c:v>
                </c:pt>
                <c:pt idx="687">
                  <c:v>-0.13398099999999999</c:v>
                </c:pt>
                <c:pt idx="688">
                  <c:v>-0.17705799999999999</c:v>
                </c:pt>
                <c:pt idx="689">
                  <c:v>-0.14554400000000001</c:v>
                </c:pt>
                <c:pt idx="690">
                  <c:v>-5.1235999999999997E-2</c:v>
                </c:pt>
                <c:pt idx="691">
                  <c:v>-0.12260500000000001</c:v>
                </c:pt>
                <c:pt idx="692">
                  <c:v>-0.19134799999999999</c:v>
                </c:pt>
                <c:pt idx="693">
                  <c:v>-0.13908499999999999</c:v>
                </c:pt>
                <c:pt idx="694">
                  <c:v>-0.18606400000000001</c:v>
                </c:pt>
                <c:pt idx="695">
                  <c:v>-0.216253</c:v>
                </c:pt>
                <c:pt idx="696">
                  <c:v>-7.1138999999999994E-2</c:v>
                </c:pt>
                <c:pt idx="697">
                  <c:v>-1.5942000000000001E-2</c:v>
                </c:pt>
                <c:pt idx="698">
                  <c:v>-6.9942000000000004E-2</c:v>
                </c:pt>
                <c:pt idx="699">
                  <c:v>-7.0691000000000004E-2</c:v>
                </c:pt>
                <c:pt idx="700">
                  <c:v>-0.22248599999999999</c:v>
                </c:pt>
                <c:pt idx="701">
                  <c:v>-0.12996199999999999</c:v>
                </c:pt>
                <c:pt idx="702">
                  <c:v>-0.18751799999999999</c:v>
                </c:pt>
                <c:pt idx="703">
                  <c:v>-0.187751</c:v>
                </c:pt>
                <c:pt idx="704">
                  <c:v>-0.23843700000000001</c:v>
                </c:pt>
                <c:pt idx="705">
                  <c:v>-7.2289999999999993E-2</c:v>
                </c:pt>
                <c:pt idx="706">
                  <c:v>-0.19900300000000001</c:v>
                </c:pt>
                <c:pt idx="707">
                  <c:v>-0.17366599999999999</c:v>
                </c:pt>
                <c:pt idx="708">
                  <c:v>-9.1056999999999999E-2</c:v>
                </c:pt>
                <c:pt idx="709">
                  <c:v>-5.0559E-2</c:v>
                </c:pt>
                <c:pt idx="710">
                  <c:v>-0.102352</c:v>
                </c:pt>
                <c:pt idx="711">
                  <c:v>-0.183445</c:v>
                </c:pt>
                <c:pt idx="712">
                  <c:v>-0.28127400000000002</c:v>
                </c:pt>
                <c:pt idx="713">
                  <c:v>-0.180397</c:v>
                </c:pt>
                <c:pt idx="714">
                  <c:v>-0.40351799999999999</c:v>
                </c:pt>
                <c:pt idx="715">
                  <c:v>-0.306809</c:v>
                </c:pt>
                <c:pt idx="716">
                  <c:v>-9.6268000000000006E-2</c:v>
                </c:pt>
                <c:pt idx="717">
                  <c:v>-0.16947599999999999</c:v>
                </c:pt>
                <c:pt idx="718">
                  <c:v>-0.11734</c:v>
                </c:pt>
                <c:pt idx="719">
                  <c:v>-0.36943900000000002</c:v>
                </c:pt>
                <c:pt idx="720">
                  <c:v>-0.12189899999999999</c:v>
                </c:pt>
                <c:pt idx="721">
                  <c:v>-7.3939000000000005E-2</c:v>
                </c:pt>
                <c:pt idx="722">
                  <c:v>2.14E-4</c:v>
                </c:pt>
                <c:pt idx="723">
                  <c:v>2.8306999999999999E-2</c:v>
                </c:pt>
                <c:pt idx="724">
                  <c:v>-4.3784000000000003E-2</c:v>
                </c:pt>
                <c:pt idx="725">
                  <c:v>-0.23483299999999999</c:v>
                </c:pt>
                <c:pt idx="726">
                  <c:v>-0.143232</c:v>
                </c:pt>
                <c:pt idx="727">
                  <c:v>-0.38419399999999998</c:v>
                </c:pt>
                <c:pt idx="728">
                  <c:v>-9.7934999999999994E-2</c:v>
                </c:pt>
                <c:pt idx="729">
                  <c:v>-0.13994100000000001</c:v>
                </c:pt>
                <c:pt idx="730">
                  <c:v>-0.121501</c:v>
                </c:pt>
                <c:pt idx="731">
                  <c:v>-8.8275000000000006E-2</c:v>
                </c:pt>
                <c:pt idx="732">
                  <c:v>-5.8821999999999999E-2</c:v>
                </c:pt>
                <c:pt idx="733">
                  <c:v>-0.27173199999999997</c:v>
                </c:pt>
                <c:pt idx="734">
                  <c:v>-0.22348799999999999</c:v>
                </c:pt>
                <c:pt idx="735">
                  <c:v>-2.1991E-2</c:v>
                </c:pt>
                <c:pt idx="736">
                  <c:v>-0.166966</c:v>
                </c:pt>
                <c:pt idx="737">
                  <c:v>-0.165572</c:v>
                </c:pt>
                <c:pt idx="738">
                  <c:v>-0.21468699999999999</c:v>
                </c:pt>
                <c:pt idx="739">
                  <c:v>-0.322764</c:v>
                </c:pt>
                <c:pt idx="740">
                  <c:v>-0.33706199999999997</c:v>
                </c:pt>
                <c:pt idx="741">
                  <c:v>-0.11855300000000001</c:v>
                </c:pt>
                <c:pt idx="742">
                  <c:v>-0.200353</c:v>
                </c:pt>
                <c:pt idx="743">
                  <c:v>-0.200325</c:v>
                </c:pt>
                <c:pt idx="744">
                  <c:v>-0.15154000000000001</c:v>
                </c:pt>
                <c:pt idx="745">
                  <c:v>-0.32367400000000002</c:v>
                </c:pt>
                <c:pt idx="746">
                  <c:v>7.6252E-2</c:v>
                </c:pt>
                <c:pt idx="747">
                  <c:v>1.1395000000000001E-2</c:v>
                </c:pt>
                <c:pt idx="748">
                  <c:v>-6.0662000000000001E-2</c:v>
                </c:pt>
                <c:pt idx="749">
                  <c:v>-0.111139</c:v>
                </c:pt>
                <c:pt idx="750">
                  <c:v>-4.5068999999999998E-2</c:v>
                </c:pt>
                <c:pt idx="751">
                  <c:v>-0.247673</c:v>
                </c:pt>
                <c:pt idx="752">
                  <c:v>-0.217275</c:v>
                </c:pt>
                <c:pt idx="753">
                  <c:v>-0.200512</c:v>
                </c:pt>
                <c:pt idx="754">
                  <c:v>-0.137208</c:v>
                </c:pt>
                <c:pt idx="755">
                  <c:v>-9.4417000000000001E-2</c:v>
                </c:pt>
                <c:pt idx="756">
                  <c:v>-8.9539999999999995E-2</c:v>
                </c:pt>
                <c:pt idx="757">
                  <c:v>-0.115726</c:v>
                </c:pt>
                <c:pt idx="758">
                  <c:v>-0.164358</c:v>
                </c:pt>
                <c:pt idx="759">
                  <c:v>-0.31874999999999998</c:v>
                </c:pt>
                <c:pt idx="760">
                  <c:v>-0.13483200000000001</c:v>
                </c:pt>
                <c:pt idx="761">
                  <c:v>-0.306865</c:v>
                </c:pt>
                <c:pt idx="762">
                  <c:v>-0.18398200000000001</c:v>
                </c:pt>
                <c:pt idx="763">
                  <c:v>-0.29060000000000002</c:v>
                </c:pt>
                <c:pt idx="764">
                  <c:v>-7.7490000000000003E-2</c:v>
                </c:pt>
                <c:pt idx="765">
                  <c:v>-0.22214100000000001</c:v>
                </c:pt>
                <c:pt idx="766">
                  <c:v>-0.156916</c:v>
                </c:pt>
                <c:pt idx="767">
                  <c:v>-0.32163399999999998</c:v>
                </c:pt>
                <c:pt idx="768">
                  <c:v>-3.4287999999999999E-2</c:v>
                </c:pt>
                <c:pt idx="769">
                  <c:v>-0.12651499999999999</c:v>
                </c:pt>
                <c:pt idx="770">
                  <c:v>-0.139237</c:v>
                </c:pt>
                <c:pt idx="771">
                  <c:v>-0.26133000000000001</c:v>
                </c:pt>
                <c:pt idx="772">
                  <c:v>-0.132353</c:v>
                </c:pt>
                <c:pt idx="773">
                  <c:v>-0.12009300000000001</c:v>
                </c:pt>
                <c:pt idx="774">
                  <c:v>-2.4448000000000001E-2</c:v>
                </c:pt>
                <c:pt idx="775">
                  <c:v>-6.7431000000000005E-2</c:v>
                </c:pt>
                <c:pt idx="776">
                  <c:v>-0.41330499999999998</c:v>
                </c:pt>
                <c:pt idx="777">
                  <c:v>-0.44537700000000002</c:v>
                </c:pt>
                <c:pt idx="778">
                  <c:v>-0.26043300000000003</c:v>
                </c:pt>
                <c:pt idx="779">
                  <c:v>-0.28884700000000002</c:v>
                </c:pt>
                <c:pt idx="780">
                  <c:v>-8.9258000000000004E-2</c:v>
                </c:pt>
                <c:pt idx="781">
                  <c:v>-0.29805199999999998</c:v>
                </c:pt>
                <c:pt idx="782">
                  <c:v>-0.33811400000000003</c:v>
                </c:pt>
                <c:pt idx="783">
                  <c:v>-0.163378</c:v>
                </c:pt>
                <c:pt idx="784">
                  <c:v>-0.20385500000000001</c:v>
                </c:pt>
                <c:pt idx="785">
                  <c:v>-0.25457099999999999</c:v>
                </c:pt>
                <c:pt idx="786">
                  <c:v>-0.32944000000000001</c:v>
                </c:pt>
                <c:pt idx="787">
                  <c:v>-0.24936700000000001</c:v>
                </c:pt>
                <c:pt idx="788">
                  <c:v>-0.18370600000000001</c:v>
                </c:pt>
                <c:pt idx="789">
                  <c:v>-7.1540999999999993E-2</c:v>
                </c:pt>
                <c:pt idx="790">
                  <c:v>-3.6899000000000001E-2</c:v>
                </c:pt>
                <c:pt idx="791">
                  <c:v>-6.5534999999999996E-2</c:v>
                </c:pt>
                <c:pt idx="792">
                  <c:v>-0.108501</c:v>
                </c:pt>
                <c:pt idx="793">
                  <c:v>-0.34444200000000003</c:v>
                </c:pt>
                <c:pt idx="794">
                  <c:v>-0.137796</c:v>
                </c:pt>
                <c:pt idx="795">
                  <c:v>-0.161028</c:v>
                </c:pt>
                <c:pt idx="796">
                  <c:v>-0.329791</c:v>
                </c:pt>
                <c:pt idx="797">
                  <c:v>-0.43942999999999999</c:v>
                </c:pt>
                <c:pt idx="798">
                  <c:v>-0.24209800000000001</c:v>
                </c:pt>
                <c:pt idx="799">
                  <c:v>-0.215369</c:v>
                </c:pt>
                <c:pt idx="800">
                  <c:v>-0.303707</c:v>
                </c:pt>
                <c:pt idx="801">
                  <c:v>-0.26680100000000001</c:v>
                </c:pt>
                <c:pt idx="802">
                  <c:v>-8.4362999999999994E-2</c:v>
                </c:pt>
                <c:pt idx="803">
                  <c:v>-0.159246</c:v>
                </c:pt>
                <c:pt idx="804">
                  <c:v>-0.10480299999999999</c:v>
                </c:pt>
                <c:pt idx="805">
                  <c:v>-8.5033999999999998E-2</c:v>
                </c:pt>
                <c:pt idx="806">
                  <c:v>-0.188114</c:v>
                </c:pt>
                <c:pt idx="807">
                  <c:v>-0.123586</c:v>
                </c:pt>
                <c:pt idx="808">
                  <c:v>-0.164932</c:v>
                </c:pt>
                <c:pt idx="809">
                  <c:v>-0.13502700000000001</c:v>
                </c:pt>
                <c:pt idx="810">
                  <c:v>-0.187475</c:v>
                </c:pt>
                <c:pt idx="811">
                  <c:v>-0.324349</c:v>
                </c:pt>
                <c:pt idx="812">
                  <c:v>-0.13216800000000001</c:v>
                </c:pt>
                <c:pt idx="813">
                  <c:v>-0.10305400000000001</c:v>
                </c:pt>
                <c:pt idx="814">
                  <c:v>-0.15493000000000001</c:v>
                </c:pt>
                <c:pt idx="815">
                  <c:v>-0.35936200000000001</c:v>
                </c:pt>
                <c:pt idx="816">
                  <c:v>-0.35212700000000002</c:v>
                </c:pt>
                <c:pt idx="817">
                  <c:v>-0.15606999999999999</c:v>
                </c:pt>
                <c:pt idx="818">
                  <c:v>-0.257351</c:v>
                </c:pt>
                <c:pt idx="819">
                  <c:v>-0.22067899999999999</c:v>
                </c:pt>
                <c:pt idx="820">
                  <c:v>-0.24083099999999999</c:v>
                </c:pt>
                <c:pt idx="821">
                  <c:v>-0.12080100000000001</c:v>
                </c:pt>
                <c:pt idx="822">
                  <c:v>-0.27579700000000001</c:v>
                </c:pt>
                <c:pt idx="823">
                  <c:v>-2.6426000000000002E-2</c:v>
                </c:pt>
                <c:pt idx="824">
                  <c:v>-5.6925999999999997E-2</c:v>
                </c:pt>
                <c:pt idx="825">
                  <c:v>-0.26038800000000001</c:v>
                </c:pt>
                <c:pt idx="826">
                  <c:v>-0.102504</c:v>
                </c:pt>
                <c:pt idx="827">
                  <c:v>-0.28510600000000003</c:v>
                </c:pt>
                <c:pt idx="828">
                  <c:v>-0.19453300000000001</c:v>
                </c:pt>
                <c:pt idx="829">
                  <c:v>-0.17064799999999999</c:v>
                </c:pt>
                <c:pt idx="830">
                  <c:v>-0.26848699999999998</c:v>
                </c:pt>
                <c:pt idx="831">
                  <c:v>-0.21645500000000001</c:v>
                </c:pt>
                <c:pt idx="832">
                  <c:v>-0.30792999999999998</c:v>
                </c:pt>
                <c:pt idx="833">
                  <c:v>-0.174428</c:v>
                </c:pt>
                <c:pt idx="834">
                  <c:v>-0.10678799999999999</c:v>
                </c:pt>
                <c:pt idx="835">
                  <c:v>-0.15662100000000001</c:v>
                </c:pt>
                <c:pt idx="836">
                  <c:v>-0.22103</c:v>
                </c:pt>
                <c:pt idx="837">
                  <c:v>-8.8481000000000004E-2</c:v>
                </c:pt>
                <c:pt idx="838">
                  <c:v>-0.101928</c:v>
                </c:pt>
                <c:pt idx="839">
                  <c:v>-0.204264</c:v>
                </c:pt>
                <c:pt idx="840">
                  <c:v>-7.1510000000000004E-2</c:v>
                </c:pt>
                <c:pt idx="841">
                  <c:v>-0.20962900000000001</c:v>
                </c:pt>
                <c:pt idx="842">
                  <c:v>-0.19222</c:v>
                </c:pt>
                <c:pt idx="843">
                  <c:v>-0.161664</c:v>
                </c:pt>
                <c:pt idx="844">
                  <c:v>-0.36472100000000002</c:v>
                </c:pt>
                <c:pt idx="845">
                  <c:v>-0.38161400000000001</c:v>
                </c:pt>
                <c:pt idx="846">
                  <c:v>-0.111259</c:v>
                </c:pt>
                <c:pt idx="847">
                  <c:v>-0.32979900000000001</c:v>
                </c:pt>
                <c:pt idx="848">
                  <c:v>-0.29798799999999998</c:v>
                </c:pt>
                <c:pt idx="849">
                  <c:v>-0.12890399999999999</c:v>
                </c:pt>
                <c:pt idx="850">
                  <c:v>-0.26641100000000001</c:v>
                </c:pt>
                <c:pt idx="851">
                  <c:v>-0.17804300000000001</c:v>
                </c:pt>
                <c:pt idx="852">
                  <c:v>-0.24678800000000001</c:v>
                </c:pt>
                <c:pt idx="853">
                  <c:v>-0.12189899999999999</c:v>
                </c:pt>
                <c:pt idx="854">
                  <c:v>-0.288082</c:v>
                </c:pt>
                <c:pt idx="855">
                  <c:v>-0.117923</c:v>
                </c:pt>
                <c:pt idx="856">
                  <c:v>-0.19733300000000001</c:v>
                </c:pt>
                <c:pt idx="857">
                  <c:v>-0.13420499999999999</c:v>
                </c:pt>
                <c:pt idx="858">
                  <c:v>-0.18251300000000001</c:v>
                </c:pt>
                <c:pt idx="859">
                  <c:v>-0.209927</c:v>
                </c:pt>
                <c:pt idx="860">
                  <c:v>-0.20097599999999999</c:v>
                </c:pt>
                <c:pt idx="861">
                  <c:v>-0.134796</c:v>
                </c:pt>
                <c:pt idx="862">
                  <c:v>-0.16614200000000001</c:v>
                </c:pt>
                <c:pt idx="863">
                  <c:v>-8.8086999999999999E-2</c:v>
                </c:pt>
                <c:pt idx="864">
                  <c:v>-0.26169199999999998</c:v>
                </c:pt>
                <c:pt idx="865">
                  <c:v>-0.157221</c:v>
                </c:pt>
                <c:pt idx="866">
                  <c:v>-0.28354000000000001</c:v>
                </c:pt>
                <c:pt idx="867">
                  <c:v>-0.36926500000000001</c:v>
                </c:pt>
                <c:pt idx="868">
                  <c:v>-0.17505399999999999</c:v>
                </c:pt>
                <c:pt idx="869">
                  <c:v>-0.109253</c:v>
                </c:pt>
                <c:pt idx="870">
                  <c:v>-6.0007999999999999E-2</c:v>
                </c:pt>
                <c:pt idx="871">
                  <c:v>-0.14802000000000001</c:v>
                </c:pt>
                <c:pt idx="872">
                  <c:v>-0.114874</c:v>
                </c:pt>
                <c:pt idx="873">
                  <c:v>-0.21737000000000001</c:v>
                </c:pt>
                <c:pt idx="874">
                  <c:v>-0.22783200000000001</c:v>
                </c:pt>
                <c:pt idx="875">
                  <c:v>-0.33850599999999997</c:v>
                </c:pt>
                <c:pt idx="876">
                  <c:v>-0.35422999999999999</c:v>
                </c:pt>
                <c:pt idx="877">
                  <c:v>-0.32110899999999998</c:v>
                </c:pt>
                <c:pt idx="878">
                  <c:v>-0.14094300000000001</c:v>
                </c:pt>
                <c:pt idx="879">
                  <c:v>-0.142211</c:v>
                </c:pt>
                <c:pt idx="880">
                  <c:v>-0.19997799999999999</c:v>
                </c:pt>
                <c:pt idx="881">
                  <c:v>-5.6021000000000001E-2</c:v>
                </c:pt>
                <c:pt idx="882">
                  <c:v>-7.3369000000000004E-2</c:v>
                </c:pt>
                <c:pt idx="883">
                  <c:v>-3.1628000000000003E-2</c:v>
                </c:pt>
                <c:pt idx="884">
                  <c:v>-0.39815899999999999</c:v>
                </c:pt>
                <c:pt idx="885">
                  <c:v>-0.37865900000000002</c:v>
                </c:pt>
                <c:pt idx="886">
                  <c:v>-0.30497999999999997</c:v>
                </c:pt>
                <c:pt idx="887">
                  <c:v>-0.186443</c:v>
                </c:pt>
                <c:pt idx="888">
                  <c:v>-0.12091</c:v>
                </c:pt>
                <c:pt idx="889">
                  <c:v>-0.16613</c:v>
                </c:pt>
                <c:pt idx="890">
                  <c:v>-0.109156</c:v>
                </c:pt>
                <c:pt idx="891">
                  <c:v>-0.16028999999999999</c:v>
                </c:pt>
                <c:pt idx="892">
                  <c:v>-5.7084000000000003E-2</c:v>
                </c:pt>
                <c:pt idx="893">
                  <c:v>-0.117121</c:v>
                </c:pt>
                <c:pt idx="894">
                  <c:v>-4.8528000000000002E-2</c:v>
                </c:pt>
                <c:pt idx="895">
                  <c:v>-0.142758</c:v>
                </c:pt>
                <c:pt idx="896">
                  <c:v>-8.1941E-2</c:v>
                </c:pt>
                <c:pt idx="897">
                  <c:v>-0.35086000000000001</c:v>
                </c:pt>
                <c:pt idx="898">
                  <c:v>-0.19756199999999999</c:v>
                </c:pt>
                <c:pt idx="899">
                  <c:v>-0.32901900000000001</c:v>
                </c:pt>
                <c:pt idx="900">
                  <c:v>-0.38693699999999998</c:v>
                </c:pt>
                <c:pt idx="901">
                  <c:v>-0.11225400000000001</c:v>
                </c:pt>
                <c:pt idx="902">
                  <c:v>-0.15943199999999999</c:v>
                </c:pt>
                <c:pt idx="903">
                  <c:v>-0.116686</c:v>
                </c:pt>
                <c:pt idx="904">
                  <c:v>-0.17232900000000001</c:v>
                </c:pt>
                <c:pt idx="905">
                  <c:v>-9.0995000000000006E-2</c:v>
                </c:pt>
                <c:pt idx="906">
                  <c:v>-0.23008300000000001</c:v>
                </c:pt>
                <c:pt idx="907">
                  <c:v>-0.170983</c:v>
                </c:pt>
                <c:pt idx="908">
                  <c:v>-0.33502700000000002</c:v>
                </c:pt>
                <c:pt idx="909">
                  <c:v>-0.33325900000000003</c:v>
                </c:pt>
                <c:pt idx="910">
                  <c:v>-0.35032999999999997</c:v>
                </c:pt>
                <c:pt idx="911">
                  <c:v>-0.36530400000000002</c:v>
                </c:pt>
                <c:pt idx="912">
                  <c:v>-0.246589</c:v>
                </c:pt>
                <c:pt idx="913">
                  <c:v>-0.115813</c:v>
                </c:pt>
                <c:pt idx="914">
                  <c:v>-0.31859999999999999</c:v>
                </c:pt>
                <c:pt idx="915">
                  <c:v>-0.31120100000000001</c:v>
                </c:pt>
                <c:pt idx="916">
                  <c:v>-0.12223100000000001</c:v>
                </c:pt>
                <c:pt idx="917">
                  <c:v>-8.6716000000000001E-2</c:v>
                </c:pt>
                <c:pt idx="918">
                  <c:v>-0.29778700000000002</c:v>
                </c:pt>
                <c:pt idx="919">
                  <c:v>-0.13492899999999999</c:v>
                </c:pt>
                <c:pt idx="920">
                  <c:v>-8.0883999999999998E-2</c:v>
                </c:pt>
                <c:pt idx="921">
                  <c:v>-6.0852000000000003E-2</c:v>
                </c:pt>
                <c:pt idx="922">
                  <c:v>-0.13119400000000001</c:v>
                </c:pt>
                <c:pt idx="923">
                  <c:v>-0.124599</c:v>
                </c:pt>
                <c:pt idx="924">
                  <c:v>-0.19334999999999999</c:v>
                </c:pt>
                <c:pt idx="925">
                  <c:v>-0.152808</c:v>
                </c:pt>
                <c:pt idx="926">
                  <c:v>-8.4527000000000005E-2</c:v>
                </c:pt>
                <c:pt idx="927">
                  <c:v>-0.10246</c:v>
                </c:pt>
                <c:pt idx="928">
                  <c:v>-0.164046</c:v>
                </c:pt>
                <c:pt idx="929">
                  <c:v>-0.28337899999999999</c:v>
                </c:pt>
                <c:pt idx="930">
                  <c:v>-0.173571</c:v>
                </c:pt>
                <c:pt idx="931">
                  <c:v>-0.359987</c:v>
                </c:pt>
                <c:pt idx="932">
                  <c:v>-0.31098100000000001</c:v>
                </c:pt>
                <c:pt idx="933">
                  <c:v>-0.32355800000000001</c:v>
                </c:pt>
                <c:pt idx="934">
                  <c:v>-0.300321</c:v>
                </c:pt>
                <c:pt idx="935">
                  <c:v>-0.27296500000000001</c:v>
                </c:pt>
                <c:pt idx="936">
                  <c:v>-0.29743799999999998</c:v>
                </c:pt>
                <c:pt idx="937">
                  <c:v>-0.26641799999999999</c:v>
                </c:pt>
                <c:pt idx="938">
                  <c:v>-0.26186799999999999</c:v>
                </c:pt>
                <c:pt idx="939">
                  <c:v>-0.22806000000000001</c:v>
                </c:pt>
                <c:pt idx="940">
                  <c:v>-0.198828</c:v>
                </c:pt>
                <c:pt idx="941">
                  <c:v>-0.44226799999999999</c:v>
                </c:pt>
                <c:pt idx="942">
                  <c:v>-0.12078899999999999</c:v>
                </c:pt>
                <c:pt idx="943">
                  <c:v>-5.2011000000000002E-2</c:v>
                </c:pt>
                <c:pt idx="944">
                  <c:v>-0.25578699999999999</c:v>
                </c:pt>
                <c:pt idx="945">
                  <c:v>-0.109724</c:v>
                </c:pt>
                <c:pt idx="946">
                  <c:v>-0.14180699999999999</c:v>
                </c:pt>
                <c:pt idx="947">
                  <c:v>-0.307948</c:v>
                </c:pt>
                <c:pt idx="948">
                  <c:v>-0.24312400000000001</c:v>
                </c:pt>
                <c:pt idx="949">
                  <c:v>-0.21407499999999999</c:v>
                </c:pt>
                <c:pt idx="950">
                  <c:v>-0.105893</c:v>
                </c:pt>
                <c:pt idx="951">
                  <c:v>-0.27853</c:v>
                </c:pt>
                <c:pt idx="952">
                  <c:v>-0.24141399999999999</c:v>
                </c:pt>
                <c:pt idx="953">
                  <c:v>-0.13644999999999999</c:v>
                </c:pt>
                <c:pt idx="954">
                  <c:v>-0.108032</c:v>
                </c:pt>
                <c:pt idx="955">
                  <c:v>-0.20544799999999999</c:v>
                </c:pt>
                <c:pt idx="956">
                  <c:v>-0.28997200000000001</c:v>
                </c:pt>
                <c:pt idx="957">
                  <c:v>-8.1800999999999999E-2</c:v>
                </c:pt>
                <c:pt idx="958">
                  <c:v>-0.25318099999999999</c:v>
                </c:pt>
                <c:pt idx="959">
                  <c:v>-0.34444200000000003</c:v>
                </c:pt>
                <c:pt idx="960">
                  <c:v>-0.25801400000000002</c:v>
                </c:pt>
                <c:pt idx="961">
                  <c:v>-0.27226499999999998</c:v>
                </c:pt>
                <c:pt idx="962">
                  <c:v>-0.15709500000000001</c:v>
                </c:pt>
                <c:pt idx="963">
                  <c:v>-7.7937999999999993E-2</c:v>
                </c:pt>
                <c:pt idx="964">
                  <c:v>-0.18887499999999999</c:v>
                </c:pt>
                <c:pt idx="965">
                  <c:v>-0.32242500000000002</c:v>
                </c:pt>
                <c:pt idx="966">
                  <c:v>-0.19947000000000001</c:v>
                </c:pt>
                <c:pt idx="967">
                  <c:v>-0.30193700000000001</c:v>
                </c:pt>
                <c:pt idx="968">
                  <c:v>-0.117549</c:v>
                </c:pt>
                <c:pt idx="969">
                  <c:v>-0.136929</c:v>
                </c:pt>
                <c:pt idx="970">
                  <c:v>-7.0546999999999999E-2</c:v>
                </c:pt>
                <c:pt idx="971">
                  <c:v>-0.23458799999999999</c:v>
                </c:pt>
                <c:pt idx="972">
                  <c:v>-7.9445000000000002E-2</c:v>
                </c:pt>
                <c:pt idx="973">
                  <c:v>-0.12052</c:v>
                </c:pt>
                <c:pt idx="974">
                  <c:v>-8.7193000000000007E-2</c:v>
                </c:pt>
                <c:pt idx="975">
                  <c:v>-0.17916499999999999</c:v>
                </c:pt>
                <c:pt idx="976">
                  <c:v>-0.17482</c:v>
                </c:pt>
                <c:pt idx="977">
                  <c:v>-0.28364400000000001</c:v>
                </c:pt>
                <c:pt idx="978">
                  <c:v>-3.0321000000000001E-2</c:v>
                </c:pt>
                <c:pt idx="979">
                  <c:v>-0.18554499999999999</c:v>
                </c:pt>
                <c:pt idx="980">
                  <c:v>-0.13972599999999999</c:v>
                </c:pt>
                <c:pt idx="981">
                  <c:v>-0.17674699999999999</c:v>
                </c:pt>
                <c:pt idx="982">
                  <c:v>-0.12403400000000001</c:v>
                </c:pt>
                <c:pt idx="983">
                  <c:v>-0.21030599999999999</c:v>
                </c:pt>
                <c:pt idx="984">
                  <c:v>-0.380019</c:v>
                </c:pt>
                <c:pt idx="985">
                  <c:v>-0.33029599999999998</c:v>
                </c:pt>
                <c:pt idx="986">
                  <c:v>-0.363236</c:v>
                </c:pt>
                <c:pt idx="987">
                  <c:v>-0.29437799999999997</c:v>
                </c:pt>
                <c:pt idx="988">
                  <c:v>-0.22675500000000001</c:v>
                </c:pt>
                <c:pt idx="989">
                  <c:v>-0.21476999999999999</c:v>
                </c:pt>
                <c:pt idx="990">
                  <c:v>-0.18787799999999999</c:v>
                </c:pt>
                <c:pt idx="991">
                  <c:v>-0.113876</c:v>
                </c:pt>
                <c:pt idx="992">
                  <c:v>-0.21099899999999999</c:v>
                </c:pt>
                <c:pt idx="993">
                  <c:v>-0.161163</c:v>
                </c:pt>
                <c:pt idx="994">
                  <c:v>-0.11749</c:v>
                </c:pt>
                <c:pt idx="995">
                  <c:v>-0.184695</c:v>
                </c:pt>
                <c:pt idx="996">
                  <c:v>-0.106282</c:v>
                </c:pt>
                <c:pt idx="997">
                  <c:v>-0.12905</c:v>
                </c:pt>
                <c:pt idx="998">
                  <c:v>-0.15588199999999999</c:v>
                </c:pt>
                <c:pt idx="999">
                  <c:v>-0.12808</c:v>
                </c:pt>
                <c:pt idx="1000">
                  <c:v>-0.165213</c:v>
                </c:pt>
                <c:pt idx="1001">
                  <c:v>-0.14524500000000001</c:v>
                </c:pt>
                <c:pt idx="1002">
                  <c:v>-0.28863899999999998</c:v>
                </c:pt>
                <c:pt idx="1003">
                  <c:v>-0.128775</c:v>
                </c:pt>
                <c:pt idx="1004">
                  <c:v>-0.19722500000000001</c:v>
                </c:pt>
                <c:pt idx="1005">
                  <c:v>-0.22059899999999999</c:v>
                </c:pt>
                <c:pt idx="1006">
                  <c:v>-0.344331</c:v>
                </c:pt>
                <c:pt idx="1007">
                  <c:v>-0.152698</c:v>
                </c:pt>
                <c:pt idx="1008">
                  <c:v>-7.0656999999999998E-2</c:v>
                </c:pt>
                <c:pt idx="1009">
                  <c:v>-0.27909</c:v>
                </c:pt>
                <c:pt idx="1010">
                  <c:v>-0.13822000000000001</c:v>
                </c:pt>
                <c:pt idx="1011">
                  <c:v>-0.35718499999999997</c:v>
                </c:pt>
                <c:pt idx="1012">
                  <c:v>-5.5312E-2</c:v>
                </c:pt>
                <c:pt idx="1013">
                  <c:v>-0.18627099999999999</c:v>
                </c:pt>
                <c:pt idx="1014">
                  <c:v>-0.106168</c:v>
                </c:pt>
                <c:pt idx="1015">
                  <c:v>-0.33185199999999998</c:v>
                </c:pt>
                <c:pt idx="1016">
                  <c:v>-0.374581</c:v>
                </c:pt>
                <c:pt idx="1017">
                  <c:v>-0.35907899999999998</c:v>
                </c:pt>
                <c:pt idx="1018">
                  <c:v>-0.15390599999999999</c:v>
                </c:pt>
                <c:pt idx="1019">
                  <c:v>-0.29123500000000002</c:v>
                </c:pt>
                <c:pt idx="1020">
                  <c:v>-0.15897900000000001</c:v>
                </c:pt>
                <c:pt idx="1021">
                  <c:v>-0.111456</c:v>
                </c:pt>
                <c:pt idx="1022">
                  <c:v>-0.161775</c:v>
                </c:pt>
                <c:pt idx="1023">
                  <c:v>-0.25381599999999999</c:v>
                </c:pt>
                <c:pt idx="1024">
                  <c:v>-0.27829900000000002</c:v>
                </c:pt>
                <c:pt idx="1025">
                  <c:v>-0.27249299999999999</c:v>
                </c:pt>
                <c:pt idx="1026">
                  <c:v>-0.11706</c:v>
                </c:pt>
                <c:pt idx="1027">
                  <c:v>-0.16675300000000001</c:v>
                </c:pt>
                <c:pt idx="1028">
                  <c:v>-0.17465800000000001</c:v>
                </c:pt>
                <c:pt idx="1029">
                  <c:v>-0.135098</c:v>
                </c:pt>
                <c:pt idx="1030">
                  <c:v>-0.286638</c:v>
                </c:pt>
                <c:pt idx="1031">
                  <c:v>-0.24504899999999999</c:v>
                </c:pt>
                <c:pt idx="1032">
                  <c:v>-0.334897</c:v>
                </c:pt>
                <c:pt idx="1033">
                  <c:v>-8.4297999999999998E-2</c:v>
                </c:pt>
                <c:pt idx="1034">
                  <c:v>-0.30893900000000002</c:v>
                </c:pt>
                <c:pt idx="1035">
                  <c:v>-0.30921100000000001</c:v>
                </c:pt>
                <c:pt idx="1036">
                  <c:v>-0.228822</c:v>
                </c:pt>
                <c:pt idx="1037">
                  <c:v>-0.17932999999999999</c:v>
                </c:pt>
                <c:pt idx="1038">
                  <c:v>-0.44431999999999999</c:v>
                </c:pt>
                <c:pt idx="1039">
                  <c:v>-0.328926</c:v>
                </c:pt>
                <c:pt idx="1040">
                  <c:v>-0.3241</c:v>
                </c:pt>
                <c:pt idx="1041">
                  <c:v>-0.264152</c:v>
                </c:pt>
                <c:pt idx="1042">
                  <c:v>-0.242365</c:v>
                </c:pt>
                <c:pt idx="1043">
                  <c:v>-0.30306300000000003</c:v>
                </c:pt>
                <c:pt idx="1044">
                  <c:v>-0.26777400000000001</c:v>
                </c:pt>
                <c:pt idx="1045">
                  <c:v>-0.25526399999999999</c:v>
                </c:pt>
                <c:pt idx="1046">
                  <c:v>-0.37501200000000001</c:v>
                </c:pt>
                <c:pt idx="1047">
                  <c:v>-0.14738000000000001</c:v>
                </c:pt>
                <c:pt idx="1048">
                  <c:v>-0.213619</c:v>
                </c:pt>
                <c:pt idx="1049">
                  <c:v>-0.38369799999999998</c:v>
                </c:pt>
                <c:pt idx="1050">
                  <c:v>-0.153419</c:v>
                </c:pt>
                <c:pt idx="1051">
                  <c:v>-0.171676</c:v>
                </c:pt>
                <c:pt idx="1052">
                  <c:v>-0.25294100000000003</c:v>
                </c:pt>
                <c:pt idx="1053">
                  <c:v>-0.30000300000000002</c:v>
                </c:pt>
                <c:pt idx="1054">
                  <c:v>-0.34005800000000003</c:v>
                </c:pt>
                <c:pt idx="1055">
                  <c:v>-0.20705899999999999</c:v>
                </c:pt>
                <c:pt idx="1056">
                  <c:v>-6.3935000000000006E-2</c:v>
                </c:pt>
                <c:pt idx="1057">
                  <c:v>-0.18920000000000001</c:v>
                </c:pt>
                <c:pt idx="1058">
                  <c:v>-0.195607</c:v>
                </c:pt>
                <c:pt idx="1059">
                  <c:v>-0.32559100000000002</c:v>
                </c:pt>
                <c:pt idx="1060">
                  <c:v>-0.23164599999999999</c:v>
                </c:pt>
                <c:pt idx="1061">
                  <c:v>-9.8432000000000006E-2</c:v>
                </c:pt>
                <c:pt idx="1062">
                  <c:v>-0.20492099999999999</c:v>
                </c:pt>
                <c:pt idx="1063">
                  <c:v>-0.20643400000000001</c:v>
                </c:pt>
                <c:pt idx="1064">
                  <c:v>-0.13891600000000001</c:v>
                </c:pt>
                <c:pt idx="1065">
                  <c:v>-0.268646</c:v>
                </c:pt>
                <c:pt idx="1066">
                  <c:v>-6.6614000000000007E-2</c:v>
                </c:pt>
                <c:pt idx="1067">
                  <c:v>-0.187635</c:v>
                </c:pt>
                <c:pt idx="1068">
                  <c:v>-0.233959</c:v>
                </c:pt>
                <c:pt idx="1069">
                  <c:v>1.2148000000000001E-2</c:v>
                </c:pt>
                <c:pt idx="1070">
                  <c:v>-0.1792</c:v>
                </c:pt>
                <c:pt idx="1071">
                  <c:v>-0.22561200000000001</c:v>
                </c:pt>
                <c:pt idx="1072">
                  <c:v>-0.26797300000000002</c:v>
                </c:pt>
                <c:pt idx="1073">
                  <c:v>-0.25333600000000001</c:v>
                </c:pt>
                <c:pt idx="1074">
                  <c:v>-0.10044400000000001</c:v>
                </c:pt>
                <c:pt idx="1075">
                  <c:v>-0.17582300000000001</c:v>
                </c:pt>
                <c:pt idx="1076">
                  <c:v>-0.150778</c:v>
                </c:pt>
                <c:pt idx="1077">
                  <c:v>-0.28605000000000003</c:v>
                </c:pt>
                <c:pt idx="1078">
                  <c:v>-0.29789399999999999</c:v>
                </c:pt>
                <c:pt idx="1079">
                  <c:v>-4.6252000000000001E-2</c:v>
                </c:pt>
                <c:pt idx="1080">
                  <c:v>-6.0639999999999999E-2</c:v>
                </c:pt>
                <c:pt idx="1081">
                  <c:v>-0.117614</c:v>
                </c:pt>
                <c:pt idx="1082">
                  <c:v>-0.15568899999999999</c:v>
                </c:pt>
                <c:pt idx="1083">
                  <c:v>-0.23059099999999999</c:v>
                </c:pt>
                <c:pt idx="1084">
                  <c:v>-0.108778</c:v>
                </c:pt>
                <c:pt idx="1085">
                  <c:v>-0.38423600000000002</c:v>
                </c:pt>
                <c:pt idx="1086">
                  <c:v>-0.31379200000000002</c:v>
                </c:pt>
                <c:pt idx="1087">
                  <c:v>-0.29415000000000002</c:v>
                </c:pt>
                <c:pt idx="1088">
                  <c:v>-0.21409</c:v>
                </c:pt>
                <c:pt idx="1089">
                  <c:v>-0.23660700000000001</c:v>
                </c:pt>
                <c:pt idx="1090">
                  <c:v>-0.100836</c:v>
                </c:pt>
                <c:pt idx="1091">
                  <c:v>-5.3706999999999998E-2</c:v>
                </c:pt>
                <c:pt idx="1092">
                  <c:v>-9.4837000000000005E-2</c:v>
                </c:pt>
                <c:pt idx="1093">
                  <c:v>-0.29535800000000001</c:v>
                </c:pt>
                <c:pt idx="1094">
                  <c:v>-0.25725300000000001</c:v>
                </c:pt>
                <c:pt idx="1095">
                  <c:v>-0.27802700000000002</c:v>
                </c:pt>
                <c:pt idx="1096">
                  <c:v>-4.3409000000000003E-2</c:v>
                </c:pt>
                <c:pt idx="1097">
                  <c:v>-0.26210099999999997</c:v>
                </c:pt>
                <c:pt idx="1098">
                  <c:v>-0.26751599999999998</c:v>
                </c:pt>
                <c:pt idx="1099">
                  <c:v>-0.34686600000000001</c:v>
                </c:pt>
                <c:pt idx="1100">
                  <c:v>-0.313554</c:v>
                </c:pt>
                <c:pt idx="1101">
                  <c:v>-0.24293899999999999</c:v>
                </c:pt>
                <c:pt idx="1102">
                  <c:v>-0.115591</c:v>
                </c:pt>
                <c:pt idx="1103">
                  <c:v>-0.265181</c:v>
                </c:pt>
                <c:pt idx="1104">
                  <c:v>-0.31817899999999999</c:v>
                </c:pt>
                <c:pt idx="1105">
                  <c:v>-0.23787900000000001</c:v>
                </c:pt>
                <c:pt idx="1106">
                  <c:v>-0.32061600000000001</c:v>
                </c:pt>
                <c:pt idx="1107">
                  <c:v>5.2461000000000001E-2</c:v>
                </c:pt>
                <c:pt idx="1108">
                  <c:v>-2.3786000000000002E-2</c:v>
                </c:pt>
                <c:pt idx="1109">
                  <c:v>-0.340642</c:v>
                </c:pt>
                <c:pt idx="1110">
                  <c:v>-5.4338999999999998E-2</c:v>
                </c:pt>
                <c:pt idx="1111">
                  <c:v>-5.1087E-2</c:v>
                </c:pt>
                <c:pt idx="1112">
                  <c:v>-0.18251999999999999</c:v>
                </c:pt>
                <c:pt idx="1113">
                  <c:v>-0.168438</c:v>
                </c:pt>
                <c:pt idx="1114">
                  <c:v>-2.2692E-2</c:v>
                </c:pt>
                <c:pt idx="1115">
                  <c:v>-0.183147</c:v>
                </c:pt>
                <c:pt idx="1116">
                  <c:v>-6.5208000000000002E-2</c:v>
                </c:pt>
                <c:pt idx="1117">
                  <c:v>-0.14948700000000001</c:v>
                </c:pt>
                <c:pt idx="1118">
                  <c:v>-0.16417399999999999</c:v>
                </c:pt>
                <c:pt idx="1119">
                  <c:v>-0.108347</c:v>
                </c:pt>
                <c:pt idx="1120">
                  <c:v>-0.358516</c:v>
                </c:pt>
                <c:pt idx="1121">
                  <c:v>-0.37166700000000003</c:v>
                </c:pt>
                <c:pt idx="1122">
                  <c:v>-4.3392E-2</c:v>
                </c:pt>
                <c:pt idx="1123">
                  <c:v>-0.23728199999999999</c:v>
                </c:pt>
                <c:pt idx="1124">
                  <c:v>-3.6636000000000002E-2</c:v>
                </c:pt>
                <c:pt idx="1125">
                  <c:v>-0.155005</c:v>
                </c:pt>
                <c:pt idx="1126">
                  <c:v>-0.126113</c:v>
                </c:pt>
                <c:pt idx="1127">
                  <c:v>-0.17868500000000001</c:v>
                </c:pt>
                <c:pt idx="1128">
                  <c:v>-0.123295</c:v>
                </c:pt>
                <c:pt idx="1129">
                  <c:v>-0.122214</c:v>
                </c:pt>
                <c:pt idx="1130">
                  <c:v>-0.32193100000000002</c:v>
                </c:pt>
                <c:pt idx="1131">
                  <c:v>-0.13195699999999999</c:v>
                </c:pt>
                <c:pt idx="1132">
                  <c:v>-5.2408000000000003E-2</c:v>
                </c:pt>
                <c:pt idx="1133">
                  <c:v>-0.26467099999999999</c:v>
                </c:pt>
                <c:pt idx="1134">
                  <c:v>-0.242174</c:v>
                </c:pt>
                <c:pt idx="1135">
                  <c:v>-7.8704999999999997E-2</c:v>
                </c:pt>
                <c:pt idx="1136">
                  <c:v>-0.207709</c:v>
                </c:pt>
                <c:pt idx="1137">
                  <c:v>-0.16144600000000001</c:v>
                </c:pt>
                <c:pt idx="1138">
                  <c:v>-0.27694600000000003</c:v>
                </c:pt>
                <c:pt idx="1139">
                  <c:v>-0.188135</c:v>
                </c:pt>
                <c:pt idx="1140">
                  <c:v>-8.2604999999999998E-2</c:v>
                </c:pt>
                <c:pt idx="1141">
                  <c:v>-9.6420000000000006E-2</c:v>
                </c:pt>
                <c:pt idx="1142">
                  <c:v>-5.4385999999999997E-2</c:v>
                </c:pt>
                <c:pt idx="1143">
                  <c:v>-0.15498700000000001</c:v>
                </c:pt>
                <c:pt idx="1144">
                  <c:v>-7.5618000000000005E-2</c:v>
                </c:pt>
                <c:pt idx="1145">
                  <c:v>-9.8804000000000003E-2</c:v>
                </c:pt>
                <c:pt idx="1146">
                  <c:v>-9.7955E-2</c:v>
                </c:pt>
                <c:pt idx="1147">
                  <c:v>-0.128826</c:v>
                </c:pt>
              </c:numCache>
            </c:numRef>
          </c:yVal>
          <c:smooth val="0"/>
          <c:extLst>
            <c:ext xmlns:c16="http://schemas.microsoft.com/office/drawing/2014/chart" uri="{C3380CC4-5D6E-409C-BE32-E72D297353CC}">
              <c16:uniqueId val="{00000001-D199-4231-B433-75ACA93CDC5E}"/>
            </c:ext>
          </c:extLst>
        </c:ser>
        <c:dLbls>
          <c:showLegendKey val="0"/>
          <c:showVal val="0"/>
          <c:showCatName val="0"/>
          <c:showSerName val="0"/>
          <c:showPercent val="0"/>
          <c:showBubbleSize val="0"/>
        </c:dLbls>
        <c:axId val="618727183"/>
        <c:axId val="618728015"/>
      </c:scatterChart>
      <c:valAx>
        <c:axId val="618727183"/>
        <c:scaling>
          <c:orientation val="minMax"/>
          <c:max val="40"/>
          <c:min val="15"/>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GB" sz="1200" b="1"/>
                  <a:t>LST</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PK"/>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618728015"/>
        <c:crossesAt val="-40"/>
        <c:crossBetween val="midCat"/>
      </c:valAx>
      <c:valAx>
        <c:axId val="61872801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GB" sz="1200"/>
                  <a:t>NDBI</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61872718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tx1"/>
      </a:solidFill>
      <a:round/>
    </a:ln>
    <a:effectLst/>
  </c:spPr>
  <c:txPr>
    <a:bodyPr/>
    <a:lstStyle/>
    <a:p>
      <a:pPr>
        <a:defRPr/>
      </a:pPr>
      <a:endParaRPr lang="en-PK"/>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LST and NDVI 2022</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scatterChart>
        <c:scatterStyle val="lineMarker"/>
        <c:varyColors val="0"/>
        <c:ser>
          <c:idx val="0"/>
          <c:order val="0"/>
          <c:tx>
            <c:strRef>
              <c:f>'2022'!$C$1</c:f>
              <c:strCache>
                <c:ptCount val="1"/>
                <c:pt idx="0">
                  <c:v>NDVI</c:v>
                </c:pt>
              </c:strCache>
            </c:strRef>
          </c:tx>
          <c:spPr>
            <a:ln w="19050" cap="rnd">
              <a:noFill/>
              <a:round/>
            </a:ln>
            <a:effectLst/>
          </c:spPr>
          <c:marker>
            <c:symbol val="circle"/>
            <c:size val="5"/>
            <c:spPr>
              <a:solidFill>
                <a:schemeClr val="dk1">
                  <a:tint val="88500"/>
                </a:schemeClr>
              </a:solidFill>
              <a:ln w="9525">
                <a:solidFill>
                  <a:schemeClr val="dk1">
                    <a:tint val="88500"/>
                  </a:schemeClr>
                </a:solidFill>
              </a:ln>
              <a:effectLst/>
            </c:spPr>
          </c:marker>
          <c:trendline>
            <c:spPr>
              <a:ln w="19050" cap="rnd">
                <a:solidFill>
                  <a:schemeClr val="tx1"/>
                </a:solidFill>
                <a:prstDash val="sysDot"/>
              </a:ln>
              <a:effectLst/>
            </c:spPr>
            <c:trendlineType val="linear"/>
            <c:dispRSqr val="1"/>
            <c:dispEq val="1"/>
            <c:trendlineLbl>
              <c:layout>
                <c:manualLayout>
                  <c:x val="-0.64608944444444449"/>
                  <c:y val="0.45927341269841271"/>
                </c:manualLayout>
              </c:layout>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baseline="0" dirty="0"/>
                      <a:t>y = -0.0117x + 0.8006</a:t>
                    </a:r>
                    <a:br>
                      <a:rPr lang="en-US" baseline="0" dirty="0"/>
                    </a:br>
                    <a:r>
                      <a:rPr lang="en-US" baseline="0" dirty="0"/>
                      <a:t>R² = 0.6339</a:t>
                    </a:r>
                    <a:endParaRPr lang="en-US" dirty="0"/>
                  </a:p>
                </c:rich>
              </c:tx>
              <c:numFmt formatCode="General" sourceLinked="0"/>
              <c:spPr>
                <a:noFill/>
                <a:ln w="12700">
                  <a:solidFill>
                    <a:sysClr val="windowText" lastClr="000000"/>
                  </a:solid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trendlineLbl>
          </c:trendline>
          <c:xVal>
            <c:numRef>
              <c:f>'2022'!$A$2:$A$1149</c:f>
              <c:numCache>
                <c:formatCode>0.0</c:formatCode>
                <c:ptCount val="1148"/>
                <c:pt idx="0">
                  <c:v>23.096071999999999</c:v>
                </c:pt>
                <c:pt idx="1">
                  <c:v>40</c:v>
                </c:pt>
                <c:pt idx="2">
                  <c:v>28.760905999999999</c:v>
                </c:pt>
                <c:pt idx="3">
                  <c:v>27.261009000000001</c:v>
                </c:pt>
                <c:pt idx="4">
                  <c:v>26.670926999999999</c:v>
                </c:pt>
                <c:pt idx="5">
                  <c:v>24.426500000000001</c:v>
                </c:pt>
                <c:pt idx="6">
                  <c:v>26.895399000000001</c:v>
                </c:pt>
                <c:pt idx="7">
                  <c:v>30.927173</c:v>
                </c:pt>
                <c:pt idx="8">
                  <c:v>27.385362000000001</c:v>
                </c:pt>
                <c:pt idx="9">
                  <c:v>25.835466</c:v>
                </c:pt>
                <c:pt idx="10">
                  <c:v>29.640557999999999</c:v>
                </c:pt>
                <c:pt idx="11">
                  <c:v>27.236080999999999</c:v>
                </c:pt>
                <c:pt idx="12">
                  <c:v>28.703662999999999</c:v>
                </c:pt>
                <c:pt idx="13">
                  <c:v>30.569474</c:v>
                </c:pt>
                <c:pt idx="14">
                  <c:v>38</c:v>
                </c:pt>
                <c:pt idx="15">
                  <c:v>40</c:v>
                </c:pt>
                <c:pt idx="16">
                  <c:v>26.6692</c:v>
                </c:pt>
                <c:pt idx="17">
                  <c:v>29.025089999999999</c:v>
                </c:pt>
                <c:pt idx="18">
                  <c:v>40</c:v>
                </c:pt>
                <c:pt idx="19">
                  <c:v>38</c:v>
                </c:pt>
                <c:pt idx="20">
                  <c:v>36</c:v>
                </c:pt>
                <c:pt idx="21">
                  <c:v>27.969474000000002</c:v>
                </c:pt>
                <c:pt idx="22">
                  <c:v>34</c:v>
                </c:pt>
                <c:pt idx="23">
                  <c:v>31.102167000000001</c:v>
                </c:pt>
                <c:pt idx="24">
                  <c:v>27.853117999999998</c:v>
                </c:pt>
                <c:pt idx="25">
                  <c:v>38</c:v>
                </c:pt>
                <c:pt idx="26">
                  <c:v>34</c:v>
                </c:pt>
                <c:pt idx="27">
                  <c:v>29.333725000000001</c:v>
                </c:pt>
                <c:pt idx="28">
                  <c:v>25.843088000000002</c:v>
                </c:pt>
                <c:pt idx="29">
                  <c:v>30.363023999999999</c:v>
                </c:pt>
                <c:pt idx="30">
                  <c:v>29.485681</c:v>
                </c:pt>
                <c:pt idx="31">
                  <c:v>30.062100999999998</c:v>
                </c:pt>
                <c:pt idx="32">
                  <c:v>27.820948999999999</c:v>
                </c:pt>
                <c:pt idx="33">
                  <c:v>28.497197</c:v>
                </c:pt>
                <c:pt idx="34">
                  <c:v>27.933620000000001</c:v>
                </c:pt>
                <c:pt idx="35">
                  <c:v>34.951473999999997</c:v>
                </c:pt>
                <c:pt idx="36">
                  <c:v>33.290627999999998</c:v>
                </c:pt>
                <c:pt idx="37">
                  <c:v>30.385968999999999</c:v>
                </c:pt>
                <c:pt idx="38">
                  <c:v>30.044568999999999</c:v>
                </c:pt>
                <c:pt idx="39">
                  <c:v>31.760629000000002</c:v>
                </c:pt>
                <c:pt idx="40">
                  <c:v>33</c:v>
                </c:pt>
                <c:pt idx="41">
                  <c:v>31.041896999999999</c:v>
                </c:pt>
                <c:pt idx="42">
                  <c:v>30.092559000000001</c:v>
                </c:pt>
                <c:pt idx="43">
                  <c:v>33</c:v>
                </c:pt>
                <c:pt idx="44">
                  <c:v>27.939409999999999</c:v>
                </c:pt>
                <c:pt idx="45">
                  <c:v>36</c:v>
                </c:pt>
                <c:pt idx="46">
                  <c:v>28.846557000000001</c:v>
                </c:pt>
                <c:pt idx="47">
                  <c:v>35</c:v>
                </c:pt>
                <c:pt idx="48">
                  <c:v>26.354624000000001</c:v>
                </c:pt>
                <c:pt idx="49">
                  <c:v>29.707114000000001</c:v>
                </c:pt>
                <c:pt idx="50">
                  <c:v>37</c:v>
                </c:pt>
                <c:pt idx="51">
                  <c:v>28.806781999999998</c:v>
                </c:pt>
                <c:pt idx="52">
                  <c:v>29.774524</c:v>
                </c:pt>
                <c:pt idx="53">
                  <c:v>28.822009000000001</c:v>
                </c:pt>
                <c:pt idx="54">
                  <c:v>31.729700999999999</c:v>
                </c:pt>
                <c:pt idx="55">
                  <c:v>30.989739</c:v>
                </c:pt>
                <c:pt idx="56">
                  <c:v>31.775943000000002</c:v>
                </c:pt>
                <c:pt idx="57">
                  <c:v>34.979030000000002</c:v>
                </c:pt>
                <c:pt idx="58">
                  <c:v>28.864128999999998</c:v>
                </c:pt>
                <c:pt idx="59">
                  <c:v>25.008406999999998</c:v>
                </c:pt>
                <c:pt idx="60">
                  <c:v>27.128219000000001</c:v>
                </c:pt>
                <c:pt idx="61">
                  <c:v>28.413112000000002</c:v>
                </c:pt>
                <c:pt idx="62">
                  <c:v>30.278956000000001</c:v>
                </c:pt>
                <c:pt idx="63">
                  <c:v>34.258808999999999</c:v>
                </c:pt>
                <c:pt idx="64">
                  <c:v>30.495647999999999</c:v>
                </c:pt>
                <c:pt idx="65">
                  <c:v>27.942011000000001</c:v>
                </c:pt>
                <c:pt idx="66">
                  <c:v>30.858086</c:v>
                </c:pt>
                <c:pt idx="67">
                  <c:v>30.123376</c:v>
                </c:pt>
                <c:pt idx="68">
                  <c:v>26.966540999999999</c:v>
                </c:pt>
                <c:pt idx="69">
                  <c:v>31.009602999999998</c:v>
                </c:pt>
                <c:pt idx="70">
                  <c:v>31.516795999999999</c:v>
                </c:pt>
                <c:pt idx="71">
                  <c:v>28.087969999999999</c:v>
                </c:pt>
                <c:pt idx="72">
                  <c:v>29.824769</c:v>
                </c:pt>
                <c:pt idx="73">
                  <c:v>30.418099000000002</c:v>
                </c:pt>
                <c:pt idx="74">
                  <c:v>29.396557999999999</c:v>
                </c:pt>
                <c:pt idx="75">
                  <c:v>30.297832</c:v>
                </c:pt>
                <c:pt idx="76">
                  <c:v>29.403908999999999</c:v>
                </c:pt>
                <c:pt idx="77">
                  <c:v>28.508239</c:v>
                </c:pt>
                <c:pt idx="78">
                  <c:v>31.063030999999999</c:v>
                </c:pt>
                <c:pt idx="79">
                  <c:v>29.780336999999999</c:v>
                </c:pt>
                <c:pt idx="80">
                  <c:v>29.134947</c:v>
                </c:pt>
                <c:pt idx="81">
                  <c:v>29.930381000000001</c:v>
                </c:pt>
                <c:pt idx="82">
                  <c:v>28.418081000000001</c:v>
                </c:pt>
                <c:pt idx="83">
                  <c:v>31.865390000000001</c:v>
                </c:pt>
                <c:pt idx="84">
                  <c:v>29.885131999999999</c:v>
                </c:pt>
                <c:pt idx="85">
                  <c:v>28.276046999999998</c:v>
                </c:pt>
                <c:pt idx="86">
                  <c:v>31.128060000000001</c:v>
                </c:pt>
                <c:pt idx="87">
                  <c:v>33.380740000000003</c:v>
                </c:pt>
                <c:pt idx="88">
                  <c:v>36.477547999999999</c:v>
                </c:pt>
                <c:pt idx="89">
                  <c:v>27.584806</c:v>
                </c:pt>
                <c:pt idx="90">
                  <c:v>30.725006</c:v>
                </c:pt>
                <c:pt idx="91">
                  <c:v>28.451495000000001</c:v>
                </c:pt>
                <c:pt idx="92">
                  <c:v>30.204211999999998</c:v>
                </c:pt>
                <c:pt idx="93">
                  <c:v>29.424294</c:v>
                </c:pt>
                <c:pt idx="94">
                  <c:v>32.316200000000002</c:v>
                </c:pt>
                <c:pt idx="95">
                  <c:v>30.582909000000001</c:v>
                </c:pt>
                <c:pt idx="96">
                  <c:v>30.139880000000002</c:v>
                </c:pt>
                <c:pt idx="97">
                  <c:v>32.507384000000002</c:v>
                </c:pt>
                <c:pt idx="98">
                  <c:v>31.780833999999999</c:v>
                </c:pt>
                <c:pt idx="99">
                  <c:v>27.028362999999999</c:v>
                </c:pt>
                <c:pt idx="100">
                  <c:v>34.168605999999997</c:v>
                </c:pt>
                <c:pt idx="101">
                  <c:v>30.52036</c:v>
                </c:pt>
                <c:pt idx="102">
                  <c:v>30.435473000000002</c:v>
                </c:pt>
                <c:pt idx="103">
                  <c:v>28.946535999999998</c:v>
                </c:pt>
                <c:pt idx="104">
                  <c:v>31.768324</c:v>
                </c:pt>
                <c:pt idx="105">
                  <c:v>30.674647</c:v>
                </c:pt>
                <c:pt idx="106">
                  <c:v>30.979628999999999</c:v>
                </c:pt>
                <c:pt idx="107">
                  <c:v>31.658829000000001</c:v>
                </c:pt>
                <c:pt idx="108">
                  <c:v>31.904608</c:v>
                </c:pt>
                <c:pt idx="109">
                  <c:v>36.400807</c:v>
                </c:pt>
                <c:pt idx="110">
                  <c:v>28.546258999999999</c:v>
                </c:pt>
                <c:pt idx="111">
                  <c:v>28.518014999999998</c:v>
                </c:pt>
                <c:pt idx="112">
                  <c:v>25.763369999999998</c:v>
                </c:pt>
                <c:pt idx="113">
                  <c:v>31.128943</c:v>
                </c:pt>
                <c:pt idx="114">
                  <c:v>28.623235999999999</c:v>
                </c:pt>
                <c:pt idx="115">
                  <c:v>31.847178</c:v>
                </c:pt>
                <c:pt idx="116">
                  <c:v>31.829695999999998</c:v>
                </c:pt>
                <c:pt idx="117">
                  <c:v>31.811836</c:v>
                </c:pt>
                <c:pt idx="118">
                  <c:v>33.268715999999998</c:v>
                </c:pt>
                <c:pt idx="119">
                  <c:v>34.415407000000002</c:v>
                </c:pt>
                <c:pt idx="120">
                  <c:v>35.288103</c:v>
                </c:pt>
                <c:pt idx="121">
                  <c:v>31.688758</c:v>
                </c:pt>
                <c:pt idx="122">
                  <c:v>30.011748999999998</c:v>
                </c:pt>
                <c:pt idx="123">
                  <c:v>26.897791000000002</c:v>
                </c:pt>
                <c:pt idx="124">
                  <c:v>28.090864</c:v>
                </c:pt>
                <c:pt idx="125">
                  <c:v>33.506608</c:v>
                </c:pt>
                <c:pt idx="126">
                  <c:v>30.909375000000001</c:v>
                </c:pt>
                <c:pt idx="127">
                  <c:v>33.149112000000002</c:v>
                </c:pt>
                <c:pt idx="128">
                  <c:v>29.362400000000001</c:v>
                </c:pt>
                <c:pt idx="129">
                  <c:v>32.818300000000001</c:v>
                </c:pt>
                <c:pt idx="130">
                  <c:v>32.201956000000003</c:v>
                </c:pt>
                <c:pt idx="131">
                  <c:v>32.227452</c:v>
                </c:pt>
                <c:pt idx="132">
                  <c:v>29.923860999999999</c:v>
                </c:pt>
                <c:pt idx="133">
                  <c:v>35.028858999999997</c:v>
                </c:pt>
                <c:pt idx="134">
                  <c:v>35.041393999999997</c:v>
                </c:pt>
                <c:pt idx="135">
                  <c:v>34.401091999999998</c:v>
                </c:pt>
                <c:pt idx="136">
                  <c:v>34.394798000000002</c:v>
                </c:pt>
                <c:pt idx="137">
                  <c:v>34.133206000000001</c:v>
                </c:pt>
                <c:pt idx="138">
                  <c:v>32.634484999999998</c:v>
                </c:pt>
                <c:pt idx="139">
                  <c:v>28.256045</c:v>
                </c:pt>
                <c:pt idx="140">
                  <c:v>29.809449999999998</c:v>
                </c:pt>
                <c:pt idx="141">
                  <c:v>27.274432999999998</c:v>
                </c:pt>
                <c:pt idx="142">
                  <c:v>28.443034999999998</c:v>
                </c:pt>
                <c:pt idx="143">
                  <c:v>28.967897000000001</c:v>
                </c:pt>
                <c:pt idx="144">
                  <c:v>32.915351000000001</c:v>
                </c:pt>
                <c:pt idx="145">
                  <c:v>32.723813</c:v>
                </c:pt>
                <c:pt idx="146">
                  <c:v>33.852609000000001</c:v>
                </c:pt>
                <c:pt idx="147">
                  <c:v>32.146410000000003</c:v>
                </c:pt>
                <c:pt idx="148">
                  <c:v>31.147147</c:v>
                </c:pt>
                <c:pt idx="149">
                  <c:v>34.242908999999997</c:v>
                </c:pt>
                <c:pt idx="150">
                  <c:v>30.016594000000001</c:v>
                </c:pt>
                <c:pt idx="151">
                  <c:v>29.257656999999998</c:v>
                </c:pt>
                <c:pt idx="152">
                  <c:v>29.167614</c:v>
                </c:pt>
                <c:pt idx="153">
                  <c:v>28.800962999999999</c:v>
                </c:pt>
                <c:pt idx="154">
                  <c:v>27.675163000000001</c:v>
                </c:pt>
                <c:pt idx="155">
                  <c:v>27.38542</c:v>
                </c:pt>
                <c:pt idx="156">
                  <c:v>26.287866999999999</c:v>
                </c:pt>
                <c:pt idx="157">
                  <c:v>31.221938999999999</c:v>
                </c:pt>
                <c:pt idx="158">
                  <c:v>28.070702000000001</c:v>
                </c:pt>
                <c:pt idx="159">
                  <c:v>29.687010999999998</c:v>
                </c:pt>
                <c:pt idx="160">
                  <c:v>31.140384000000001</c:v>
                </c:pt>
                <c:pt idx="161">
                  <c:v>36.061615000000003</c:v>
                </c:pt>
                <c:pt idx="162">
                  <c:v>32.487050000000004</c:v>
                </c:pt>
                <c:pt idx="163">
                  <c:v>32.319316999999998</c:v>
                </c:pt>
                <c:pt idx="164">
                  <c:v>34.058663000000003</c:v>
                </c:pt>
                <c:pt idx="165">
                  <c:v>27.964767999999999</c:v>
                </c:pt>
                <c:pt idx="166">
                  <c:v>29.581244999999999</c:v>
                </c:pt>
                <c:pt idx="167">
                  <c:v>27.731155000000001</c:v>
                </c:pt>
                <c:pt idx="168">
                  <c:v>27.930447000000001</c:v>
                </c:pt>
                <c:pt idx="169">
                  <c:v>27.240808999999999</c:v>
                </c:pt>
                <c:pt idx="170">
                  <c:v>29.855255</c:v>
                </c:pt>
                <c:pt idx="171">
                  <c:v>26.912751</c:v>
                </c:pt>
                <c:pt idx="172">
                  <c:v>35.739986999999999</c:v>
                </c:pt>
                <c:pt idx="173">
                  <c:v>31.925457999999999</c:v>
                </c:pt>
                <c:pt idx="174">
                  <c:v>30.794177999999999</c:v>
                </c:pt>
                <c:pt idx="175">
                  <c:v>28.324373999999999</c:v>
                </c:pt>
                <c:pt idx="176">
                  <c:v>37.293332999999997</c:v>
                </c:pt>
                <c:pt idx="177">
                  <c:v>33.620944999999999</c:v>
                </c:pt>
                <c:pt idx="178">
                  <c:v>33.561525000000003</c:v>
                </c:pt>
                <c:pt idx="179">
                  <c:v>36.657572999999999</c:v>
                </c:pt>
                <c:pt idx="180">
                  <c:v>29.677610000000001</c:v>
                </c:pt>
                <c:pt idx="181">
                  <c:v>32.085168000000003</c:v>
                </c:pt>
                <c:pt idx="182">
                  <c:v>28.760663000000001</c:v>
                </c:pt>
                <c:pt idx="183">
                  <c:v>29.241858000000001</c:v>
                </c:pt>
                <c:pt idx="184">
                  <c:v>29.365667999999999</c:v>
                </c:pt>
                <c:pt idx="185">
                  <c:v>28.796400999999999</c:v>
                </c:pt>
                <c:pt idx="186">
                  <c:v>29.940128999999999</c:v>
                </c:pt>
                <c:pt idx="187">
                  <c:v>32.278897000000001</c:v>
                </c:pt>
                <c:pt idx="188">
                  <c:v>31.426914</c:v>
                </c:pt>
                <c:pt idx="189">
                  <c:v>31.540206000000001</c:v>
                </c:pt>
                <c:pt idx="190">
                  <c:v>31.504405999999999</c:v>
                </c:pt>
                <c:pt idx="191">
                  <c:v>31.478888999999999</c:v>
                </c:pt>
                <c:pt idx="192">
                  <c:v>28.393422999999999</c:v>
                </c:pt>
                <c:pt idx="193">
                  <c:v>33.048178</c:v>
                </c:pt>
                <c:pt idx="194">
                  <c:v>32.583761000000003</c:v>
                </c:pt>
                <c:pt idx="195">
                  <c:v>28.550798</c:v>
                </c:pt>
                <c:pt idx="196">
                  <c:v>33.469518999999998</c:v>
                </c:pt>
                <c:pt idx="197">
                  <c:v>31.894634</c:v>
                </c:pt>
                <c:pt idx="198">
                  <c:v>27.843351999999999</c:v>
                </c:pt>
                <c:pt idx="199">
                  <c:v>27.518227</c:v>
                </c:pt>
                <c:pt idx="200">
                  <c:v>38.4</c:v>
                </c:pt>
                <c:pt idx="201">
                  <c:v>24.689709000000001</c:v>
                </c:pt>
                <c:pt idx="202">
                  <c:v>26.836842000000001</c:v>
                </c:pt>
                <c:pt idx="203">
                  <c:v>24.863081000000001</c:v>
                </c:pt>
                <c:pt idx="204">
                  <c:v>27.223547</c:v>
                </c:pt>
                <c:pt idx="205">
                  <c:v>26.856847999999999</c:v>
                </c:pt>
                <c:pt idx="206">
                  <c:v>24.115264</c:v>
                </c:pt>
                <c:pt idx="207">
                  <c:v>25.133925000000001</c:v>
                </c:pt>
                <c:pt idx="208">
                  <c:v>23.547058</c:v>
                </c:pt>
                <c:pt idx="209">
                  <c:v>23.671703999999998</c:v>
                </c:pt>
                <c:pt idx="210">
                  <c:v>22.238613000000001</c:v>
                </c:pt>
                <c:pt idx="211">
                  <c:v>19.932254</c:v>
                </c:pt>
                <c:pt idx="212">
                  <c:v>25.763819999999999</c:v>
                </c:pt>
                <c:pt idx="213">
                  <c:v>23.863892</c:v>
                </c:pt>
                <c:pt idx="214">
                  <c:v>27.937556000000001</c:v>
                </c:pt>
                <c:pt idx="215">
                  <c:v>27.511111</c:v>
                </c:pt>
                <c:pt idx="216">
                  <c:v>25.291405000000001</c:v>
                </c:pt>
                <c:pt idx="217">
                  <c:v>28.832048</c:v>
                </c:pt>
                <c:pt idx="218">
                  <c:v>29.343986999999998</c:v>
                </c:pt>
                <c:pt idx="219">
                  <c:v>28.301317999999998</c:v>
                </c:pt>
                <c:pt idx="220">
                  <c:v>23.967119</c:v>
                </c:pt>
                <c:pt idx="221">
                  <c:v>22.910056999999998</c:v>
                </c:pt>
                <c:pt idx="222">
                  <c:v>22.462375999999999</c:v>
                </c:pt>
                <c:pt idx="223">
                  <c:v>17.773092999999999</c:v>
                </c:pt>
                <c:pt idx="224">
                  <c:v>19.636865</c:v>
                </c:pt>
                <c:pt idx="225">
                  <c:v>27.285890999999999</c:v>
                </c:pt>
                <c:pt idx="226">
                  <c:v>25.882559000000001</c:v>
                </c:pt>
                <c:pt idx="227">
                  <c:v>28.411819000000001</c:v>
                </c:pt>
                <c:pt idx="228">
                  <c:v>26.497823</c:v>
                </c:pt>
                <c:pt idx="229">
                  <c:v>28.353463999999999</c:v>
                </c:pt>
                <c:pt idx="230">
                  <c:v>29.197391</c:v>
                </c:pt>
                <c:pt idx="231">
                  <c:v>26.710965999999999</c:v>
                </c:pt>
                <c:pt idx="232">
                  <c:v>30.393265</c:v>
                </c:pt>
                <c:pt idx="233">
                  <c:v>26.345262999999999</c:v>
                </c:pt>
                <c:pt idx="234">
                  <c:v>26.365275</c:v>
                </c:pt>
                <c:pt idx="235">
                  <c:v>26.632171</c:v>
                </c:pt>
                <c:pt idx="236">
                  <c:v>29.587562999999999</c:v>
                </c:pt>
                <c:pt idx="237">
                  <c:v>27.775604999999999</c:v>
                </c:pt>
                <c:pt idx="238">
                  <c:v>28.518222999999999</c:v>
                </c:pt>
                <c:pt idx="239">
                  <c:v>20.89451</c:v>
                </c:pt>
                <c:pt idx="240">
                  <c:v>28.287213999999999</c:v>
                </c:pt>
                <c:pt idx="241">
                  <c:v>25.938400000000001</c:v>
                </c:pt>
                <c:pt idx="242">
                  <c:v>27.133406999999998</c:v>
                </c:pt>
                <c:pt idx="243">
                  <c:v>27.412821000000001</c:v>
                </c:pt>
                <c:pt idx="244">
                  <c:v>27.951460999999998</c:v>
                </c:pt>
                <c:pt idx="245">
                  <c:v>29.127824</c:v>
                </c:pt>
                <c:pt idx="246">
                  <c:v>27.033978000000001</c:v>
                </c:pt>
                <c:pt idx="247">
                  <c:v>30.113726</c:v>
                </c:pt>
                <c:pt idx="248">
                  <c:v>30.030711</c:v>
                </c:pt>
                <c:pt idx="249">
                  <c:v>29.040913</c:v>
                </c:pt>
                <c:pt idx="250">
                  <c:v>31.855611</c:v>
                </c:pt>
                <c:pt idx="251">
                  <c:v>25.311440000000001</c:v>
                </c:pt>
                <c:pt idx="252">
                  <c:v>24.287227000000001</c:v>
                </c:pt>
                <c:pt idx="253">
                  <c:v>20.697683999999999</c:v>
                </c:pt>
                <c:pt idx="254">
                  <c:v>26.962852999999999</c:v>
                </c:pt>
                <c:pt idx="255">
                  <c:v>29.571439999999999</c:v>
                </c:pt>
                <c:pt idx="256">
                  <c:v>31.923137000000001</c:v>
                </c:pt>
                <c:pt idx="257">
                  <c:v>28.111812</c:v>
                </c:pt>
                <c:pt idx="258">
                  <c:v>27.625243999999999</c:v>
                </c:pt>
                <c:pt idx="259">
                  <c:v>28.093921000000002</c:v>
                </c:pt>
                <c:pt idx="260">
                  <c:v>28.203968</c:v>
                </c:pt>
                <c:pt idx="261">
                  <c:v>24.952105</c:v>
                </c:pt>
                <c:pt idx="262">
                  <c:v>23.807039</c:v>
                </c:pt>
                <c:pt idx="263">
                  <c:v>31.018115999999999</c:v>
                </c:pt>
                <c:pt idx="264">
                  <c:v>24.239035000000001</c:v>
                </c:pt>
                <c:pt idx="265">
                  <c:v>29.008839999999999</c:v>
                </c:pt>
                <c:pt idx="266">
                  <c:v>21.999855</c:v>
                </c:pt>
                <c:pt idx="267">
                  <c:v>30.262374999999999</c:v>
                </c:pt>
                <c:pt idx="268">
                  <c:v>27.468495999999998</c:v>
                </c:pt>
                <c:pt idx="269">
                  <c:v>28.269711000000001</c:v>
                </c:pt>
                <c:pt idx="270">
                  <c:v>27.151951</c:v>
                </c:pt>
                <c:pt idx="271">
                  <c:v>29.777856</c:v>
                </c:pt>
                <c:pt idx="272">
                  <c:v>31.781583000000001</c:v>
                </c:pt>
                <c:pt idx="273">
                  <c:v>30.356408999999999</c:v>
                </c:pt>
                <c:pt idx="274">
                  <c:v>29.598837</c:v>
                </c:pt>
                <c:pt idx="275">
                  <c:v>30.345493999999999</c:v>
                </c:pt>
                <c:pt idx="276">
                  <c:v>24.711969</c:v>
                </c:pt>
                <c:pt idx="277">
                  <c:v>26.014600999999999</c:v>
                </c:pt>
                <c:pt idx="278">
                  <c:v>23.700904000000001</c:v>
                </c:pt>
                <c:pt idx="279">
                  <c:v>27.792293000000001</c:v>
                </c:pt>
                <c:pt idx="280">
                  <c:v>29.398848999999998</c:v>
                </c:pt>
                <c:pt idx="281">
                  <c:v>27.506491</c:v>
                </c:pt>
                <c:pt idx="282">
                  <c:v>25.487556000000001</c:v>
                </c:pt>
                <c:pt idx="283">
                  <c:v>25.691476000000002</c:v>
                </c:pt>
                <c:pt idx="284">
                  <c:v>26.993976</c:v>
                </c:pt>
                <c:pt idx="285">
                  <c:v>27.057818000000001</c:v>
                </c:pt>
                <c:pt idx="286">
                  <c:v>25.009853</c:v>
                </c:pt>
                <c:pt idx="287">
                  <c:v>25.440345000000001</c:v>
                </c:pt>
                <c:pt idx="288">
                  <c:v>23.861899000000001</c:v>
                </c:pt>
                <c:pt idx="289">
                  <c:v>22.994299999999999</c:v>
                </c:pt>
                <c:pt idx="290">
                  <c:v>28.350991</c:v>
                </c:pt>
                <c:pt idx="291">
                  <c:v>27.432485</c:v>
                </c:pt>
                <c:pt idx="292">
                  <c:v>27.295977000000001</c:v>
                </c:pt>
                <c:pt idx="293">
                  <c:v>32.364521000000003</c:v>
                </c:pt>
                <c:pt idx="294">
                  <c:v>28.122342</c:v>
                </c:pt>
                <c:pt idx="295">
                  <c:v>32.904927000000001</c:v>
                </c:pt>
                <c:pt idx="296">
                  <c:v>32.096162</c:v>
                </c:pt>
                <c:pt idx="297">
                  <c:v>30.955386000000001</c:v>
                </c:pt>
                <c:pt idx="298">
                  <c:v>30.571891000000001</c:v>
                </c:pt>
                <c:pt idx="299">
                  <c:v>21.754197999999999</c:v>
                </c:pt>
                <c:pt idx="300">
                  <c:v>27.464448999999998</c:v>
                </c:pt>
                <c:pt idx="301">
                  <c:v>31.383327000000001</c:v>
                </c:pt>
                <c:pt idx="302">
                  <c:v>30.961200000000002</c:v>
                </c:pt>
                <c:pt idx="303">
                  <c:v>31.489704</c:v>
                </c:pt>
                <c:pt idx="304">
                  <c:v>28.278423</c:v>
                </c:pt>
                <c:pt idx="305">
                  <c:v>28.099910999999999</c:v>
                </c:pt>
                <c:pt idx="306">
                  <c:v>26.566072999999999</c:v>
                </c:pt>
                <c:pt idx="307">
                  <c:v>26.130324000000002</c:v>
                </c:pt>
                <c:pt idx="308">
                  <c:v>24.514551000000001</c:v>
                </c:pt>
                <c:pt idx="309">
                  <c:v>30.986325999999998</c:v>
                </c:pt>
                <c:pt idx="310">
                  <c:v>26.986328</c:v>
                </c:pt>
                <c:pt idx="311">
                  <c:v>25.813362999999999</c:v>
                </c:pt>
                <c:pt idx="312">
                  <c:v>33.503363</c:v>
                </c:pt>
                <c:pt idx="313">
                  <c:v>29.683751999999998</c:v>
                </c:pt>
                <c:pt idx="314">
                  <c:v>32.352494999999998</c:v>
                </c:pt>
                <c:pt idx="315">
                  <c:v>29.827935</c:v>
                </c:pt>
                <c:pt idx="316">
                  <c:v>27.481978000000002</c:v>
                </c:pt>
                <c:pt idx="317">
                  <c:v>24.609656000000001</c:v>
                </c:pt>
                <c:pt idx="318">
                  <c:v>24.209517999999999</c:v>
                </c:pt>
                <c:pt idx="319">
                  <c:v>29.942332</c:v>
                </c:pt>
                <c:pt idx="320">
                  <c:v>27.074580999999998</c:v>
                </c:pt>
                <c:pt idx="321">
                  <c:v>26.552287</c:v>
                </c:pt>
                <c:pt idx="322">
                  <c:v>28.603652</c:v>
                </c:pt>
                <c:pt idx="323">
                  <c:v>27.410959999999999</c:v>
                </c:pt>
                <c:pt idx="324">
                  <c:v>26.89461</c:v>
                </c:pt>
                <c:pt idx="325">
                  <c:v>26.359577000000002</c:v>
                </c:pt>
                <c:pt idx="326">
                  <c:v>26.076284999999999</c:v>
                </c:pt>
                <c:pt idx="327">
                  <c:v>23.779094000000001</c:v>
                </c:pt>
                <c:pt idx="328">
                  <c:v>27.387891</c:v>
                </c:pt>
                <c:pt idx="329">
                  <c:v>30.157903999999998</c:v>
                </c:pt>
                <c:pt idx="330">
                  <c:v>28.001418000000001</c:v>
                </c:pt>
                <c:pt idx="331">
                  <c:v>30.455787000000001</c:v>
                </c:pt>
                <c:pt idx="332">
                  <c:v>28.483198999999999</c:v>
                </c:pt>
                <c:pt idx="333">
                  <c:v>29.578512</c:v>
                </c:pt>
                <c:pt idx="334">
                  <c:v>31.739830999999999</c:v>
                </c:pt>
                <c:pt idx="335">
                  <c:v>28.199074</c:v>
                </c:pt>
                <c:pt idx="336">
                  <c:v>27.550864000000001</c:v>
                </c:pt>
                <c:pt idx="337">
                  <c:v>30.199639999999999</c:v>
                </c:pt>
                <c:pt idx="338">
                  <c:v>33.520629999999997</c:v>
                </c:pt>
                <c:pt idx="339">
                  <c:v>29.193669</c:v>
                </c:pt>
                <c:pt idx="340">
                  <c:v>29.093219999999999</c:v>
                </c:pt>
                <c:pt idx="341">
                  <c:v>26.750440000000001</c:v>
                </c:pt>
                <c:pt idx="342">
                  <c:v>32.099294999999998</c:v>
                </c:pt>
                <c:pt idx="343">
                  <c:v>31.911840000000002</c:v>
                </c:pt>
                <c:pt idx="344">
                  <c:v>28.832329000000001</c:v>
                </c:pt>
                <c:pt idx="345">
                  <c:v>25.183619</c:v>
                </c:pt>
                <c:pt idx="346">
                  <c:v>32.145043999999999</c:v>
                </c:pt>
                <c:pt idx="347">
                  <c:v>32.943658999999997</c:v>
                </c:pt>
                <c:pt idx="348">
                  <c:v>31.115846999999999</c:v>
                </c:pt>
                <c:pt idx="349">
                  <c:v>30.728825000000001</c:v>
                </c:pt>
                <c:pt idx="350">
                  <c:v>32.812924000000002</c:v>
                </c:pt>
                <c:pt idx="351">
                  <c:v>27.415451000000001</c:v>
                </c:pt>
                <c:pt idx="352">
                  <c:v>25.347373999999999</c:v>
                </c:pt>
                <c:pt idx="353">
                  <c:v>28.426030999999998</c:v>
                </c:pt>
                <c:pt idx="354">
                  <c:v>26.758165000000002</c:v>
                </c:pt>
                <c:pt idx="355">
                  <c:v>29.628329999999998</c:v>
                </c:pt>
                <c:pt idx="356">
                  <c:v>24.681873</c:v>
                </c:pt>
                <c:pt idx="357">
                  <c:v>23.857305</c:v>
                </c:pt>
                <c:pt idx="358">
                  <c:v>30.007944999999999</c:v>
                </c:pt>
                <c:pt idx="359">
                  <c:v>31.443152000000001</c:v>
                </c:pt>
                <c:pt idx="360">
                  <c:v>28.906196000000001</c:v>
                </c:pt>
                <c:pt idx="361">
                  <c:v>27.071567999999999</c:v>
                </c:pt>
                <c:pt idx="362">
                  <c:v>27.869685</c:v>
                </c:pt>
                <c:pt idx="363">
                  <c:v>27.737811000000001</c:v>
                </c:pt>
                <c:pt idx="364">
                  <c:v>29.775635000000001</c:v>
                </c:pt>
                <c:pt idx="365">
                  <c:v>28.653769</c:v>
                </c:pt>
                <c:pt idx="366">
                  <c:v>28.150044999999999</c:v>
                </c:pt>
                <c:pt idx="367">
                  <c:v>28.824684999999999</c:v>
                </c:pt>
                <c:pt idx="368">
                  <c:v>27.578361000000001</c:v>
                </c:pt>
                <c:pt idx="369">
                  <c:v>35.788504000000003</c:v>
                </c:pt>
                <c:pt idx="370">
                  <c:v>30.297516999999999</c:v>
                </c:pt>
                <c:pt idx="371">
                  <c:v>32.832140000000003</c:v>
                </c:pt>
                <c:pt idx="372">
                  <c:v>30.377051999999999</c:v>
                </c:pt>
                <c:pt idx="373">
                  <c:v>31.155908</c:v>
                </c:pt>
                <c:pt idx="374">
                  <c:v>30.714745000000001</c:v>
                </c:pt>
                <c:pt idx="375">
                  <c:v>29.921485000000001</c:v>
                </c:pt>
                <c:pt idx="376">
                  <c:v>34.376069000000001</c:v>
                </c:pt>
                <c:pt idx="377">
                  <c:v>28.296993000000001</c:v>
                </c:pt>
                <c:pt idx="378">
                  <c:v>28.590205000000001</c:v>
                </c:pt>
                <c:pt idx="379">
                  <c:v>28.936964</c:v>
                </c:pt>
                <c:pt idx="380">
                  <c:v>29.349815</c:v>
                </c:pt>
                <c:pt idx="381">
                  <c:v>29.025708999999999</c:v>
                </c:pt>
                <c:pt idx="382">
                  <c:v>30.648140999999999</c:v>
                </c:pt>
                <c:pt idx="383">
                  <c:v>28.218081000000002</c:v>
                </c:pt>
                <c:pt idx="384">
                  <c:v>31.304680000000001</c:v>
                </c:pt>
                <c:pt idx="385">
                  <c:v>34.108058999999997</c:v>
                </c:pt>
                <c:pt idx="386">
                  <c:v>30.332381000000002</c:v>
                </c:pt>
                <c:pt idx="387">
                  <c:v>32.760424999999998</c:v>
                </c:pt>
                <c:pt idx="388">
                  <c:v>27.771609999999999</c:v>
                </c:pt>
                <c:pt idx="389">
                  <c:v>32.254702000000002</c:v>
                </c:pt>
                <c:pt idx="390">
                  <c:v>29.32761</c:v>
                </c:pt>
                <c:pt idx="391">
                  <c:v>30.053594</c:v>
                </c:pt>
                <c:pt idx="392">
                  <c:v>28.511887000000002</c:v>
                </c:pt>
                <c:pt idx="393">
                  <c:v>28.447745999999999</c:v>
                </c:pt>
                <c:pt idx="394">
                  <c:v>30.361725</c:v>
                </c:pt>
                <c:pt idx="395">
                  <c:v>29.059747999999999</c:v>
                </c:pt>
                <c:pt idx="396">
                  <c:v>29.698909</c:v>
                </c:pt>
                <c:pt idx="397">
                  <c:v>39.429960000000001</c:v>
                </c:pt>
                <c:pt idx="398">
                  <c:v>33.554892000000002</c:v>
                </c:pt>
                <c:pt idx="399">
                  <c:v>26.178909999999998</c:v>
                </c:pt>
                <c:pt idx="400">
                  <c:v>22.731762</c:v>
                </c:pt>
                <c:pt idx="401">
                  <c:v>28.088508999999998</c:v>
                </c:pt>
                <c:pt idx="402">
                  <c:v>33.459474</c:v>
                </c:pt>
                <c:pt idx="403">
                  <c:v>27.885811</c:v>
                </c:pt>
                <c:pt idx="404">
                  <c:v>25.407261999999999</c:v>
                </c:pt>
                <c:pt idx="405">
                  <c:v>31.449394000000002</c:v>
                </c:pt>
                <c:pt idx="406">
                  <c:v>25.862324999999998</c:v>
                </c:pt>
                <c:pt idx="407">
                  <c:v>28.995615999999998</c:v>
                </c:pt>
                <c:pt idx="408">
                  <c:v>33.096885</c:v>
                </c:pt>
                <c:pt idx="409">
                  <c:v>31.879117999999998</c:v>
                </c:pt>
                <c:pt idx="410">
                  <c:v>29.652339000000001</c:v>
                </c:pt>
                <c:pt idx="411">
                  <c:v>32.507007999999999</c:v>
                </c:pt>
                <c:pt idx="412">
                  <c:v>29.588394000000001</c:v>
                </c:pt>
                <c:pt idx="413">
                  <c:v>28.155487000000001</c:v>
                </c:pt>
                <c:pt idx="414">
                  <c:v>28.753098000000001</c:v>
                </c:pt>
                <c:pt idx="415">
                  <c:v>33.742804999999997</c:v>
                </c:pt>
                <c:pt idx="416">
                  <c:v>31.502026999999998</c:v>
                </c:pt>
                <c:pt idx="417">
                  <c:v>29.669481999999999</c:v>
                </c:pt>
                <c:pt idx="418">
                  <c:v>24.359221999999999</c:v>
                </c:pt>
                <c:pt idx="419">
                  <c:v>22.620612999999999</c:v>
                </c:pt>
                <c:pt idx="420">
                  <c:v>26.681850000000001</c:v>
                </c:pt>
                <c:pt idx="421">
                  <c:v>28.502835999999999</c:v>
                </c:pt>
                <c:pt idx="422">
                  <c:v>22.400509</c:v>
                </c:pt>
                <c:pt idx="423">
                  <c:v>20.255953000000002</c:v>
                </c:pt>
                <c:pt idx="424">
                  <c:v>31.625916</c:v>
                </c:pt>
                <c:pt idx="425">
                  <c:v>29.142122000000001</c:v>
                </c:pt>
                <c:pt idx="426">
                  <c:v>30.586067</c:v>
                </c:pt>
                <c:pt idx="427">
                  <c:v>31.400518999999999</c:v>
                </c:pt>
                <c:pt idx="428">
                  <c:v>33.297648000000002</c:v>
                </c:pt>
                <c:pt idx="429">
                  <c:v>30.620048000000001</c:v>
                </c:pt>
                <c:pt idx="430">
                  <c:v>29.410938000000002</c:v>
                </c:pt>
                <c:pt idx="431">
                  <c:v>33.607433</c:v>
                </c:pt>
                <c:pt idx="432">
                  <c:v>26.566734</c:v>
                </c:pt>
                <c:pt idx="433">
                  <c:v>28.870968999999999</c:v>
                </c:pt>
                <c:pt idx="434">
                  <c:v>35.314782999999998</c:v>
                </c:pt>
                <c:pt idx="435">
                  <c:v>32.231836000000001</c:v>
                </c:pt>
                <c:pt idx="436">
                  <c:v>29.520654</c:v>
                </c:pt>
                <c:pt idx="437">
                  <c:v>30.516295</c:v>
                </c:pt>
                <c:pt idx="438">
                  <c:v>31.95861</c:v>
                </c:pt>
                <c:pt idx="439">
                  <c:v>27.50958</c:v>
                </c:pt>
                <c:pt idx="440">
                  <c:v>26.265858999999999</c:v>
                </c:pt>
                <c:pt idx="441">
                  <c:v>24.601285000000001</c:v>
                </c:pt>
                <c:pt idx="442">
                  <c:v>19.892544999999998</c:v>
                </c:pt>
                <c:pt idx="443">
                  <c:v>17.914508999999999</c:v>
                </c:pt>
                <c:pt idx="444">
                  <c:v>28.988168000000002</c:v>
                </c:pt>
                <c:pt idx="445">
                  <c:v>33.174339000000003</c:v>
                </c:pt>
                <c:pt idx="446">
                  <c:v>32.684036999999996</c:v>
                </c:pt>
                <c:pt idx="447">
                  <c:v>30.364961000000001</c:v>
                </c:pt>
                <c:pt idx="448">
                  <c:v>30.932106999999998</c:v>
                </c:pt>
                <c:pt idx="449">
                  <c:v>33.104210000000002</c:v>
                </c:pt>
                <c:pt idx="450">
                  <c:v>25.14864</c:v>
                </c:pt>
                <c:pt idx="451">
                  <c:v>32.915773999999999</c:v>
                </c:pt>
                <c:pt idx="452">
                  <c:v>30.465881</c:v>
                </c:pt>
                <c:pt idx="453">
                  <c:v>26.725739999999998</c:v>
                </c:pt>
                <c:pt idx="454">
                  <c:v>25.161963</c:v>
                </c:pt>
                <c:pt idx="455">
                  <c:v>24.471412999999998</c:v>
                </c:pt>
                <c:pt idx="456">
                  <c:v>29.843025999999998</c:v>
                </c:pt>
                <c:pt idx="457">
                  <c:v>24.203562000000002</c:v>
                </c:pt>
                <c:pt idx="458">
                  <c:v>30.872440000000001</c:v>
                </c:pt>
                <c:pt idx="459">
                  <c:v>29.267859999999999</c:v>
                </c:pt>
                <c:pt idx="460">
                  <c:v>28.137644999999999</c:v>
                </c:pt>
                <c:pt idx="461">
                  <c:v>23.024812000000001</c:v>
                </c:pt>
                <c:pt idx="462">
                  <c:v>25.288367000000001</c:v>
                </c:pt>
                <c:pt idx="463">
                  <c:v>27.054157</c:v>
                </c:pt>
                <c:pt idx="464">
                  <c:v>17.383548000000001</c:v>
                </c:pt>
                <c:pt idx="465">
                  <c:v>31.667048999999999</c:v>
                </c:pt>
                <c:pt idx="466">
                  <c:v>31.978278</c:v>
                </c:pt>
                <c:pt idx="467">
                  <c:v>31.741796999999998</c:v>
                </c:pt>
                <c:pt idx="468">
                  <c:v>29.335189</c:v>
                </c:pt>
                <c:pt idx="469">
                  <c:v>27.283525000000001</c:v>
                </c:pt>
                <c:pt idx="470">
                  <c:v>31.955185</c:v>
                </c:pt>
                <c:pt idx="471">
                  <c:v>33.445022000000002</c:v>
                </c:pt>
                <c:pt idx="472">
                  <c:v>31.41987</c:v>
                </c:pt>
                <c:pt idx="473">
                  <c:v>33.313012999999998</c:v>
                </c:pt>
                <c:pt idx="474">
                  <c:v>32.147627</c:v>
                </c:pt>
                <c:pt idx="475">
                  <c:v>28.950367</c:v>
                </c:pt>
                <c:pt idx="476">
                  <c:v>31.664981999999998</c:v>
                </c:pt>
                <c:pt idx="477">
                  <c:v>29.411757999999999</c:v>
                </c:pt>
                <c:pt idx="478">
                  <c:v>29.391929000000001</c:v>
                </c:pt>
                <c:pt idx="479">
                  <c:v>30.821491999999999</c:v>
                </c:pt>
                <c:pt idx="480">
                  <c:v>29.338604</c:v>
                </c:pt>
                <c:pt idx="481">
                  <c:v>31.675829</c:v>
                </c:pt>
                <c:pt idx="482">
                  <c:v>27.507968000000002</c:v>
                </c:pt>
                <c:pt idx="483">
                  <c:v>27.073367000000001</c:v>
                </c:pt>
                <c:pt idx="484">
                  <c:v>24.686669999999999</c:v>
                </c:pt>
                <c:pt idx="485">
                  <c:v>30.142399999999999</c:v>
                </c:pt>
                <c:pt idx="486">
                  <c:v>33.520842999999999</c:v>
                </c:pt>
                <c:pt idx="487">
                  <c:v>34.501347000000003</c:v>
                </c:pt>
                <c:pt idx="488">
                  <c:v>27.603715000000001</c:v>
                </c:pt>
                <c:pt idx="489">
                  <c:v>30.763688999999999</c:v>
                </c:pt>
                <c:pt idx="490">
                  <c:v>31.453385999999998</c:v>
                </c:pt>
                <c:pt idx="491">
                  <c:v>30.493998000000001</c:v>
                </c:pt>
                <c:pt idx="492">
                  <c:v>31.912613</c:v>
                </c:pt>
                <c:pt idx="493">
                  <c:v>29.913853</c:v>
                </c:pt>
                <c:pt idx="494">
                  <c:v>28.296756999999999</c:v>
                </c:pt>
                <c:pt idx="495">
                  <c:v>28.146977</c:v>
                </c:pt>
                <c:pt idx="496">
                  <c:v>30.929023999999998</c:v>
                </c:pt>
                <c:pt idx="497">
                  <c:v>30.760102</c:v>
                </c:pt>
                <c:pt idx="498">
                  <c:v>26.829613999999999</c:v>
                </c:pt>
                <c:pt idx="499">
                  <c:v>24.471052</c:v>
                </c:pt>
                <c:pt idx="500">
                  <c:v>31.709683999999999</c:v>
                </c:pt>
                <c:pt idx="501">
                  <c:v>31.310917</c:v>
                </c:pt>
                <c:pt idx="502">
                  <c:v>30.911944999999999</c:v>
                </c:pt>
                <c:pt idx="503">
                  <c:v>29.908200999999998</c:v>
                </c:pt>
                <c:pt idx="504">
                  <c:v>28.658825</c:v>
                </c:pt>
                <c:pt idx="505">
                  <c:v>31.599278999999999</c:v>
                </c:pt>
                <c:pt idx="506">
                  <c:v>31.636353</c:v>
                </c:pt>
                <c:pt idx="507">
                  <c:v>30.171606000000001</c:v>
                </c:pt>
                <c:pt idx="508">
                  <c:v>27.247658999999999</c:v>
                </c:pt>
                <c:pt idx="509">
                  <c:v>29.682663999999999</c:v>
                </c:pt>
                <c:pt idx="510">
                  <c:v>30.241674</c:v>
                </c:pt>
                <c:pt idx="511">
                  <c:v>29.687766</c:v>
                </c:pt>
                <c:pt idx="512">
                  <c:v>30.489404</c:v>
                </c:pt>
                <c:pt idx="513">
                  <c:v>30.949736000000001</c:v>
                </c:pt>
                <c:pt idx="514">
                  <c:v>25.856304999999999</c:v>
                </c:pt>
                <c:pt idx="515">
                  <c:v>25.377365999999999</c:v>
                </c:pt>
                <c:pt idx="516">
                  <c:v>30.438566000000002</c:v>
                </c:pt>
                <c:pt idx="517">
                  <c:v>29.251729000000001</c:v>
                </c:pt>
                <c:pt idx="518">
                  <c:v>28.976697999999999</c:v>
                </c:pt>
                <c:pt idx="519">
                  <c:v>32.178930000000001</c:v>
                </c:pt>
                <c:pt idx="520">
                  <c:v>34.498046000000002</c:v>
                </c:pt>
                <c:pt idx="521">
                  <c:v>37.884211999999998</c:v>
                </c:pt>
                <c:pt idx="522">
                  <c:v>35.353458000000003</c:v>
                </c:pt>
                <c:pt idx="523">
                  <c:v>31.432793</c:v>
                </c:pt>
                <c:pt idx="524">
                  <c:v>32.189346</c:v>
                </c:pt>
                <c:pt idx="525">
                  <c:v>28.535544999999999</c:v>
                </c:pt>
                <c:pt idx="526">
                  <c:v>27.389453</c:v>
                </c:pt>
                <c:pt idx="527">
                  <c:v>26.130374</c:v>
                </c:pt>
                <c:pt idx="528">
                  <c:v>24.598310000000001</c:v>
                </c:pt>
                <c:pt idx="529">
                  <c:v>27.810616</c:v>
                </c:pt>
                <c:pt idx="530">
                  <c:v>27.997800999999999</c:v>
                </c:pt>
                <c:pt idx="531">
                  <c:v>26.811038</c:v>
                </c:pt>
                <c:pt idx="532">
                  <c:v>30.370332999999999</c:v>
                </c:pt>
                <c:pt idx="533">
                  <c:v>32.337719999999997</c:v>
                </c:pt>
                <c:pt idx="534">
                  <c:v>29.851234000000002</c:v>
                </c:pt>
                <c:pt idx="535">
                  <c:v>30.482005999999998</c:v>
                </c:pt>
                <c:pt idx="536">
                  <c:v>32.417118000000002</c:v>
                </c:pt>
                <c:pt idx="537">
                  <c:v>34.579810000000002</c:v>
                </c:pt>
                <c:pt idx="538">
                  <c:v>32.446620000000003</c:v>
                </c:pt>
                <c:pt idx="539">
                  <c:v>32.555228999999997</c:v>
                </c:pt>
                <c:pt idx="540">
                  <c:v>32.018619000000001</c:v>
                </c:pt>
                <c:pt idx="541">
                  <c:v>31.823858999999999</c:v>
                </c:pt>
                <c:pt idx="542">
                  <c:v>31.656286000000001</c:v>
                </c:pt>
                <c:pt idx="543">
                  <c:v>29.837941000000001</c:v>
                </c:pt>
                <c:pt idx="544">
                  <c:v>28.174612</c:v>
                </c:pt>
                <c:pt idx="545">
                  <c:v>28.181882000000002</c:v>
                </c:pt>
                <c:pt idx="546">
                  <c:v>29.523707000000002</c:v>
                </c:pt>
                <c:pt idx="547">
                  <c:v>31.364799999999999</c:v>
                </c:pt>
                <c:pt idx="548">
                  <c:v>30.467071000000001</c:v>
                </c:pt>
                <c:pt idx="549">
                  <c:v>26.637972999999999</c:v>
                </c:pt>
                <c:pt idx="550">
                  <c:v>32.474355000000003</c:v>
                </c:pt>
                <c:pt idx="551">
                  <c:v>31.108525</c:v>
                </c:pt>
                <c:pt idx="552">
                  <c:v>30.104944</c:v>
                </c:pt>
                <c:pt idx="553">
                  <c:v>32.902051</c:v>
                </c:pt>
                <c:pt idx="554">
                  <c:v>35.763261999999997</c:v>
                </c:pt>
                <c:pt idx="555">
                  <c:v>34.568851000000002</c:v>
                </c:pt>
                <c:pt idx="556">
                  <c:v>36.232098999999998</c:v>
                </c:pt>
                <c:pt idx="557">
                  <c:v>29.566426</c:v>
                </c:pt>
                <c:pt idx="558">
                  <c:v>31.448163000000001</c:v>
                </c:pt>
                <c:pt idx="559">
                  <c:v>30.068173999999999</c:v>
                </c:pt>
                <c:pt idx="560">
                  <c:v>29.854619</c:v>
                </c:pt>
                <c:pt idx="561">
                  <c:v>33.819817</c:v>
                </c:pt>
                <c:pt idx="562">
                  <c:v>34.443489999999997</c:v>
                </c:pt>
                <c:pt idx="563">
                  <c:v>28.733066000000001</c:v>
                </c:pt>
                <c:pt idx="564">
                  <c:v>30.146906000000001</c:v>
                </c:pt>
                <c:pt idx="565">
                  <c:v>32.441476000000002</c:v>
                </c:pt>
                <c:pt idx="566">
                  <c:v>32.631571999999998</c:v>
                </c:pt>
                <c:pt idx="567">
                  <c:v>29.813979</c:v>
                </c:pt>
                <c:pt idx="568">
                  <c:v>32.48959</c:v>
                </c:pt>
                <c:pt idx="569">
                  <c:v>29.735168000000002</c:v>
                </c:pt>
                <c:pt idx="570">
                  <c:v>33.559882999999999</c:v>
                </c:pt>
                <c:pt idx="571">
                  <c:v>31.141734</c:v>
                </c:pt>
                <c:pt idx="572">
                  <c:v>30.934934999999999</c:v>
                </c:pt>
                <c:pt idx="573">
                  <c:v>29.600444</c:v>
                </c:pt>
                <c:pt idx="574">
                  <c:v>34.026116999999999</c:v>
                </c:pt>
                <c:pt idx="575">
                  <c:v>35.076985999999998</c:v>
                </c:pt>
                <c:pt idx="576">
                  <c:v>29.327438999999998</c:v>
                </c:pt>
                <c:pt idx="577">
                  <c:v>27.875786000000002</c:v>
                </c:pt>
                <c:pt idx="578">
                  <c:v>29.326549</c:v>
                </c:pt>
                <c:pt idx="579">
                  <c:v>31.187688999999999</c:v>
                </c:pt>
                <c:pt idx="580">
                  <c:v>30.715395999999998</c:v>
                </c:pt>
                <c:pt idx="581">
                  <c:v>30.306536999999999</c:v>
                </c:pt>
                <c:pt idx="582">
                  <c:v>28.716995000000001</c:v>
                </c:pt>
                <c:pt idx="583">
                  <c:v>32.15119</c:v>
                </c:pt>
                <c:pt idx="584">
                  <c:v>28.785162</c:v>
                </c:pt>
                <c:pt idx="585">
                  <c:v>36.005473000000002</c:v>
                </c:pt>
                <c:pt idx="586">
                  <c:v>32.455117999999999</c:v>
                </c:pt>
                <c:pt idx="587">
                  <c:v>31.516213</c:v>
                </c:pt>
                <c:pt idx="588">
                  <c:v>30.958411999999999</c:v>
                </c:pt>
                <c:pt idx="589">
                  <c:v>31.135363999999999</c:v>
                </c:pt>
                <c:pt idx="590">
                  <c:v>31.013645</c:v>
                </c:pt>
                <c:pt idx="591">
                  <c:v>29.592369000000001</c:v>
                </c:pt>
                <c:pt idx="592">
                  <c:v>31.848272999999999</c:v>
                </c:pt>
                <c:pt idx="593">
                  <c:v>32.036983999999997</c:v>
                </c:pt>
                <c:pt idx="594">
                  <c:v>31.601777999999999</c:v>
                </c:pt>
                <c:pt idx="595">
                  <c:v>32.034433999999997</c:v>
                </c:pt>
                <c:pt idx="596">
                  <c:v>28.874112</c:v>
                </c:pt>
                <c:pt idx="597">
                  <c:v>27.643854000000001</c:v>
                </c:pt>
                <c:pt idx="598">
                  <c:v>30.278822999999999</c:v>
                </c:pt>
                <c:pt idx="599">
                  <c:v>30.052568000000001</c:v>
                </c:pt>
                <c:pt idx="600">
                  <c:v>31.874659000000001</c:v>
                </c:pt>
                <c:pt idx="601">
                  <c:v>34.169528999999997</c:v>
                </c:pt>
                <c:pt idx="602">
                  <c:v>29.977388000000001</c:v>
                </c:pt>
                <c:pt idx="603">
                  <c:v>30.523402999999998</c:v>
                </c:pt>
                <c:pt idx="604">
                  <c:v>30.489308999999999</c:v>
                </c:pt>
                <c:pt idx="605">
                  <c:v>32.657214000000003</c:v>
                </c:pt>
                <c:pt idx="606">
                  <c:v>31.953067000000001</c:v>
                </c:pt>
                <c:pt idx="607">
                  <c:v>32.253537999999999</c:v>
                </c:pt>
                <c:pt idx="608">
                  <c:v>33.988052000000003</c:v>
                </c:pt>
                <c:pt idx="609">
                  <c:v>27.606081</c:v>
                </c:pt>
                <c:pt idx="610">
                  <c:v>32.756884999999997</c:v>
                </c:pt>
                <c:pt idx="611">
                  <c:v>28.462565999999999</c:v>
                </c:pt>
                <c:pt idx="612">
                  <c:v>30.536525000000001</c:v>
                </c:pt>
                <c:pt idx="613">
                  <c:v>31.459602</c:v>
                </c:pt>
                <c:pt idx="614">
                  <c:v>31.430374</c:v>
                </c:pt>
                <c:pt idx="615">
                  <c:v>33.158250000000002</c:v>
                </c:pt>
                <c:pt idx="616">
                  <c:v>29.205684000000002</c:v>
                </c:pt>
                <c:pt idx="617">
                  <c:v>31.967977000000001</c:v>
                </c:pt>
                <c:pt idx="618">
                  <c:v>25.308284</c:v>
                </c:pt>
                <c:pt idx="619">
                  <c:v>31.955679</c:v>
                </c:pt>
                <c:pt idx="620">
                  <c:v>35.932358000000001</c:v>
                </c:pt>
                <c:pt idx="621">
                  <c:v>30.884446000000001</c:v>
                </c:pt>
                <c:pt idx="622">
                  <c:v>29.984942</c:v>
                </c:pt>
                <c:pt idx="623">
                  <c:v>31.333212</c:v>
                </c:pt>
                <c:pt idx="624">
                  <c:v>27.842649999999999</c:v>
                </c:pt>
                <c:pt idx="625">
                  <c:v>26.729733</c:v>
                </c:pt>
                <c:pt idx="626">
                  <c:v>35.441082999999999</c:v>
                </c:pt>
                <c:pt idx="627">
                  <c:v>35.873696000000002</c:v>
                </c:pt>
                <c:pt idx="628">
                  <c:v>29.966366000000001</c:v>
                </c:pt>
                <c:pt idx="629">
                  <c:v>28.354324999999999</c:v>
                </c:pt>
                <c:pt idx="630">
                  <c:v>28.875192999999999</c:v>
                </c:pt>
                <c:pt idx="631">
                  <c:v>36.951596000000002</c:v>
                </c:pt>
                <c:pt idx="632">
                  <c:v>30.636191</c:v>
                </c:pt>
                <c:pt idx="633">
                  <c:v>31.361695999999998</c:v>
                </c:pt>
                <c:pt idx="634">
                  <c:v>30.610116999999999</c:v>
                </c:pt>
                <c:pt idx="635">
                  <c:v>31.725612999999999</c:v>
                </c:pt>
                <c:pt idx="636">
                  <c:v>29.273436</c:v>
                </c:pt>
                <c:pt idx="637">
                  <c:v>27.891376999999999</c:v>
                </c:pt>
                <c:pt idx="638">
                  <c:v>30.715599999999998</c:v>
                </c:pt>
                <c:pt idx="639">
                  <c:v>31.851989</c:v>
                </c:pt>
                <c:pt idx="640">
                  <c:v>36.026403999999999</c:v>
                </c:pt>
                <c:pt idx="641">
                  <c:v>28.278459999999999</c:v>
                </c:pt>
                <c:pt idx="642">
                  <c:v>26.303471999999999</c:v>
                </c:pt>
                <c:pt idx="643">
                  <c:v>31.564409000000001</c:v>
                </c:pt>
                <c:pt idx="644">
                  <c:v>33.139321000000002</c:v>
                </c:pt>
                <c:pt idx="645">
                  <c:v>31.499157</c:v>
                </c:pt>
                <c:pt idx="646">
                  <c:v>29.367699999999999</c:v>
                </c:pt>
                <c:pt idx="647">
                  <c:v>30.086689</c:v>
                </c:pt>
                <c:pt idx="648">
                  <c:v>40.348210999999999</c:v>
                </c:pt>
                <c:pt idx="649">
                  <c:v>28.868728999999998</c:v>
                </c:pt>
                <c:pt idx="650">
                  <c:v>34.877150999999998</c:v>
                </c:pt>
                <c:pt idx="651">
                  <c:v>28.463498000000001</c:v>
                </c:pt>
                <c:pt idx="652">
                  <c:v>33.004688999999999</c:v>
                </c:pt>
                <c:pt idx="653">
                  <c:v>31.144601999999999</c:v>
                </c:pt>
                <c:pt idx="654">
                  <c:v>29.715498</c:v>
                </c:pt>
                <c:pt idx="655">
                  <c:v>31.101838999999998</c:v>
                </c:pt>
                <c:pt idx="656">
                  <c:v>32.171720000000001</c:v>
                </c:pt>
                <c:pt idx="657">
                  <c:v>32.573414999999997</c:v>
                </c:pt>
                <c:pt idx="658">
                  <c:v>31.994888</c:v>
                </c:pt>
                <c:pt idx="659">
                  <c:v>33.051734000000003</c:v>
                </c:pt>
                <c:pt idx="660">
                  <c:v>30.610911000000002</c:v>
                </c:pt>
                <c:pt idx="661">
                  <c:v>30.895436</c:v>
                </c:pt>
                <c:pt idx="662">
                  <c:v>35.347664999999999</c:v>
                </c:pt>
                <c:pt idx="663">
                  <c:v>27.700669000000001</c:v>
                </c:pt>
                <c:pt idx="664">
                  <c:v>28.749157</c:v>
                </c:pt>
                <c:pt idx="665">
                  <c:v>25.230616999999999</c:v>
                </c:pt>
                <c:pt idx="666">
                  <c:v>26.197649999999999</c:v>
                </c:pt>
                <c:pt idx="667">
                  <c:v>30.350845</c:v>
                </c:pt>
                <c:pt idx="668">
                  <c:v>29.718264999999999</c:v>
                </c:pt>
                <c:pt idx="669">
                  <c:v>35.607798000000003</c:v>
                </c:pt>
                <c:pt idx="670">
                  <c:v>33.948062</c:v>
                </c:pt>
                <c:pt idx="671">
                  <c:v>33.821826999999999</c:v>
                </c:pt>
                <c:pt idx="672">
                  <c:v>42.266432999999999</c:v>
                </c:pt>
                <c:pt idx="673">
                  <c:v>32.984802999999999</c:v>
                </c:pt>
                <c:pt idx="674">
                  <c:v>33.545484999999999</c:v>
                </c:pt>
                <c:pt idx="675">
                  <c:v>31.172260000000001</c:v>
                </c:pt>
                <c:pt idx="676">
                  <c:v>34.895567</c:v>
                </c:pt>
                <c:pt idx="677">
                  <c:v>32.264870999999999</c:v>
                </c:pt>
                <c:pt idx="678">
                  <c:v>32.242339999999999</c:v>
                </c:pt>
                <c:pt idx="679">
                  <c:v>31.897541</c:v>
                </c:pt>
                <c:pt idx="680">
                  <c:v>30.893636999999998</c:v>
                </c:pt>
                <c:pt idx="681">
                  <c:v>30.937297999999998</c:v>
                </c:pt>
                <c:pt idx="682">
                  <c:v>28.301888999999999</c:v>
                </c:pt>
                <c:pt idx="683">
                  <c:v>27.903105</c:v>
                </c:pt>
                <c:pt idx="684">
                  <c:v>34.866619</c:v>
                </c:pt>
                <c:pt idx="685">
                  <c:v>39.185825999999999</c:v>
                </c:pt>
                <c:pt idx="686">
                  <c:v>27.645513000000001</c:v>
                </c:pt>
                <c:pt idx="687">
                  <c:v>28.110322</c:v>
                </c:pt>
                <c:pt idx="688">
                  <c:v>26.016953999999998</c:v>
                </c:pt>
                <c:pt idx="689">
                  <c:v>29.431971999999998</c:v>
                </c:pt>
                <c:pt idx="690">
                  <c:v>34.042712000000002</c:v>
                </c:pt>
                <c:pt idx="691">
                  <c:v>30.141144000000001</c:v>
                </c:pt>
                <c:pt idx="692">
                  <c:v>35.104807999999998</c:v>
                </c:pt>
                <c:pt idx="693">
                  <c:v>31.897611999999999</c:v>
                </c:pt>
                <c:pt idx="694">
                  <c:v>29.571783</c:v>
                </c:pt>
                <c:pt idx="695">
                  <c:v>29.770712</c:v>
                </c:pt>
                <c:pt idx="696">
                  <c:v>33.731720000000003</c:v>
                </c:pt>
                <c:pt idx="697">
                  <c:v>35.289530999999997</c:v>
                </c:pt>
                <c:pt idx="698">
                  <c:v>30.136445999999999</c:v>
                </c:pt>
                <c:pt idx="699">
                  <c:v>36.868858000000003</c:v>
                </c:pt>
                <c:pt idx="700">
                  <c:v>29.482333000000001</c:v>
                </c:pt>
                <c:pt idx="701">
                  <c:v>30.949725999999998</c:v>
                </c:pt>
                <c:pt idx="702">
                  <c:v>31.639686000000001</c:v>
                </c:pt>
                <c:pt idx="703">
                  <c:v>32.415500000000002</c:v>
                </c:pt>
                <c:pt idx="704">
                  <c:v>28.294574999999998</c:v>
                </c:pt>
                <c:pt idx="705">
                  <c:v>32.49212</c:v>
                </c:pt>
                <c:pt idx="706">
                  <c:v>29.264641999999998</c:v>
                </c:pt>
                <c:pt idx="707">
                  <c:v>28.339694000000001</c:v>
                </c:pt>
                <c:pt idx="708">
                  <c:v>32.860846000000002</c:v>
                </c:pt>
                <c:pt idx="709">
                  <c:v>33.138230999999998</c:v>
                </c:pt>
                <c:pt idx="710">
                  <c:v>34.521233000000002</c:v>
                </c:pt>
                <c:pt idx="711">
                  <c:v>30.580862</c:v>
                </c:pt>
                <c:pt idx="712">
                  <c:v>25.004677000000001</c:v>
                </c:pt>
                <c:pt idx="713">
                  <c:v>29.469132999999999</c:v>
                </c:pt>
                <c:pt idx="714">
                  <c:v>28.214914</c:v>
                </c:pt>
                <c:pt idx="715">
                  <c:v>27.67042</c:v>
                </c:pt>
                <c:pt idx="716">
                  <c:v>30.67268</c:v>
                </c:pt>
                <c:pt idx="717">
                  <c:v>28.861827000000002</c:v>
                </c:pt>
                <c:pt idx="718">
                  <c:v>30.663774</c:v>
                </c:pt>
                <c:pt idx="719">
                  <c:v>28.194317000000002</c:v>
                </c:pt>
                <c:pt idx="720">
                  <c:v>34.778072999999999</c:v>
                </c:pt>
                <c:pt idx="721">
                  <c:v>36.146126000000002</c:v>
                </c:pt>
                <c:pt idx="722">
                  <c:v>35.303981999999998</c:v>
                </c:pt>
                <c:pt idx="723">
                  <c:v>32.872278999999999</c:v>
                </c:pt>
                <c:pt idx="724">
                  <c:v>33.347836999999998</c:v>
                </c:pt>
                <c:pt idx="725">
                  <c:v>29.760964000000001</c:v>
                </c:pt>
                <c:pt idx="726">
                  <c:v>31.526610000000002</c:v>
                </c:pt>
                <c:pt idx="727">
                  <c:v>27.581958</c:v>
                </c:pt>
                <c:pt idx="728">
                  <c:v>33.170696</c:v>
                </c:pt>
                <c:pt idx="729">
                  <c:v>31.750921999999999</c:v>
                </c:pt>
                <c:pt idx="730">
                  <c:v>29.37229</c:v>
                </c:pt>
                <c:pt idx="731">
                  <c:v>33.660567999999998</c:v>
                </c:pt>
                <c:pt idx="732">
                  <c:v>30.954864000000001</c:v>
                </c:pt>
                <c:pt idx="733">
                  <c:v>22.419304</c:v>
                </c:pt>
                <c:pt idx="734">
                  <c:v>29.745861999999999</c:v>
                </c:pt>
                <c:pt idx="735">
                  <c:v>35.333052000000002</c:v>
                </c:pt>
                <c:pt idx="736">
                  <c:v>28.729852000000001</c:v>
                </c:pt>
                <c:pt idx="737">
                  <c:v>28.580696</c:v>
                </c:pt>
                <c:pt idx="738">
                  <c:v>29.682376000000001</c:v>
                </c:pt>
                <c:pt idx="739">
                  <c:v>28.371451</c:v>
                </c:pt>
                <c:pt idx="740">
                  <c:v>27.210149000000001</c:v>
                </c:pt>
                <c:pt idx="741">
                  <c:v>28.542172999999998</c:v>
                </c:pt>
                <c:pt idx="742">
                  <c:v>27.719726000000001</c:v>
                </c:pt>
                <c:pt idx="743">
                  <c:v>28.961172000000001</c:v>
                </c:pt>
                <c:pt idx="744">
                  <c:v>31.172141</c:v>
                </c:pt>
                <c:pt idx="745">
                  <c:v>31.448789000000001</c:v>
                </c:pt>
                <c:pt idx="746">
                  <c:v>35.219116999999997</c:v>
                </c:pt>
                <c:pt idx="747">
                  <c:v>35.809382999999997</c:v>
                </c:pt>
                <c:pt idx="748">
                  <c:v>31.922242000000001</c:v>
                </c:pt>
                <c:pt idx="749">
                  <c:v>32.531934</c:v>
                </c:pt>
                <c:pt idx="750">
                  <c:v>31.877600999999999</c:v>
                </c:pt>
                <c:pt idx="751">
                  <c:v>28.821047</c:v>
                </c:pt>
                <c:pt idx="752">
                  <c:v>25.760567999999999</c:v>
                </c:pt>
                <c:pt idx="753">
                  <c:v>28.225232999999999</c:v>
                </c:pt>
                <c:pt idx="754">
                  <c:v>28.414762</c:v>
                </c:pt>
                <c:pt idx="755">
                  <c:v>30.787980000000001</c:v>
                </c:pt>
                <c:pt idx="756">
                  <c:v>31.022562000000001</c:v>
                </c:pt>
                <c:pt idx="757">
                  <c:v>27.145693000000001</c:v>
                </c:pt>
                <c:pt idx="758">
                  <c:v>28.779161999999999</c:v>
                </c:pt>
                <c:pt idx="759">
                  <c:v>24.060138999999999</c:v>
                </c:pt>
                <c:pt idx="760">
                  <c:v>27.463903999999999</c:v>
                </c:pt>
                <c:pt idx="761">
                  <c:v>26.302206000000002</c:v>
                </c:pt>
                <c:pt idx="762">
                  <c:v>28.710764000000001</c:v>
                </c:pt>
                <c:pt idx="763">
                  <c:v>26.906663999999999</c:v>
                </c:pt>
                <c:pt idx="764">
                  <c:v>30.969494999999998</c:v>
                </c:pt>
                <c:pt idx="765">
                  <c:v>29.192596999999999</c:v>
                </c:pt>
                <c:pt idx="766">
                  <c:v>31.289283999999999</c:v>
                </c:pt>
                <c:pt idx="767">
                  <c:v>30.108356000000001</c:v>
                </c:pt>
                <c:pt idx="768">
                  <c:v>33.94885</c:v>
                </c:pt>
                <c:pt idx="769">
                  <c:v>28.450409000000001</c:v>
                </c:pt>
                <c:pt idx="770">
                  <c:v>34.393208000000001</c:v>
                </c:pt>
                <c:pt idx="771">
                  <c:v>30.921631999999999</c:v>
                </c:pt>
                <c:pt idx="772">
                  <c:v>31.350453000000002</c:v>
                </c:pt>
                <c:pt idx="773">
                  <c:v>31.838090999999999</c:v>
                </c:pt>
                <c:pt idx="774">
                  <c:v>32.318176000000001</c:v>
                </c:pt>
                <c:pt idx="775">
                  <c:v>27.590354000000001</c:v>
                </c:pt>
                <c:pt idx="776">
                  <c:v>22.662952000000001</c:v>
                </c:pt>
                <c:pt idx="777">
                  <c:v>22.458055999999999</c:v>
                </c:pt>
                <c:pt idx="778">
                  <c:v>21.574210000000001</c:v>
                </c:pt>
                <c:pt idx="779">
                  <c:v>20.255241999999999</c:v>
                </c:pt>
                <c:pt idx="780">
                  <c:v>28.75254</c:v>
                </c:pt>
                <c:pt idx="781">
                  <c:v>23.321622000000001</c:v>
                </c:pt>
                <c:pt idx="782">
                  <c:v>20.808130999999999</c:v>
                </c:pt>
                <c:pt idx="783">
                  <c:v>21.845831</c:v>
                </c:pt>
                <c:pt idx="784">
                  <c:v>24.331697999999999</c:v>
                </c:pt>
                <c:pt idx="785">
                  <c:v>28.209218</c:v>
                </c:pt>
                <c:pt idx="786">
                  <c:v>29.06615</c:v>
                </c:pt>
                <c:pt idx="787">
                  <c:v>28.577622000000002</c:v>
                </c:pt>
                <c:pt idx="788">
                  <c:v>30.142322</c:v>
                </c:pt>
                <c:pt idx="789">
                  <c:v>35.901322999999998</c:v>
                </c:pt>
                <c:pt idx="790">
                  <c:v>33.210985999999998</c:v>
                </c:pt>
                <c:pt idx="791">
                  <c:v>35.215764</c:v>
                </c:pt>
                <c:pt idx="792">
                  <c:v>33.351260000000003</c:v>
                </c:pt>
                <c:pt idx="793">
                  <c:v>28.318674000000001</c:v>
                </c:pt>
                <c:pt idx="794">
                  <c:v>28.938381</c:v>
                </c:pt>
                <c:pt idx="795">
                  <c:v>27.388597000000001</c:v>
                </c:pt>
                <c:pt idx="796">
                  <c:v>26.058584</c:v>
                </c:pt>
                <c:pt idx="797">
                  <c:v>23.877564</c:v>
                </c:pt>
                <c:pt idx="798">
                  <c:v>26.919934999999999</c:v>
                </c:pt>
                <c:pt idx="799">
                  <c:v>26.624324000000001</c:v>
                </c:pt>
                <c:pt idx="800">
                  <c:v>22.494638999999999</c:v>
                </c:pt>
                <c:pt idx="801">
                  <c:v>28.572409</c:v>
                </c:pt>
                <c:pt idx="802">
                  <c:v>30.495045999999999</c:v>
                </c:pt>
                <c:pt idx="803">
                  <c:v>30.702283999999999</c:v>
                </c:pt>
                <c:pt idx="804">
                  <c:v>29.921171000000001</c:v>
                </c:pt>
                <c:pt idx="805">
                  <c:v>34.450074999999998</c:v>
                </c:pt>
                <c:pt idx="806">
                  <c:v>33.623119000000003</c:v>
                </c:pt>
                <c:pt idx="807">
                  <c:v>35.269747000000002</c:v>
                </c:pt>
                <c:pt idx="808">
                  <c:v>35.119563999999997</c:v>
                </c:pt>
                <c:pt idx="809">
                  <c:v>29.868117999999999</c:v>
                </c:pt>
                <c:pt idx="810">
                  <c:v>30.064665999999999</c:v>
                </c:pt>
                <c:pt idx="811">
                  <c:v>27.406932999999999</c:v>
                </c:pt>
                <c:pt idx="812">
                  <c:v>35.105604</c:v>
                </c:pt>
                <c:pt idx="813">
                  <c:v>30.429597000000001</c:v>
                </c:pt>
                <c:pt idx="814">
                  <c:v>30.291307</c:v>
                </c:pt>
                <c:pt idx="815">
                  <c:v>23.016618000000001</c:v>
                </c:pt>
                <c:pt idx="816">
                  <c:v>20.804919999999999</c:v>
                </c:pt>
                <c:pt idx="817">
                  <c:v>30.510204999999999</c:v>
                </c:pt>
                <c:pt idx="818">
                  <c:v>27.408709000000002</c:v>
                </c:pt>
                <c:pt idx="819">
                  <c:v>29.915039</c:v>
                </c:pt>
                <c:pt idx="820">
                  <c:v>26.046771</c:v>
                </c:pt>
                <c:pt idx="821">
                  <c:v>33.070757</c:v>
                </c:pt>
                <c:pt idx="822">
                  <c:v>29.373456999999998</c:v>
                </c:pt>
                <c:pt idx="823">
                  <c:v>37.460666000000003</c:v>
                </c:pt>
                <c:pt idx="824">
                  <c:v>29.964178</c:v>
                </c:pt>
                <c:pt idx="825">
                  <c:v>29.388936000000001</c:v>
                </c:pt>
                <c:pt idx="826">
                  <c:v>29.526721999999999</c:v>
                </c:pt>
                <c:pt idx="827">
                  <c:v>27.149289</c:v>
                </c:pt>
                <c:pt idx="828">
                  <c:v>28.043960999999999</c:v>
                </c:pt>
                <c:pt idx="829">
                  <c:v>26.268059000000001</c:v>
                </c:pt>
                <c:pt idx="830">
                  <c:v>24.164625999999998</c:v>
                </c:pt>
                <c:pt idx="831">
                  <c:v>25.901351999999999</c:v>
                </c:pt>
                <c:pt idx="832">
                  <c:v>29.690317</c:v>
                </c:pt>
                <c:pt idx="833">
                  <c:v>30.412860999999999</c:v>
                </c:pt>
                <c:pt idx="834">
                  <c:v>26.941025</c:v>
                </c:pt>
                <c:pt idx="835">
                  <c:v>29.006817999999999</c:v>
                </c:pt>
                <c:pt idx="836">
                  <c:v>27.956582999999998</c:v>
                </c:pt>
                <c:pt idx="837">
                  <c:v>32.196852999999997</c:v>
                </c:pt>
                <c:pt idx="838">
                  <c:v>33.010945999999997</c:v>
                </c:pt>
                <c:pt idx="839">
                  <c:v>31.784818999999999</c:v>
                </c:pt>
                <c:pt idx="840">
                  <c:v>30.405110000000001</c:v>
                </c:pt>
                <c:pt idx="841">
                  <c:v>30.266335000000002</c:v>
                </c:pt>
                <c:pt idx="842">
                  <c:v>26.292086999999999</c:v>
                </c:pt>
                <c:pt idx="843">
                  <c:v>27.285830000000001</c:v>
                </c:pt>
                <c:pt idx="844">
                  <c:v>23.923729999999999</c:v>
                </c:pt>
                <c:pt idx="845">
                  <c:v>24.844776</c:v>
                </c:pt>
                <c:pt idx="846">
                  <c:v>32.379843999999999</c:v>
                </c:pt>
                <c:pt idx="847">
                  <c:v>26.505562000000001</c:v>
                </c:pt>
                <c:pt idx="848">
                  <c:v>26.985327000000002</c:v>
                </c:pt>
                <c:pt idx="849">
                  <c:v>30.061081999999999</c:v>
                </c:pt>
                <c:pt idx="850">
                  <c:v>28.372499000000001</c:v>
                </c:pt>
                <c:pt idx="851">
                  <c:v>29.850804</c:v>
                </c:pt>
                <c:pt idx="852">
                  <c:v>32.655295000000002</c:v>
                </c:pt>
                <c:pt idx="853">
                  <c:v>33.004308999999999</c:v>
                </c:pt>
                <c:pt idx="854">
                  <c:v>24.952559999999998</c:v>
                </c:pt>
                <c:pt idx="855">
                  <c:v>32.316524000000001</c:v>
                </c:pt>
                <c:pt idx="856">
                  <c:v>32.196218000000002</c:v>
                </c:pt>
                <c:pt idx="857">
                  <c:v>31.093803000000001</c:v>
                </c:pt>
                <c:pt idx="858">
                  <c:v>29.861249000000001</c:v>
                </c:pt>
                <c:pt idx="859">
                  <c:v>30.580907</c:v>
                </c:pt>
                <c:pt idx="860">
                  <c:v>30.142265999999999</c:v>
                </c:pt>
                <c:pt idx="861">
                  <c:v>32.948985999999998</c:v>
                </c:pt>
                <c:pt idx="862">
                  <c:v>27.092462999999999</c:v>
                </c:pt>
                <c:pt idx="863">
                  <c:v>29.783103000000001</c:v>
                </c:pt>
                <c:pt idx="864">
                  <c:v>27.430776999999999</c:v>
                </c:pt>
                <c:pt idx="865">
                  <c:v>29.047049000000001</c:v>
                </c:pt>
                <c:pt idx="866">
                  <c:v>28.929684000000002</c:v>
                </c:pt>
                <c:pt idx="867">
                  <c:v>23.130918999999999</c:v>
                </c:pt>
                <c:pt idx="868">
                  <c:v>29.245524</c:v>
                </c:pt>
                <c:pt idx="869">
                  <c:v>29.157198999999999</c:v>
                </c:pt>
                <c:pt idx="870">
                  <c:v>32.654752000000002</c:v>
                </c:pt>
                <c:pt idx="871">
                  <c:v>25.128822</c:v>
                </c:pt>
                <c:pt idx="872">
                  <c:v>30.784241000000002</c:v>
                </c:pt>
                <c:pt idx="873">
                  <c:v>29.570875999999998</c:v>
                </c:pt>
                <c:pt idx="874">
                  <c:v>22.138646000000001</c:v>
                </c:pt>
                <c:pt idx="875">
                  <c:v>19.398461000000001</c:v>
                </c:pt>
                <c:pt idx="876">
                  <c:v>17.744305000000001</c:v>
                </c:pt>
                <c:pt idx="877">
                  <c:v>18.390929</c:v>
                </c:pt>
                <c:pt idx="878">
                  <c:v>30.076788000000001</c:v>
                </c:pt>
                <c:pt idx="879">
                  <c:v>30.982013999999999</c:v>
                </c:pt>
                <c:pt idx="880">
                  <c:v>30.706361999999999</c:v>
                </c:pt>
                <c:pt idx="881">
                  <c:v>31.399374999999999</c:v>
                </c:pt>
                <c:pt idx="882">
                  <c:v>30.809570000000001</c:v>
                </c:pt>
                <c:pt idx="883">
                  <c:v>33.432250000000003</c:v>
                </c:pt>
                <c:pt idx="884">
                  <c:v>24.087263</c:v>
                </c:pt>
                <c:pt idx="885">
                  <c:v>20.648516999999998</c:v>
                </c:pt>
                <c:pt idx="886">
                  <c:v>26.231365</c:v>
                </c:pt>
                <c:pt idx="887">
                  <c:v>28.023861</c:v>
                </c:pt>
                <c:pt idx="888">
                  <c:v>28.90325</c:v>
                </c:pt>
                <c:pt idx="889">
                  <c:v>28.008482000000001</c:v>
                </c:pt>
                <c:pt idx="890">
                  <c:v>25.693363000000002</c:v>
                </c:pt>
                <c:pt idx="891">
                  <c:v>26.333254</c:v>
                </c:pt>
                <c:pt idx="892">
                  <c:v>27.890539</c:v>
                </c:pt>
                <c:pt idx="893">
                  <c:v>26.462968</c:v>
                </c:pt>
                <c:pt idx="894">
                  <c:v>29.834161000000002</c:v>
                </c:pt>
                <c:pt idx="895">
                  <c:v>29.695632</c:v>
                </c:pt>
                <c:pt idx="896">
                  <c:v>33.027504999999998</c:v>
                </c:pt>
                <c:pt idx="897">
                  <c:v>19.630614000000001</c:v>
                </c:pt>
                <c:pt idx="898">
                  <c:v>22.620695000000001</c:v>
                </c:pt>
                <c:pt idx="899">
                  <c:v>18.129715999999998</c:v>
                </c:pt>
                <c:pt idx="900">
                  <c:v>16.707446000000001</c:v>
                </c:pt>
                <c:pt idx="901">
                  <c:v>31.081757</c:v>
                </c:pt>
                <c:pt idx="902">
                  <c:v>30.859280999999999</c:v>
                </c:pt>
                <c:pt idx="903">
                  <c:v>33.696232999999999</c:v>
                </c:pt>
                <c:pt idx="904">
                  <c:v>29.175149999999999</c:v>
                </c:pt>
                <c:pt idx="905">
                  <c:v>28.164701999999998</c:v>
                </c:pt>
                <c:pt idx="906">
                  <c:v>24.175421</c:v>
                </c:pt>
                <c:pt idx="907">
                  <c:v>26.984938</c:v>
                </c:pt>
                <c:pt idx="908">
                  <c:v>24.179162000000002</c:v>
                </c:pt>
                <c:pt idx="909">
                  <c:v>21.856688999999999</c:v>
                </c:pt>
                <c:pt idx="910">
                  <c:v>22.488160000000001</c:v>
                </c:pt>
                <c:pt idx="911">
                  <c:v>24.959232</c:v>
                </c:pt>
                <c:pt idx="912">
                  <c:v>25.80134</c:v>
                </c:pt>
                <c:pt idx="913">
                  <c:v>27.645118</c:v>
                </c:pt>
                <c:pt idx="914">
                  <c:v>20.856477999999999</c:v>
                </c:pt>
                <c:pt idx="915">
                  <c:v>20.087147000000002</c:v>
                </c:pt>
                <c:pt idx="916">
                  <c:v>27.311527999999999</c:v>
                </c:pt>
                <c:pt idx="917">
                  <c:v>25.880490999999999</c:v>
                </c:pt>
                <c:pt idx="918">
                  <c:v>26.023602</c:v>
                </c:pt>
                <c:pt idx="919">
                  <c:v>27.819391</c:v>
                </c:pt>
                <c:pt idx="920">
                  <c:v>27.857824000000001</c:v>
                </c:pt>
                <c:pt idx="921">
                  <c:v>29.904188000000001</c:v>
                </c:pt>
                <c:pt idx="922">
                  <c:v>26.169314</c:v>
                </c:pt>
                <c:pt idx="923">
                  <c:v>20.356482</c:v>
                </c:pt>
                <c:pt idx="924">
                  <c:v>17.415192000000001</c:v>
                </c:pt>
                <c:pt idx="925">
                  <c:v>33.004674999999999</c:v>
                </c:pt>
                <c:pt idx="926">
                  <c:v>32.228065999999998</c:v>
                </c:pt>
                <c:pt idx="927">
                  <c:v>34.188085999999998</c:v>
                </c:pt>
                <c:pt idx="928">
                  <c:v>34.827027999999999</c:v>
                </c:pt>
                <c:pt idx="929">
                  <c:v>26.612441</c:v>
                </c:pt>
                <c:pt idx="930">
                  <c:v>28.773333000000001</c:v>
                </c:pt>
                <c:pt idx="931">
                  <c:v>24.467663000000002</c:v>
                </c:pt>
                <c:pt idx="932">
                  <c:v>25.919492000000002</c:v>
                </c:pt>
                <c:pt idx="933">
                  <c:v>22.524702999999999</c:v>
                </c:pt>
                <c:pt idx="934">
                  <c:v>22.369007</c:v>
                </c:pt>
                <c:pt idx="935">
                  <c:v>18.904259</c:v>
                </c:pt>
                <c:pt idx="936">
                  <c:v>24.273548999999999</c:v>
                </c:pt>
                <c:pt idx="937">
                  <c:v>22.559896999999999</c:v>
                </c:pt>
                <c:pt idx="938">
                  <c:v>24.775891999999999</c:v>
                </c:pt>
                <c:pt idx="939">
                  <c:v>23.69014</c:v>
                </c:pt>
                <c:pt idx="940">
                  <c:v>21.567986999999999</c:v>
                </c:pt>
                <c:pt idx="941">
                  <c:v>22.329049000000001</c:v>
                </c:pt>
                <c:pt idx="942">
                  <c:v>26.205507999999998</c:v>
                </c:pt>
                <c:pt idx="943">
                  <c:v>26.190397000000001</c:v>
                </c:pt>
                <c:pt idx="944">
                  <c:v>18.933192999999999</c:v>
                </c:pt>
                <c:pt idx="945">
                  <c:v>25.227262</c:v>
                </c:pt>
                <c:pt idx="946">
                  <c:v>24.551791000000001</c:v>
                </c:pt>
                <c:pt idx="947">
                  <c:v>17.122143999999999</c:v>
                </c:pt>
                <c:pt idx="948">
                  <c:v>17.908004999999999</c:v>
                </c:pt>
                <c:pt idx="949">
                  <c:v>12.465216</c:v>
                </c:pt>
                <c:pt idx="950">
                  <c:v>32.892524000000002</c:v>
                </c:pt>
                <c:pt idx="951">
                  <c:v>27.889859999999999</c:v>
                </c:pt>
                <c:pt idx="952">
                  <c:v>28.051380000000002</c:v>
                </c:pt>
                <c:pt idx="953">
                  <c:v>31.799119999999998</c:v>
                </c:pt>
                <c:pt idx="954">
                  <c:v>35.088034999999998</c:v>
                </c:pt>
                <c:pt idx="955">
                  <c:v>30.329226999999999</c:v>
                </c:pt>
                <c:pt idx="956">
                  <c:v>25.894327000000001</c:v>
                </c:pt>
                <c:pt idx="957">
                  <c:v>27.099831999999999</c:v>
                </c:pt>
                <c:pt idx="958">
                  <c:v>24.594981000000001</c:v>
                </c:pt>
                <c:pt idx="959">
                  <c:v>24.803743000000001</c:v>
                </c:pt>
                <c:pt idx="960">
                  <c:v>23.014961</c:v>
                </c:pt>
                <c:pt idx="961">
                  <c:v>20.087931000000001</c:v>
                </c:pt>
                <c:pt idx="962">
                  <c:v>26.171961</c:v>
                </c:pt>
                <c:pt idx="963">
                  <c:v>27.528518999999999</c:v>
                </c:pt>
                <c:pt idx="964">
                  <c:v>23.706284</c:v>
                </c:pt>
                <c:pt idx="965">
                  <c:v>19.670081</c:v>
                </c:pt>
                <c:pt idx="966">
                  <c:v>23.914921</c:v>
                </c:pt>
                <c:pt idx="967">
                  <c:v>22.085743999999998</c:v>
                </c:pt>
                <c:pt idx="968">
                  <c:v>28.427339</c:v>
                </c:pt>
                <c:pt idx="969">
                  <c:v>20.177931000000001</c:v>
                </c:pt>
                <c:pt idx="970">
                  <c:v>27.313718999999999</c:v>
                </c:pt>
                <c:pt idx="971">
                  <c:v>23.790431999999999</c:v>
                </c:pt>
                <c:pt idx="972">
                  <c:v>25.926036</c:v>
                </c:pt>
                <c:pt idx="973">
                  <c:v>21.144399</c:v>
                </c:pt>
                <c:pt idx="974">
                  <c:v>32.980490000000003</c:v>
                </c:pt>
                <c:pt idx="975">
                  <c:v>32.130588000000003</c:v>
                </c:pt>
                <c:pt idx="976">
                  <c:v>27.359248000000001</c:v>
                </c:pt>
                <c:pt idx="977">
                  <c:v>24.625295999999999</c:v>
                </c:pt>
                <c:pt idx="978">
                  <c:v>35.352764999999998</c:v>
                </c:pt>
                <c:pt idx="979">
                  <c:v>29.694583999999999</c:v>
                </c:pt>
                <c:pt idx="980">
                  <c:v>31.864930000000001</c:v>
                </c:pt>
                <c:pt idx="981">
                  <c:v>28.873189</c:v>
                </c:pt>
                <c:pt idx="982">
                  <c:v>27.246580000000002</c:v>
                </c:pt>
                <c:pt idx="983">
                  <c:v>24.705962</c:v>
                </c:pt>
                <c:pt idx="984">
                  <c:v>21.116817999999999</c:v>
                </c:pt>
                <c:pt idx="985">
                  <c:v>19.143115999999999</c:v>
                </c:pt>
                <c:pt idx="986">
                  <c:v>20.144272999999998</c:v>
                </c:pt>
                <c:pt idx="987">
                  <c:v>22.23189</c:v>
                </c:pt>
                <c:pt idx="988">
                  <c:v>13.367774000000001</c:v>
                </c:pt>
                <c:pt idx="989">
                  <c:v>14.535648999999999</c:v>
                </c:pt>
                <c:pt idx="990">
                  <c:v>24.615677999999999</c:v>
                </c:pt>
                <c:pt idx="991">
                  <c:v>23.676715000000002</c:v>
                </c:pt>
                <c:pt idx="992">
                  <c:v>30.522646999999999</c:v>
                </c:pt>
                <c:pt idx="993">
                  <c:v>27.937446000000001</c:v>
                </c:pt>
                <c:pt idx="994">
                  <c:v>32.362949</c:v>
                </c:pt>
                <c:pt idx="995">
                  <c:v>25.630822999999999</c:v>
                </c:pt>
                <c:pt idx="996">
                  <c:v>25.968917999999999</c:v>
                </c:pt>
                <c:pt idx="997">
                  <c:v>31.962561000000001</c:v>
                </c:pt>
                <c:pt idx="998">
                  <c:v>31.008410999999999</c:v>
                </c:pt>
                <c:pt idx="999">
                  <c:v>31.818776</c:v>
                </c:pt>
                <c:pt idx="1000">
                  <c:v>25.986203</c:v>
                </c:pt>
                <c:pt idx="1001">
                  <c:v>27.419868999999998</c:v>
                </c:pt>
                <c:pt idx="1002">
                  <c:v>23.197849999999999</c:v>
                </c:pt>
                <c:pt idx="1003">
                  <c:v>26.227557000000001</c:v>
                </c:pt>
                <c:pt idx="1004">
                  <c:v>23.595521000000002</c:v>
                </c:pt>
                <c:pt idx="1005">
                  <c:v>23.909648000000001</c:v>
                </c:pt>
                <c:pt idx="1006">
                  <c:v>15.440378000000001</c:v>
                </c:pt>
                <c:pt idx="1007">
                  <c:v>31.252882</c:v>
                </c:pt>
                <c:pt idx="1008">
                  <c:v>30.780626999999999</c:v>
                </c:pt>
                <c:pt idx="1009">
                  <c:v>26.843294</c:v>
                </c:pt>
                <c:pt idx="1010">
                  <c:v>29.629300000000001</c:v>
                </c:pt>
                <c:pt idx="1011">
                  <c:v>22.877835999999999</c:v>
                </c:pt>
                <c:pt idx="1012">
                  <c:v>30.357510999999999</c:v>
                </c:pt>
                <c:pt idx="1013">
                  <c:v>31.813559999999999</c:v>
                </c:pt>
                <c:pt idx="1014">
                  <c:v>34.433717999999999</c:v>
                </c:pt>
                <c:pt idx="1015">
                  <c:v>23.622502999999998</c:v>
                </c:pt>
                <c:pt idx="1016">
                  <c:v>20.33586</c:v>
                </c:pt>
                <c:pt idx="1017">
                  <c:v>19.861763</c:v>
                </c:pt>
                <c:pt idx="1018">
                  <c:v>20.330798999999999</c:v>
                </c:pt>
                <c:pt idx="1019">
                  <c:v>22.803135000000001</c:v>
                </c:pt>
                <c:pt idx="1020">
                  <c:v>25.987559999999998</c:v>
                </c:pt>
                <c:pt idx="1021">
                  <c:v>19.762991</c:v>
                </c:pt>
                <c:pt idx="1022">
                  <c:v>27.907729</c:v>
                </c:pt>
                <c:pt idx="1023">
                  <c:v>24.220050000000001</c:v>
                </c:pt>
                <c:pt idx="1024">
                  <c:v>22.245488999999999</c:v>
                </c:pt>
                <c:pt idx="1025">
                  <c:v>21.237780000000001</c:v>
                </c:pt>
                <c:pt idx="1026">
                  <c:v>25.249203000000001</c:v>
                </c:pt>
                <c:pt idx="1027">
                  <c:v>26.157662999999999</c:v>
                </c:pt>
                <c:pt idx="1028">
                  <c:v>29.349612</c:v>
                </c:pt>
                <c:pt idx="1029">
                  <c:v>29.147248000000001</c:v>
                </c:pt>
                <c:pt idx="1030">
                  <c:v>23.348974999999999</c:v>
                </c:pt>
                <c:pt idx="1031">
                  <c:v>23.66694</c:v>
                </c:pt>
                <c:pt idx="1032">
                  <c:v>22.914401999999999</c:v>
                </c:pt>
                <c:pt idx="1033">
                  <c:v>23.862369999999999</c:v>
                </c:pt>
                <c:pt idx="1034">
                  <c:v>19.854997999999998</c:v>
                </c:pt>
                <c:pt idx="1035">
                  <c:v>17.680427000000002</c:v>
                </c:pt>
                <c:pt idx="1036">
                  <c:v>28.047181999999999</c:v>
                </c:pt>
                <c:pt idx="1037">
                  <c:v>27.109327</c:v>
                </c:pt>
                <c:pt idx="1038">
                  <c:v>21.355025999999999</c:v>
                </c:pt>
                <c:pt idx="1039">
                  <c:v>22.011968</c:v>
                </c:pt>
                <c:pt idx="1040">
                  <c:v>21.785208999999998</c:v>
                </c:pt>
                <c:pt idx="1041">
                  <c:v>22.048604999999998</c:v>
                </c:pt>
                <c:pt idx="1042">
                  <c:v>24.827089000000001</c:v>
                </c:pt>
                <c:pt idx="1043">
                  <c:v>24.288837000000001</c:v>
                </c:pt>
                <c:pt idx="1044">
                  <c:v>25.207159999999998</c:v>
                </c:pt>
                <c:pt idx="1045">
                  <c:v>20.428982000000001</c:v>
                </c:pt>
                <c:pt idx="1046">
                  <c:v>20.514693000000001</c:v>
                </c:pt>
                <c:pt idx="1047">
                  <c:v>22.236716999999999</c:v>
                </c:pt>
                <c:pt idx="1048">
                  <c:v>22.534103999999999</c:v>
                </c:pt>
                <c:pt idx="1049">
                  <c:v>18.325617999999999</c:v>
                </c:pt>
                <c:pt idx="1050">
                  <c:v>29.161787</c:v>
                </c:pt>
                <c:pt idx="1051">
                  <c:v>26.164535000000001</c:v>
                </c:pt>
                <c:pt idx="1052">
                  <c:v>25.493039</c:v>
                </c:pt>
                <c:pt idx="1053">
                  <c:v>23.673494999999999</c:v>
                </c:pt>
                <c:pt idx="1054">
                  <c:v>21.308720999999998</c:v>
                </c:pt>
                <c:pt idx="1055">
                  <c:v>21.392491</c:v>
                </c:pt>
                <c:pt idx="1056">
                  <c:v>27.767534000000001</c:v>
                </c:pt>
                <c:pt idx="1057">
                  <c:v>23.732989</c:v>
                </c:pt>
                <c:pt idx="1058">
                  <c:v>24.523306000000002</c:v>
                </c:pt>
                <c:pt idx="1059">
                  <c:v>22.896457000000002</c:v>
                </c:pt>
                <c:pt idx="1060">
                  <c:v>23.605307</c:v>
                </c:pt>
                <c:pt idx="1061">
                  <c:v>23.442852999999999</c:v>
                </c:pt>
                <c:pt idx="1062">
                  <c:v>25.7746</c:v>
                </c:pt>
                <c:pt idx="1063">
                  <c:v>24.946532000000001</c:v>
                </c:pt>
                <c:pt idx="1064">
                  <c:v>27.342423</c:v>
                </c:pt>
                <c:pt idx="1065">
                  <c:v>21.961433</c:v>
                </c:pt>
                <c:pt idx="1066">
                  <c:v>26.19436</c:v>
                </c:pt>
                <c:pt idx="1067">
                  <c:v>22.791276</c:v>
                </c:pt>
                <c:pt idx="1068">
                  <c:v>19.066013000000002</c:v>
                </c:pt>
                <c:pt idx="1069">
                  <c:v>28.202444</c:v>
                </c:pt>
                <c:pt idx="1070">
                  <c:v>23.619745000000002</c:v>
                </c:pt>
                <c:pt idx="1071">
                  <c:v>24.289292</c:v>
                </c:pt>
                <c:pt idx="1072">
                  <c:v>18.675314</c:v>
                </c:pt>
                <c:pt idx="1073">
                  <c:v>24.149602000000002</c:v>
                </c:pt>
                <c:pt idx="1074">
                  <c:v>23.75168</c:v>
                </c:pt>
                <c:pt idx="1075">
                  <c:v>21.224346000000001</c:v>
                </c:pt>
                <c:pt idx="1076">
                  <c:v>21.352654000000001</c:v>
                </c:pt>
                <c:pt idx="1077">
                  <c:v>19.552721999999999</c:v>
                </c:pt>
                <c:pt idx="1078">
                  <c:v>15.554482</c:v>
                </c:pt>
                <c:pt idx="1079">
                  <c:v>18.717623</c:v>
                </c:pt>
                <c:pt idx="1080">
                  <c:v>27.741299999999999</c:v>
                </c:pt>
                <c:pt idx="1081">
                  <c:v>20.719847999999999</c:v>
                </c:pt>
                <c:pt idx="1082">
                  <c:v>22.856721</c:v>
                </c:pt>
                <c:pt idx="1083">
                  <c:v>23.956230000000001</c:v>
                </c:pt>
                <c:pt idx="1084">
                  <c:v>22.894030000000001</c:v>
                </c:pt>
                <c:pt idx="1085">
                  <c:v>23.070613000000002</c:v>
                </c:pt>
                <c:pt idx="1086">
                  <c:v>22.732627000000001</c:v>
                </c:pt>
                <c:pt idx="1087">
                  <c:v>21.566320999999999</c:v>
                </c:pt>
                <c:pt idx="1088">
                  <c:v>21.587251999999999</c:v>
                </c:pt>
                <c:pt idx="1089">
                  <c:v>18.887903999999999</c:v>
                </c:pt>
                <c:pt idx="1090">
                  <c:v>23.745127</c:v>
                </c:pt>
                <c:pt idx="1091">
                  <c:v>32.042997999999997</c:v>
                </c:pt>
                <c:pt idx="1092">
                  <c:v>29.386918000000001</c:v>
                </c:pt>
                <c:pt idx="1093">
                  <c:v>22.524035000000001</c:v>
                </c:pt>
                <c:pt idx="1094">
                  <c:v>24.488553</c:v>
                </c:pt>
                <c:pt idx="1095">
                  <c:v>19.016576000000001</c:v>
                </c:pt>
                <c:pt idx="1096">
                  <c:v>24.883908000000002</c:v>
                </c:pt>
                <c:pt idx="1097">
                  <c:v>26.859390999999999</c:v>
                </c:pt>
                <c:pt idx="1098">
                  <c:v>25.024107000000001</c:v>
                </c:pt>
                <c:pt idx="1099">
                  <c:v>21.144414999999999</c:v>
                </c:pt>
                <c:pt idx="1100">
                  <c:v>16.209516000000001</c:v>
                </c:pt>
                <c:pt idx="1101">
                  <c:v>23.727331</c:v>
                </c:pt>
                <c:pt idx="1102">
                  <c:v>21.592210000000001</c:v>
                </c:pt>
                <c:pt idx="1103">
                  <c:v>21.90682</c:v>
                </c:pt>
                <c:pt idx="1104">
                  <c:v>21.036280000000001</c:v>
                </c:pt>
                <c:pt idx="1105">
                  <c:v>23.94558</c:v>
                </c:pt>
                <c:pt idx="1106">
                  <c:v>18.164287999999999</c:v>
                </c:pt>
                <c:pt idx="1107">
                  <c:v>24.300576</c:v>
                </c:pt>
                <c:pt idx="1108">
                  <c:v>26.777144</c:v>
                </c:pt>
                <c:pt idx="1109">
                  <c:v>21.359307000000001</c:v>
                </c:pt>
                <c:pt idx="1110">
                  <c:v>25.272808999999999</c:v>
                </c:pt>
                <c:pt idx="1111">
                  <c:v>24.690670999999998</c:v>
                </c:pt>
                <c:pt idx="1112">
                  <c:v>25.136604999999999</c:v>
                </c:pt>
                <c:pt idx="1113">
                  <c:v>31.387632</c:v>
                </c:pt>
                <c:pt idx="1114">
                  <c:v>29.279313999999999</c:v>
                </c:pt>
                <c:pt idx="1115">
                  <c:v>30.523502000000001</c:v>
                </c:pt>
                <c:pt idx="1116">
                  <c:v>34.728732999999998</c:v>
                </c:pt>
                <c:pt idx="1117">
                  <c:v>34.861055</c:v>
                </c:pt>
                <c:pt idx="1118">
                  <c:v>37.808528000000003</c:v>
                </c:pt>
                <c:pt idx="1119">
                  <c:v>27.343413999999999</c:v>
                </c:pt>
                <c:pt idx="1120">
                  <c:v>21.220946999999999</c:v>
                </c:pt>
                <c:pt idx="1121">
                  <c:v>25.574316</c:v>
                </c:pt>
                <c:pt idx="1122">
                  <c:v>29.201304</c:v>
                </c:pt>
                <c:pt idx="1123">
                  <c:v>28.468648999999999</c:v>
                </c:pt>
                <c:pt idx="1124">
                  <c:v>35.767442000000003</c:v>
                </c:pt>
                <c:pt idx="1125">
                  <c:v>30.741834000000001</c:v>
                </c:pt>
                <c:pt idx="1126">
                  <c:v>36.543353000000003</c:v>
                </c:pt>
                <c:pt idx="1127">
                  <c:v>34.403582999999998</c:v>
                </c:pt>
                <c:pt idx="1128">
                  <c:v>31.672495999999999</c:v>
                </c:pt>
                <c:pt idx="1129">
                  <c:v>29.225269999999998</c:v>
                </c:pt>
                <c:pt idx="1130">
                  <c:v>26.142775</c:v>
                </c:pt>
                <c:pt idx="1131">
                  <c:v>30.598687000000002</c:v>
                </c:pt>
                <c:pt idx="1132">
                  <c:v>32.502513</c:v>
                </c:pt>
                <c:pt idx="1133">
                  <c:v>29.026371000000001</c:v>
                </c:pt>
                <c:pt idx="1134">
                  <c:v>29.108613999999999</c:v>
                </c:pt>
                <c:pt idx="1135">
                  <c:v>35.547435999999998</c:v>
                </c:pt>
                <c:pt idx="1136">
                  <c:v>34.013998000000001</c:v>
                </c:pt>
                <c:pt idx="1137">
                  <c:v>32.909880000000001</c:v>
                </c:pt>
                <c:pt idx="1138">
                  <c:v>33.663977000000003</c:v>
                </c:pt>
                <c:pt idx="1139">
                  <c:v>30.034253</c:v>
                </c:pt>
                <c:pt idx="1140">
                  <c:v>29.983978</c:v>
                </c:pt>
                <c:pt idx="1141">
                  <c:v>31.431560000000001</c:v>
                </c:pt>
                <c:pt idx="1142">
                  <c:v>32.412491000000003</c:v>
                </c:pt>
                <c:pt idx="1143">
                  <c:v>29.688291</c:v>
                </c:pt>
                <c:pt idx="1144">
                  <c:v>32.712935999999999</c:v>
                </c:pt>
                <c:pt idx="1145">
                  <c:v>29.880773000000001</c:v>
                </c:pt>
                <c:pt idx="1146">
                  <c:v>29.959298</c:v>
                </c:pt>
                <c:pt idx="1147">
                  <c:v>31.444030999999999</c:v>
                </c:pt>
              </c:numCache>
            </c:numRef>
          </c:xVal>
          <c:yVal>
            <c:numRef>
              <c:f>'2022'!$C$2:$C$1149</c:f>
              <c:numCache>
                <c:formatCode>0.0</c:formatCode>
                <c:ptCount val="1148"/>
                <c:pt idx="0">
                  <c:v>0.55021799999999998</c:v>
                </c:pt>
                <c:pt idx="1">
                  <c:v>0.43101299999999998</c:v>
                </c:pt>
                <c:pt idx="2">
                  <c:v>0.43170999999999998</c:v>
                </c:pt>
                <c:pt idx="3">
                  <c:v>0.47769899999999998</c:v>
                </c:pt>
                <c:pt idx="4">
                  <c:v>0.55055799999999999</c:v>
                </c:pt>
                <c:pt idx="5">
                  <c:v>0.51599499999999998</c:v>
                </c:pt>
                <c:pt idx="6">
                  <c:v>0.54061700000000001</c:v>
                </c:pt>
                <c:pt idx="7">
                  <c:v>0.44825799999999999</c:v>
                </c:pt>
                <c:pt idx="8">
                  <c:v>0.45210099999999998</c:v>
                </c:pt>
                <c:pt idx="9">
                  <c:v>0.54087799999999997</c:v>
                </c:pt>
                <c:pt idx="10">
                  <c:v>0.43781999999999999</c:v>
                </c:pt>
                <c:pt idx="11">
                  <c:v>0.54254599999999997</c:v>
                </c:pt>
                <c:pt idx="12">
                  <c:v>0.57355900000000004</c:v>
                </c:pt>
                <c:pt idx="13">
                  <c:v>0.435193</c:v>
                </c:pt>
                <c:pt idx="14">
                  <c:v>0.40942499999999998</c:v>
                </c:pt>
                <c:pt idx="15">
                  <c:v>0.52475400000000005</c:v>
                </c:pt>
                <c:pt idx="16">
                  <c:v>0.47638399999999997</c:v>
                </c:pt>
                <c:pt idx="17">
                  <c:v>0.40149400000000002</c:v>
                </c:pt>
                <c:pt idx="18">
                  <c:v>0.55664800000000003</c:v>
                </c:pt>
                <c:pt idx="19">
                  <c:v>0.57882500000000003</c:v>
                </c:pt>
                <c:pt idx="20">
                  <c:v>0.51958199999999999</c:v>
                </c:pt>
                <c:pt idx="21">
                  <c:v>0.57471499999999998</c:v>
                </c:pt>
                <c:pt idx="22">
                  <c:v>0.36336400000000002</c:v>
                </c:pt>
                <c:pt idx="23">
                  <c:v>0.51030600000000004</c:v>
                </c:pt>
                <c:pt idx="24">
                  <c:v>0.42073500000000003</c:v>
                </c:pt>
                <c:pt idx="25">
                  <c:v>0.59728899999999996</c:v>
                </c:pt>
                <c:pt idx="26">
                  <c:v>0.45503500000000002</c:v>
                </c:pt>
                <c:pt idx="27">
                  <c:v>0.438386</c:v>
                </c:pt>
                <c:pt idx="28">
                  <c:v>0.57638800000000001</c:v>
                </c:pt>
                <c:pt idx="29">
                  <c:v>0.51988599999999996</c:v>
                </c:pt>
                <c:pt idx="30">
                  <c:v>0.46266099999999999</c:v>
                </c:pt>
                <c:pt idx="31">
                  <c:v>0.49262899999999998</c:v>
                </c:pt>
                <c:pt idx="32">
                  <c:v>0.46066400000000002</c:v>
                </c:pt>
                <c:pt idx="33">
                  <c:v>0.46479900000000002</c:v>
                </c:pt>
                <c:pt idx="34">
                  <c:v>0.49965799999999999</c:v>
                </c:pt>
                <c:pt idx="35">
                  <c:v>0.39122600000000002</c:v>
                </c:pt>
                <c:pt idx="36">
                  <c:v>0.40593099999999999</c:v>
                </c:pt>
                <c:pt idx="37">
                  <c:v>0.47910000000000003</c:v>
                </c:pt>
                <c:pt idx="38">
                  <c:v>0.58564000000000005</c:v>
                </c:pt>
                <c:pt idx="39">
                  <c:v>0.51990400000000003</c:v>
                </c:pt>
                <c:pt idx="40">
                  <c:v>0.47748400000000002</c:v>
                </c:pt>
                <c:pt idx="41">
                  <c:v>0.25985599999999998</c:v>
                </c:pt>
                <c:pt idx="42">
                  <c:v>0.49446800000000002</c:v>
                </c:pt>
                <c:pt idx="43">
                  <c:v>0.30669400000000002</c:v>
                </c:pt>
                <c:pt idx="44">
                  <c:v>0.477773</c:v>
                </c:pt>
                <c:pt idx="45">
                  <c:v>0.41652899999999998</c:v>
                </c:pt>
                <c:pt idx="46">
                  <c:v>0.45089200000000002</c:v>
                </c:pt>
                <c:pt idx="47">
                  <c:v>0.421267</c:v>
                </c:pt>
                <c:pt idx="48">
                  <c:v>0.42857099999999998</c:v>
                </c:pt>
                <c:pt idx="49">
                  <c:v>0.39942100000000003</c:v>
                </c:pt>
                <c:pt idx="50">
                  <c:v>0.45111499999999999</c:v>
                </c:pt>
                <c:pt idx="51">
                  <c:v>0.52843099999999998</c:v>
                </c:pt>
                <c:pt idx="52">
                  <c:v>0.52421499999999999</c:v>
                </c:pt>
                <c:pt idx="53">
                  <c:v>0.495035</c:v>
                </c:pt>
                <c:pt idx="54">
                  <c:v>0.32242199999999999</c:v>
                </c:pt>
                <c:pt idx="55">
                  <c:v>0.47151599999999999</c:v>
                </c:pt>
                <c:pt idx="56">
                  <c:v>0.439135</c:v>
                </c:pt>
                <c:pt idx="57">
                  <c:v>0.45175100000000001</c:v>
                </c:pt>
                <c:pt idx="58">
                  <c:v>0.36296200000000001</c:v>
                </c:pt>
                <c:pt idx="59">
                  <c:v>0.483288</c:v>
                </c:pt>
                <c:pt idx="60">
                  <c:v>0.53057200000000004</c:v>
                </c:pt>
                <c:pt idx="61">
                  <c:v>0.43146400000000001</c:v>
                </c:pt>
                <c:pt idx="62">
                  <c:v>0.54528200000000004</c:v>
                </c:pt>
                <c:pt idx="63">
                  <c:v>0.53402400000000005</c:v>
                </c:pt>
                <c:pt idx="64">
                  <c:v>0.44269999999999998</c:v>
                </c:pt>
                <c:pt idx="65">
                  <c:v>0.49007800000000001</c:v>
                </c:pt>
                <c:pt idx="66">
                  <c:v>0.40976000000000001</c:v>
                </c:pt>
                <c:pt idx="67">
                  <c:v>0.39716200000000002</c:v>
                </c:pt>
                <c:pt idx="68">
                  <c:v>0.47320200000000001</c:v>
                </c:pt>
                <c:pt idx="69">
                  <c:v>0.46482099999999998</c:v>
                </c:pt>
                <c:pt idx="70">
                  <c:v>0.46210200000000001</c:v>
                </c:pt>
                <c:pt idx="71">
                  <c:v>0.57013400000000003</c:v>
                </c:pt>
                <c:pt idx="72">
                  <c:v>0.47569</c:v>
                </c:pt>
                <c:pt idx="73">
                  <c:v>0.499218</c:v>
                </c:pt>
                <c:pt idx="74">
                  <c:v>0.42430499999999999</c:v>
                </c:pt>
                <c:pt idx="75">
                  <c:v>0.46417900000000001</c:v>
                </c:pt>
                <c:pt idx="76">
                  <c:v>0.483711</c:v>
                </c:pt>
                <c:pt idx="77">
                  <c:v>0.480105</c:v>
                </c:pt>
                <c:pt idx="78">
                  <c:v>0.45351200000000003</c:v>
                </c:pt>
                <c:pt idx="79">
                  <c:v>0.45306299999999999</c:v>
                </c:pt>
                <c:pt idx="80">
                  <c:v>0.53771500000000005</c:v>
                </c:pt>
                <c:pt idx="81">
                  <c:v>0.46583000000000002</c:v>
                </c:pt>
                <c:pt idx="82">
                  <c:v>0.53489299999999995</c:v>
                </c:pt>
                <c:pt idx="83">
                  <c:v>0.45474500000000001</c:v>
                </c:pt>
                <c:pt idx="84">
                  <c:v>0.42332399999999998</c:v>
                </c:pt>
                <c:pt idx="85">
                  <c:v>0.56229600000000002</c:v>
                </c:pt>
                <c:pt idx="86">
                  <c:v>0.46645500000000001</c:v>
                </c:pt>
                <c:pt idx="87">
                  <c:v>0.42301</c:v>
                </c:pt>
                <c:pt idx="88">
                  <c:v>0.43058200000000002</c:v>
                </c:pt>
                <c:pt idx="89">
                  <c:v>0.41375499999999998</c:v>
                </c:pt>
                <c:pt idx="90">
                  <c:v>0.38250099999999998</c:v>
                </c:pt>
                <c:pt idx="91">
                  <c:v>0.455293</c:v>
                </c:pt>
                <c:pt idx="92">
                  <c:v>0.51464699999999997</c:v>
                </c:pt>
                <c:pt idx="93">
                  <c:v>0.467117</c:v>
                </c:pt>
                <c:pt idx="94">
                  <c:v>0.50017400000000001</c:v>
                </c:pt>
                <c:pt idx="95">
                  <c:v>0.53696900000000003</c:v>
                </c:pt>
                <c:pt idx="96">
                  <c:v>0.47287899999999999</c:v>
                </c:pt>
                <c:pt idx="97">
                  <c:v>0.19695399999999999</c:v>
                </c:pt>
                <c:pt idx="98">
                  <c:v>0.32548700000000003</c:v>
                </c:pt>
                <c:pt idx="99">
                  <c:v>0.51612000000000002</c:v>
                </c:pt>
                <c:pt idx="100">
                  <c:v>0.49383500000000002</c:v>
                </c:pt>
                <c:pt idx="101">
                  <c:v>0.53922300000000001</c:v>
                </c:pt>
                <c:pt idx="102">
                  <c:v>0.49038700000000002</c:v>
                </c:pt>
                <c:pt idx="103">
                  <c:v>0.42566999999999999</c:v>
                </c:pt>
                <c:pt idx="104">
                  <c:v>0.525814</c:v>
                </c:pt>
                <c:pt idx="105">
                  <c:v>0.46534500000000001</c:v>
                </c:pt>
                <c:pt idx="106">
                  <c:v>0.52695000000000003</c:v>
                </c:pt>
                <c:pt idx="107">
                  <c:v>0.15087200000000001</c:v>
                </c:pt>
                <c:pt idx="108">
                  <c:v>0.31472800000000001</c:v>
                </c:pt>
                <c:pt idx="109">
                  <c:v>0.41321799999999997</c:v>
                </c:pt>
                <c:pt idx="110">
                  <c:v>0.52412899999999996</c:v>
                </c:pt>
                <c:pt idx="111">
                  <c:v>0.41012500000000002</c:v>
                </c:pt>
                <c:pt idx="112">
                  <c:v>0.53109399999999996</c:v>
                </c:pt>
                <c:pt idx="113">
                  <c:v>0.300064</c:v>
                </c:pt>
                <c:pt idx="114">
                  <c:v>0.50563800000000003</c:v>
                </c:pt>
                <c:pt idx="115">
                  <c:v>0.44326399999999999</c:v>
                </c:pt>
                <c:pt idx="116">
                  <c:v>0.45657900000000001</c:v>
                </c:pt>
                <c:pt idx="117">
                  <c:v>0.47924099999999997</c:v>
                </c:pt>
                <c:pt idx="118">
                  <c:v>0.50048499999999996</c:v>
                </c:pt>
                <c:pt idx="119">
                  <c:v>0.389428</c:v>
                </c:pt>
                <c:pt idx="120">
                  <c:v>0.45957799999999999</c:v>
                </c:pt>
                <c:pt idx="121">
                  <c:v>0.45661600000000002</c:v>
                </c:pt>
                <c:pt idx="122">
                  <c:v>0.47702800000000001</c:v>
                </c:pt>
                <c:pt idx="123">
                  <c:v>0.453073</c:v>
                </c:pt>
                <c:pt idx="124">
                  <c:v>0.43802600000000003</c:v>
                </c:pt>
                <c:pt idx="125">
                  <c:v>0.39294600000000002</c:v>
                </c:pt>
                <c:pt idx="126">
                  <c:v>0.450519</c:v>
                </c:pt>
                <c:pt idx="127">
                  <c:v>0.50973599999999997</c:v>
                </c:pt>
                <c:pt idx="128">
                  <c:v>0.32230799999999998</c:v>
                </c:pt>
                <c:pt idx="129">
                  <c:v>0.49472899999999997</c:v>
                </c:pt>
                <c:pt idx="130">
                  <c:v>0.37563200000000002</c:v>
                </c:pt>
                <c:pt idx="131">
                  <c:v>0.49308800000000003</c:v>
                </c:pt>
                <c:pt idx="132">
                  <c:v>0.47121000000000002</c:v>
                </c:pt>
                <c:pt idx="133">
                  <c:v>0.42810199999999998</c:v>
                </c:pt>
                <c:pt idx="134">
                  <c:v>0.52369600000000005</c:v>
                </c:pt>
                <c:pt idx="135">
                  <c:v>0.502525</c:v>
                </c:pt>
                <c:pt idx="136">
                  <c:v>0.41977199999999998</c:v>
                </c:pt>
                <c:pt idx="137">
                  <c:v>0.20919499999999999</c:v>
                </c:pt>
                <c:pt idx="138">
                  <c:v>0.43774200000000002</c:v>
                </c:pt>
                <c:pt idx="139">
                  <c:v>0.52781</c:v>
                </c:pt>
                <c:pt idx="140">
                  <c:v>0.45392399999999999</c:v>
                </c:pt>
                <c:pt idx="141">
                  <c:v>0.50871699999999997</c:v>
                </c:pt>
                <c:pt idx="142">
                  <c:v>0.40747299999999997</c:v>
                </c:pt>
                <c:pt idx="143">
                  <c:v>0.57025999999999999</c:v>
                </c:pt>
                <c:pt idx="144">
                  <c:v>0.37272100000000002</c:v>
                </c:pt>
                <c:pt idx="145">
                  <c:v>0.53773499999999996</c:v>
                </c:pt>
                <c:pt idx="146">
                  <c:v>0.409748</c:v>
                </c:pt>
                <c:pt idx="147">
                  <c:v>0.45268799999999998</c:v>
                </c:pt>
                <c:pt idx="148">
                  <c:v>0.34673700000000002</c:v>
                </c:pt>
                <c:pt idx="149">
                  <c:v>0.32664100000000001</c:v>
                </c:pt>
                <c:pt idx="150">
                  <c:v>0.34191300000000002</c:v>
                </c:pt>
                <c:pt idx="151">
                  <c:v>0.54047000000000001</c:v>
                </c:pt>
                <c:pt idx="152">
                  <c:v>0.526698</c:v>
                </c:pt>
                <c:pt idx="153">
                  <c:v>0.50734599999999996</c:v>
                </c:pt>
                <c:pt idx="154">
                  <c:v>0.45432699999999998</c:v>
                </c:pt>
                <c:pt idx="155">
                  <c:v>0.46967999999999999</c:v>
                </c:pt>
                <c:pt idx="156">
                  <c:v>0.547678</c:v>
                </c:pt>
                <c:pt idx="157">
                  <c:v>0.47513100000000003</c:v>
                </c:pt>
                <c:pt idx="158">
                  <c:v>0.40689599999999998</c:v>
                </c:pt>
                <c:pt idx="159">
                  <c:v>0.49856</c:v>
                </c:pt>
                <c:pt idx="160">
                  <c:v>0.24947800000000001</c:v>
                </c:pt>
                <c:pt idx="161">
                  <c:v>0.39632899999999999</c:v>
                </c:pt>
                <c:pt idx="162">
                  <c:v>0.43749300000000002</c:v>
                </c:pt>
                <c:pt idx="163">
                  <c:v>0.497697</c:v>
                </c:pt>
                <c:pt idx="164">
                  <c:v>0.42395300000000002</c:v>
                </c:pt>
                <c:pt idx="165">
                  <c:v>0.49184800000000001</c:v>
                </c:pt>
                <c:pt idx="166">
                  <c:v>0.48258000000000001</c:v>
                </c:pt>
                <c:pt idx="167">
                  <c:v>0.43012699999999998</c:v>
                </c:pt>
                <c:pt idx="168">
                  <c:v>0.51630600000000004</c:v>
                </c:pt>
                <c:pt idx="169">
                  <c:v>0.41751500000000002</c:v>
                </c:pt>
                <c:pt idx="170">
                  <c:v>0.38504100000000002</c:v>
                </c:pt>
                <c:pt idx="171">
                  <c:v>0.56095700000000004</c:v>
                </c:pt>
                <c:pt idx="172">
                  <c:v>0.47631899999999999</c:v>
                </c:pt>
                <c:pt idx="173">
                  <c:v>0.39405299999999999</c:v>
                </c:pt>
                <c:pt idx="174">
                  <c:v>0.40300999999999998</c:v>
                </c:pt>
                <c:pt idx="175">
                  <c:v>0.38318000000000002</c:v>
                </c:pt>
                <c:pt idx="176">
                  <c:v>0.42866399999999999</c:v>
                </c:pt>
                <c:pt idx="177">
                  <c:v>0.503552</c:v>
                </c:pt>
                <c:pt idx="178">
                  <c:v>0.37839600000000001</c:v>
                </c:pt>
                <c:pt idx="179">
                  <c:v>0.40125499999999997</c:v>
                </c:pt>
                <c:pt idx="180">
                  <c:v>0.43164000000000002</c:v>
                </c:pt>
                <c:pt idx="181">
                  <c:v>0.49613099999999999</c:v>
                </c:pt>
                <c:pt idx="182">
                  <c:v>0.43884800000000002</c:v>
                </c:pt>
                <c:pt idx="183">
                  <c:v>0.46780699999999997</c:v>
                </c:pt>
                <c:pt idx="184">
                  <c:v>0.376919</c:v>
                </c:pt>
                <c:pt idx="185">
                  <c:v>0.50983400000000001</c:v>
                </c:pt>
                <c:pt idx="186">
                  <c:v>0.57079899999999995</c:v>
                </c:pt>
                <c:pt idx="187">
                  <c:v>0.456986</c:v>
                </c:pt>
                <c:pt idx="188">
                  <c:v>0.44127300000000003</c:v>
                </c:pt>
                <c:pt idx="189">
                  <c:v>0.46556900000000001</c:v>
                </c:pt>
                <c:pt idx="190">
                  <c:v>0.44237700000000002</c:v>
                </c:pt>
                <c:pt idx="191">
                  <c:v>0.51213500000000001</c:v>
                </c:pt>
                <c:pt idx="192">
                  <c:v>0.42310500000000001</c:v>
                </c:pt>
                <c:pt idx="193">
                  <c:v>0.47989199999999999</c:v>
                </c:pt>
                <c:pt idx="194">
                  <c:v>0.403667</c:v>
                </c:pt>
                <c:pt idx="195">
                  <c:v>0.40313599999999999</c:v>
                </c:pt>
                <c:pt idx="196">
                  <c:v>0.39842100000000003</c:v>
                </c:pt>
                <c:pt idx="197">
                  <c:v>0.47784100000000002</c:v>
                </c:pt>
                <c:pt idx="198">
                  <c:v>0.40898400000000001</c:v>
                </c:pt>
                <c:pt idx="199">
                  <c:v>0.476767</c:v>
                </c:pt>
                <c:pt idx="200">
                  <c:v>0.59413800000000005</c:v>
                </c:pt>
                <c:pt idx="201">
                  <c:v>0.58320099999999997</c:v>
                </c:pt>
                <c:pt idx="202">
                  <c:v>0.597526</c:v>
                </c:pt>
                <c:pt idx="203">
                  <c:v>0.57570699999999997</c:v>
                </c:pt>
                <c:pt idx="204">
                  <c:v>0.53015100000000004</c:v>
                </c:pt>
                <c:pt idx="205">
                  <c:v>0.54915400000000003</c:v>
                </c:pt>
                <c:pt idx="206">
                  <c:v>0.68360200000000004</c:v>
                </c:pt>
                <c:pt idx="207">
                  <c:v>0.66086800000000001</c:v>
                </c:pt>
                <c:pt idx="208">
                  <c:v>0.71972700000000001</c:v>
                </c:pt>
                <c:pt idx="209">
                  <c:v>0.56837199999999999</c:v>
                </c:pt>
                <c:pt idx="210">
                  <c:v>0.59348500000000004</c:v>
                </c:pt>
                <c:pt idx="211">
                  <c:v>0.52781900000000004</c:v>
                </c:pt>
                <c:pt idx="212">
                  <c:v>0.48237099999999999</c:v>
                </c:pt>
                <c:pt idx="213">
                  <c:v>0.60492299999999999</c:v>
                </c:pt>
                <c:pt idx="214">
                  <c:v>0.44910499999999998</c:v>
                </c:pt>
                <c:pt idx="215">
                  <c:v>0.58403000000000005</c:v>
                </c:pt>
                <c:pt idx="216">
                  <c:v>0.72869700000000004</c:v>
                </c:pt>
                <c:pt idx="217">
                  <c:v>0.59103300000000003</c:v>
                </c:pt>
                <c:pt idx="218">
                  <c:v>0.627583</c:v>
                </c:pt>
                <c:pt idx="219">
                  <c:v>0.69281400000000004</c:v>
                </c:pt>
                <c:pt idx="220">
                  <c:v>0.57986599999999999</c:v>
                </c:pt>
                <c:pt idx="221">
                  <c:v>0.57684500000000005</c:v>
                </c:pt>
                <c:pt idx="222">
                  <c:v>0.55565100000000001</c:v>
                </c:pt>
                <c:pt idx="223">
                  <c:v>0.61544299999999996</c:v>
                </c:pt>
                <c:pt idx="224">
                  <c:v>0.55852999999999997</c:v>
                </c:pt>
                <c:pt idx="225">
                  <c:v>0.30295800000000001</c:v>
                </c:pt>
                <c:pt idx="226">
                  <c:v>0.287466</c:v>
                </c:pt>
                <c:pt idx="227">
                  <c:v>0.57480900000000001</c:v>
                </c:pt>
                <c:pt idx="228">
                  <c:v>0.75298699999999996</c:v>
                </c:pt>
                <c:pt idx="229">
                  <c:v>0.63658700000000001</c:v>
                </c:pt>
                <c:pt idx="230">
                  <c:v>0.655721</c:v>
                </c:pt>
                <c:pt idx="231">
                  <c:v>0.66200000000000003</c:v>
                </c:pt>
                <c:pt idx="232">
                  <c:v>0.59772499999999995</c:v>
                </c:pt>
                <c:pt idx="233">
                  <c:v>0.62253999999999998</c:v>
                </c:pt>
                <c:pt idx="234">
                  <c:v>0.59326699999999999</c:v>
                </c:pt>
                <c:pt idx="235">
                  <c:v>0.65548700000000004</c:v>
                </c:pt>
                <c:pt idx="236">
                  <c:v>0.62924800000000003</c:v>
                </c:pt>
                <c:pt idx="237">
                  <c:v>0.59389000000000003</c:v>
                </c:pt>
                <c:pt idx="238">
                  <c:v>0.63742100000000002</c:v>
                </c:pt>
                <c:pt idx="239">
                  <c:v>0.58599500000000004</c:v>
                </c:pt>
                <c:pt idx="240">
                  <c:v>0.52735500000000002</c:v>
                </c:pt>
                <c:pt idx="241">
                  <c:v>0.49126399999999998</c:v>
                </c:pt>
                <c:pt idx="242">
                  <c:v>0.53798699999999999</c:v>
                </c:pt>
                <c:pt idx="243">
                  <c:v>0.60033300000000001</c:v>
                </c:pt>
                <c:pt idx="244">
                  <c:v>0.69378899999999999</c:v>
                </c:pt>
                <c:pt idx="245">
                  <c:v>0.63092899999999996</c:v>
                </c:pt>
                <c:pt idx="246">
                  <c:v>0.58647000000000005</c:v>
                </c:pt>
                <c:pt idx="247">
                  <c:v>0.59972899999999996</c:v>
                </c:pt>
                <c:pt idx="248">
                  <c:v>0.52609300000000003</c:v>
                </c:pt>
                <c:pt idx="249">
                  <c:v>0.56081400000000003</c:v>
                </c:pt>
                <c:pt idx="250">
                  <c:v>0.59190200000000004</c:v>
                </c:pt>
                <c:pt idx="251">
                  <c:v>0.55935000000000001</c:v>
                </c:pt>
                <c:pt idx="252">
                  <c:v>0.60576799999999997</c:v>
                </c:pt>
                <c:pt idx="253">
                  <c:v>0.62670400000000004</c:v>
                </c:pt>
                <c:pt idx="254">
                  <c:v>0.47398499999999999</c:v>
                </c:pt>
                <c:pt idx="255">
                  <c:v>0.55023599999999995</c:v>
                </c:pt>
                <c:pt idx="256">
                  <c:v>0.46348600000000001</c:v>
                </c:pt>
                <c:pt idx="257">
                  <c:v>0.34239999999999998</c:v>
                </c:pt>
                <c:pt idx="258">
                  <c:v>0.57550400000000002</c:v>
                </c:pt>
                <c:pt idx="259">
                  <c:v>0.66342800000000002</c:v>
                </c:pt>
                <c:pt idx="260">
                  <c:v>0.533246</c:v>
                </c:pt>
                <c:pt idx="261">
                  <c:v>0.61939200000000005</c:v>
                </c:pt>
                <c:pt idx="262">
                  <c:v>0.59723000000000004</c:v>
                </c:pt>
                <c:pt idx="263">
                  <c:v>0.57242999999999999</c:v>
                </c:pt>
                <c:pt idx="264">
                  <c:v>0.57306400000000002</c:v>
                </c:pt>
                <c:pt idx="265">
                  <c:v>0.61246599999999995</c:v>
                </c:pt>
                <c:pt idx="266">
                  <c:v>0.513046</c:v>
                </c:pt>
                <c:pt idx="267">
                  <c:v>0.57745400000000002</c:v>
                </c:pt>
                <c:pt idx="268">
                  <c:v>0.44083899999999998</c:v>
                </c:pt>
                <c:pt idx="269">
                  <c:v>0.61982899999999996</c:v>
                </c:pt>
                <c:pt idx="270">
                  <c:v>0.58891099999999996</c:v>
                </c:pt>
                <c:pt idx="271">
                  <c:v>0.40989999999999999</c:v>
                </c:pt>
                <c:pt idx="272">
                  <c:v>0.60115600000000002</c:v>
                </c:pt>
                <c:pt idx="273">
                  <c:v>0.55882900000000002</c:v>
                </c:pt>
                <c:pt idx="274">
                  <c:v>0.458034</c:v>
                </c:pt>
                <c:pt idx="275">
                  <c:v>0.55401100000000003</c:v>
                </c:pt>
                <c:pt idx="276">
                  <c:v>0.60453699999999999</c:v>
                </c:pt>
                <c:pt idx="277">
                  <c:v>0.56343799999999999</c:v>
                </c:pt>
                <c:pt idx="278">
                  <c:v>0.59246100000000002</c:v>
                </c:pt>
                <c:pt idx="279">
                  <c:v>0.56289299999999998</c:v>
                </c:pt>
                <c:pt idx="280">
                  <c:v>0.42521700000000001</c:v>
                </c:pt>
                <c:pt idx="281">
                  <c:v>0.59035300000000002</c:v>
                </c:pt>
                <c:pt idx="282">
                  <c:v>0.54016900000000001</c:v>
                </c:pt>
                <c:pt idx="283">
                  <c:v>0.60387400000000002</c:v>
                </c:pt>
                <c:pt idx="284">
                  <c:v>0.66416699999999995</c:v>
                </c:pt>
                <c:pt idx="285">
                  <c:v>0.48646800000000001</c:v>
                </c:pt>
                <c:pt idx="286">
                  <c:v>0.57524299999999995</c:v>
                </c:pt>
                <c:pt idx="287">
                  <c:v>0.52849900000000005</c:v>
                </c:pt>
                <c:pt idx="288">
                  <c:v>0.58444799999999997</c:v>
                </c:pt>
                <c:pt idx="289">
                  <c:v>0.62126000000000003</c:v>
                </c:pt>
                <c:pt idx="290">
                  <c:v>0.44503399999999999</c:v>
                </c:pt>
                <c:pt idx="291">
                  <c:v>0.47539500000000001</c:v>
                </c:pt>
                <c:pt idx="292">
                  <c:v>0.425981</c:v>
                </c:pt>
                <c:pt idx="293">
                  <c:v>0.47362700000000002</c:v>
                </c:pt>
                <c:pt idx="294">
                  <c:v>0.62353800000000004</c:v>
                </c:pt>
                <c:pt idx="295">
                  <c:v>0.63348899999999997</c:v>
                </c:pt>
                <c:pt idx="296">
                  <c:v>0.36658299999999999</c:v>
                </c:pt>
                <c:pt idx="297">
                  <c:v>0.48603800000000003</c:v>
                </c:pt>
                <c:pt idx="298">
                  <c:v>0.52947200000000005</c:v>
                </c:pt>
                <c:pt idx="299">
                  <c:v>0.57084500000000005</c:v>
                </c:pt>
                <c:pt idx="300">
                  <c:v>0.49218499999999998</c:v>
                </c:pt>
                <c:pt idx="301">
                  <c:v>0.46427400000000002</c:v>
                </c:pt>
                <c:pt idx="302">
                  <c:v>0.43423800000000001</c:v>
                </c:pt>
                <c:pt idx="303">
                  <c:v>0.46379399999999998</c:v>
                </c:pt>
                <c:pt idx="304">
                  <c:v>0.43407200000000001</c:v>
                </c:pt>
                <c:pt idx="305">
                  <c:v>0.30745</c:v>
                </c:pt>
                <c:pt idx="306">
                  <c:v>0.475325</c:v>
                </c:pt>
                <c:pt idx="307">
                  <c:v>0.53572200000000003</c:v>
                </c:pt>
                <c:pt idx="308">
                  <c:v>0.51464900000000002</c:v>
                </c:pt>
                <c:pt idx="309">
                  <c:v>0.51937599999999995</c:v>
                </c:pt>
                <c:pt idx="310">
                  <c:v>0.52957699999999996</c:v>
                </c:pt>
                <c:pt idx="311">
                  <c:v>0.53920900000000005</c:v>
                </c:pt>
                <c:pt idx="312">
                  <c:v>0.43992799999999999</c:v>
                </c:pt>
                <c:pt idx="313">
                  <c:v>0.46703600000000001</c:v>
                </c:pt>
                <c:pt idx="314">
                  <c:v>0.43232799999999999</c:v>
                </c:pt>
                <c:pt idx="315">
                  <c:v>0.45391399999999998</c:v>
                </c:pt>
                <c:pt idx="316">
                  <c:v>0.52675399999999994</c:v>
                </c:pt>
                <c:pt idx="317">
                  <c:v>0.53295000000000003</c:v>
                </c:pt>
                <c:pt idx="318">
                  <c:v>0.58889999999999998</c:v>
                </c:pt>
                <c:pt idx="319">
                  <c:v>0.44907599999999998</c:v>
                </c:pt>
                <c:pt idx="320">
                  <c:v>0.39648499999999998</c:v>
                </c:pt>
                <c:pt idx="321">
                  <c:v>0.51418399999999997</c:v>
                </c:pt>
                <c:pt idx="322">
                  <c:v>0.477825</c:v>
                </c:pt>
                <c:pt idx="323">
                  <c:v>0.45244899999999999</c:v>
                </c:pt>
                <c:pt idx="324">
                  <c:v>0.52224400000000004</c:v>
                </c:pt>
                <c:pt idx="325">
                  <c:v>0.65669100000000002</c:v>
                </c:pt>
                <c:pt idx="326">
                  <c:v>0.50363500000000005</c:v>
                </c:pt>
                <c:pt idx="327">
                  <c:v>0.47632799999999997</c:v>
                </c:pt>
                <c:pt idx="328">
                  <c:v>0.57797100000000001</c:v>
                </c:pt>
                <c:pt idx="329">
                  <c:v>0.58612900000000001</c:v>
                </c:pt>
                <c:pt idx="330">
                  <c:v>0.40938200000000002</c:v>
                </c:pt>
                <c:pt idx="331">
                  <c:v>0.42740699999999998</c:v>
                </c:pt>
                <c:pt idx="332">
                  <c:v>0.46975099999999997</c:v>
                </c:pt>
                <c:pt idx="333">
                  <c:v>0.43701000000000001</c:v>
                </c:pt>
                <c:pt idx="334">
                  <c:v>0.48028199999999999</c:v>
                </c:pt>
                <c:pt idx="335">
                  <c:v>0.57989999999999997</c:v>
                </c:pt>
                <c:pt idx="336">
                  <c:v>0.50168400000000002</c:v>
                </c:pt>
                <c:pt idx="337">
                  <c:v>0.37335200000000002</c:v>
                </c:pt>
                <c:pt idx="338">
                  <c:v>0.44087199999999999</c:v>
                </c:pt>
                <c:pt idx="339">
                  <c:v>0.46406599999999998</c:v>
                </c:pt>
                <c:pt idx="340">
                  <c:v>0.53530699999999998</c:v>
                </c:pt>
                <c:pt idx="341">
                  <c:v>0.51379699999999995</c:v>
                </c:pt>
                <c:pt idx="342">
                  <c:v>0.50503100000000001</c:v>
                </c:pt>
                <c:pt idx="343">
                  <c:v>0.47506900000000002</c:v>
                </c:pt>
                <c:pt idx="344">
                  <c:v>0.52095800000000003</c:v>
                </c:pt>
                <c:pt idx="345">
                  <c:v>0.48602800000000002</c:v>
                </c:pt>
                <c:pt idx="346">
                  <c:v>0.46966200000000002</c:v>
                </c:pt>
                <c:pt idx="347">
                  <c:v>0.485317</c:v>
                </c:pt>
                <c:pt idx="348">
                  <c:v>0.47705399999999998</c:v>
                </c:pt>
                <c:pt idx="349">
                  <c:v>0.43387700000000001</c:v>
                </c:pt>
                <c:pt idx="350">
                  <c:v>0.50612699999999999</c:v>
                </c:pt>
                <c:pt idx="351">
                  <c:v>0.55672999999999995</c:v>
                </c:pt>
                <c:pt idx="352">
                  <c:v>0.54639599999999999</c:v>
                </c:pt>
                <c:pt idx="353">
                  <c:v>0.41562300000000002</c:v>
                </c:pt>
                <c:pt idx="354">
                  <c:v>0.557369</c:v>
                </c:pt>
                <c:pt idx="355">
                  <c:v>0.44843100000000002</c:v>
                </c:pt>
                <c:pt idx="356">
                  <c:v>0.57604100000000003</c:v>
                </c:pt>
                <c:pt idx="357">
                  <c:v>0.50692700000000002</c:v>
                </c:pt>
                <c:pt idx="358">
                  <c:v>0.491676</c:v>
                </c:pt>
                <c:pt idx="359">
                  <c:v>0.47332800000000003</c:v>
                </c:pt>
                <c:pt idx="360">
                  <c:v>0.45345299999999999</c:v>
                </c:pt>
                <c:pt idx="361">
                  <c:v>0.56238299999999997</c:v>
                </c:pt>
                <c:pt idx="362">
                  <c:v>0.33258900000000002</c:v>
                </c:pt>
                <c:pt idx="363">
                  <c:v>0.51278299999999999</c:v>
                </c:pt>
                <c:pt idx="364">
                  <c:v>0.53242400000000001</c:v>
                </c:pt>
                <c:pt idx="365">
                  <c:v>0.44837700000000003</c:v>
                </c:pt>
                <c:pt idx="366">
                  <c:v>0.50988800000000001</c:v>
                </c:pt>
                <c:pt idx="367">
                  <c:v>0.42008800000000002</c:v>
                </c:pt>
                <c:pt idx="368">
                  <c:v>0.46493600000000002</c:v>
                </c:pt>
                <c:pt idx="369">
                  <c:v>0.31171399999999999</c:v>
                </c:pt>
                <c:pt idx="370">
                  <c:v>0.47823700000000002</c:v>
                </c:pt>
                <c:pt idx="371">
                  <c:v>0.41427700000000001</c:v>
                </c:pt>
                <c:pt idx="372">
                  <c:v>0.51083100000000004</c:v>
                </c:pt>
                <c:pt idx="373">
                  <c:v>0.48789700000000003</c:v>
                </c:pt>
                <c:pt idx="374">
                  <c:v>0.54039000000000004</c:v>
                </c:pt>
                <c:pt idx="375">
                  <c:v>0.44304300000000002</c:v>
                </c:pt>
                <c:pt idx="376">
                  <c:v>0.34584599999999999</c:v>
                </c:pt>
                <c:pt idx="377">
                  <c:v>0.59861399999999998</c:v>
                </c:pt>
                <c:pt idx="378">
                  <c:v>0.53723799999999999</c:v>
                </c:pt>
                <c:pt idx="379">
                  <c:v>0.43572699999999998</c:v>
                </c:pt>
                <c:pt idx="380">
                  <c:v>0.569963</c:v>
                </c:pt>
                <c:pt idx="381">
                  <c:v>0.51805699999999999</c:v>
                </c:pt>
                <c:pt idx="382">
                  <c:v>0.38592900000000002</c:v>
                </c:pt>
                <c:pt idx="383">
                  <c:v>0.57760299999999998</c:v>
                </c:pt>
                <c:pt idx="384">
                  <c:v>0.51454699999999998</c:v>
                </c:pt>
                <c:pt idx="385">
                  <c:v>0.39491199999999999</c:v>
                </c:pt>
                <c:pt idx="386">
                  <c:v>0.57911800000000002</c:v>
                </c:pt>
                <c:pt idx="387">
                  <c:v>0.52001399999999998</c:v>
                </c:pt>
                <c:pt idx="388">
                  <c:v>0.54517599999999999</c:v>
                </c:pt>
                <c:pt idx="389">
                  <c:v>0.42324000000000001</c:v>
                </c:pt>
                <c:pt idx="390">
                  <c:v>0.49037999999999998</c:v>
                </c:pt>
                <c:pt idx="391">
                  <c:v>0.354134</c:v>
                </c:pt>
                <c:pt idx="392">
                  <c:v>0.53754900000000005</c:v>
                </c:pt>
                <c:pt idx="393">
                  <c:v>0.65617999999999999</c:v>
                </c:pt>
                <c:pt idx="394">
                  <c:v>0.368008</c:v>
                </c:pt>
                <c:pt idx="395">
                  <c:v>0.52870700000000004</c:v>
                </c:pt>
                <c:pt idx="396">
                  <c:v>0.48272599999999999</c:v>
                </c:pt>
                <c:pt idx="397">
                  <c:v>0.37507800000000002</c:v>
                </c:pt>
                <c:pt idx="398">
                  <c:v>0.52240500000000001</c:v>
                </c:pt>
                <c:pt idx="399">
                  <c:v>0.52146499999999996</c:v>
                </c:pt>
                <c:pt idx="400">
                  <c:v>0.62607000000000002</c:v>
                </c:pt>
                <c:pt idx="401">
                  <c:v>0.54447800000000002</c:v>
                </c:pt>
                <c:pt idx="402">
                  <c:v>0.40944799999999998</c:v>
                </c:pt>
                <c:pt idx="403">
                  <c:v>0.52217499999999994</c:v>
                </c:pt>
                <c:pt idx="404">
                  <c:v>0.58720499999999998</c:v>
                </c:pt>
                <c:pt idx="405">
                  <c:v>0.45601900000000001</c:v>
                </c:pt>
                <c:pt idx="406">
                  <c:v>0.47989300000000001</c:v>
                </c:pt>
                <c:pt idx="407">
                  <c:v>0.58175600000000005</c:v>
                </c:pt>
                <c:pt idx="408">
                  <c:v>0.56818299999999999</c:v>
                </c:pt>
                <c:pt idx="409">
                  <c:v>0.47345799999999999</c:v>
                </c:pt>
                <c:pt idx="410">
                  <c:v>9.4546000000000005E-2</c:v>
                </c:pt>
                <c:pt idx="411">
                  <c:v>0.411802</c:v>
                </c:pt>
                <c:pt idx="412">
                  <c:v>0.50833300000000003</c:v>
                </c:pt>
                <c:pt idx="413">
                  <c:v>0.55134499999999997</c:v>
                </c:pt>
                <c:pt idx="414">
                  <c:v>0.61456200000000005</c:v>
                </c:pt>
                <c:pt idx="415">
                  <c:v>0.5655</c:v>
                </c:pt>
                <c:pt idx="416">
                  <c:v>0.53293000000000001</c:v>
                </c:pt>
                <c:pt idx="417">
                  <c:v>0.65699700000000005</c:v>
                </c:pt>
                <c:pt idx="418">
                  <c:v>0.56517300000000004</c:v>
                </c:pt>
                <c:pt idx="419">
                  <c:v>0.57028699999999999</c:v>
                </c:pt>
                <c:pt idx="420">
                  <c:v>0.55400799999999994</c:v>
                </c:pt>
                <c:pt idx="421">
                  <c:v>0.492724</c:v>
                </c:pt>
                <c:pt idx="422">
                  <c:v>0.598854</c:v>
                </c:pt>
                <c:pt idx="423">
                  <c:v>0.57223999999999997</c:v>
                </c:pt>
                <c:pt idx="424">
                  <c:v>0.44895699999999999</c:v>
                </c:pt>
                <c:pt idx="425">
                  <c:v>0.53595700000000002</c:v>
                </c:pt>
                <c:pt idx="426">
                  <c:v>0.46856799999999998</c:v>
                </c:pt>
                <c:pt idx="427">
                  <c:v>0.49519299999999999</c:v>
                </c:pt>
                <c:pt idx="428">
                  <c:v>0.355958</c:v>
                </c:pt>
                <c:pt idx="429">
                  <c:v>0.40047700000000003</c:v>
                </c:pt>
                <c:pt idx="430">
                  <c:v>0.37715399999999999</c:v>
                </c:pt>
                <c:pt idx="431">
                  <c:v>0.52280700000000002</c:v>
                </c:pt>
                <c:pt idx="432">
                  <c:v>0.56252800000000003</c:v>
                </c:pt>
                <c:pt idx="433">
                  <c:v>0.578955</c:v>
                </c:pt>
                <c:pt idx="434">
                  <c:v>0.57064499999999996</c:v>
                </c:pt>
                <c:pt idx="435">
                  <c:v>0.54153799999999996</c:v>
                </c:pt>
                <c:pt idx="436">
                  <c:v>0.53991400000000001</c:v>
                </c:pt>
                <c:pt idx="437">
                  <c:v>0.33124399999999998</c:v>
                </c:pt>
                <c:pt idx="438">
                  <c:v>0.560442</c:v>
                </c:pt>
                <c:pt idx="439">
                  <c:v>0.51774500000000001</c:v>
                </c:pt>
                <c:pt idx="440">
                  <c:v>0.54216200000000003</c:v>
                </c:pt>
                <c:pt idx="441">
                  <c:v>0.54641200000000001</c:v>
                </c:pt>
                <c:pt idx="442">
                  <c:v>0.592275</c:v>
                </c:pt>
                <c:pt idx="443">
                  <c:v>0.54012899999999997</c:v>
                </c:pt>
                <c:pt idx="444">
                  <c:v>0.47658400000000001</c:v>
                </c:pt>
                <c:pt idx="445">
                  <c:v>0.47822300000000001</c:v>
                </c:pt>
                <c:pt idx="446">
                  <c:v>0.56975100000000001</c:v>
                </c:pt>
                <c:pt idx="447">
                  <c:v>0.49752400000000002</c:v>
                </c:pt>
                <c:pt idx="448">
                  <c:v>0.47101300000000001</c:v>
                </c:pt>
                <c:pt idx="449">
                  <c:v>0.38284699999999999</c:v>
                </c:pt>
                <c:pt idx="450">
                  <c:v>0.55232099999999995</c:v>
                </c:pt>
                <c:pt idx="451">
                  <c:v>0.47651700000000002</c:v>
                </c:pt>
                <c:pt idx="452">
                  <c:v>0.64107700000000001</c:v>
                </c:pt>
                <c:pt idx="453">
                  <c:v>0.45744400000000002</c:v>
                </c:pt>
                <c:pt idx="454">
                  <c:v>0.64054599999999995</c:v>
                </c:pt>
                <c:pt idx="455">
                  <c:v>0.52204700000000004</c:v>
                </c:pt>
                <c:pt idx="456">
                  <c:v>0.53244100000000005</c:v>
                </c:pt>
                <c:pt idx="457">
                  <c:v>0.56475900000000001</c:v>
                </c:pt>
                <c:pt idx="458">
                  <c:v>0.51003600000000004</c:v>
                </c:pt>
                <c:pt idx="459">
                  <c:v>0.55626500000000001</c:v>
                </c:pt>
                <c:pt idx="460">
                  <c:v>0.55645999999999995</c:v>
                </c:pt>
                <c:pt idx="461">
                  <c:v>0.50492800000000004</c:v>
                </c:pt>
                <c:pt idx="462">
                  <c:v>0.52734099999999995</c:v>
                </c:pt>
                <c:pt idx="463">
                  <c:v>0.57893399999999995</c:v>
                </c:pt>
                <c:pt idx="464">
                  <c:v>0.64401900000000001</c:v>
                </c:pt>
                <c:pt idx="465">
                  <c:v>0.37554300000000002</c:v>
                </c:pt>
                <c:pt idx="466">
                  <c:v>0.52670799999999995</c:v>
                </c:pt>
                <c:pt idx="467">
                  <c:v>0.35927100000000001</c:v>
                </c:pt>
                <c:pt idx="468">
                  <c:v>0.396341</c:v>
                </c:pt>
                <c:pt idx="469">
                  <c:v>0.393646</c:v>
                </c:pt>
                <c:pt idx="470">
                  <c:v>0.50334400000000001</c:v>
                </c:pt>
                <c:pt idx="471">
                  <c:v>0.39637299999999998</c:v>
                </c:pt>
                <c:pt idx="472">
                  <c:v>0.40763700000000003</c:v>
                </c:pt>
                <c:pt idx="473">
                  <c:v>0.369917</c:v>
                </c:pt>
                <c:pt idx="474">
                  <c:v>0.444274</c:v>
                </c:pt>
                <c:pt idx="475">
                  <c:v>0.40845799999999999</c:v>
                </c:pt>
                <c:pt idx="476">
                  <c:v>0.42664999999999997</c:v>
                </c:pt>
                <c:pt idx="477">
                  <c:v>0.450739</c:v>
                </c:pt>
                <c:pt idx="478">
                  <c:v>0.48074899999999998</c:v>
                </c:pt>
                <c:pt idx="479">
                  <c:v>0.38292199999999998</c:v>
                </c:pt>
                <c:pt idx="480">
                  <c:v>0.45600400000000002</c:v>
                </c:pt>
                <c:pt idx="481">
                  <c:v>0.45564700000000002</c:v>
                </c:pt>
                <c:pt idx="482">
                  <c:v>0.48388799999999998</c:v>
                </c:pt>
                <c:pt idx="483">
                  <c:v>0.583291</c:v>
                </c:pt>
                <c:pt idx="484">
                  <c:v>0.51427100000000003</c:v>
                </c:pt>
                <c:pt idx="485">
                  <c:v>0.586314</c:v>
                </c:pt>
                <c:pt idx="486">
                  <c:v>0.50132900000000002</c:v>
                </c:pt>
                <c:pt idx="487">
                  <c:v>0.36210399999999998</c:v>
                </c:pt>
                <c:pt idx="488">
                  <c:v>0.44942799999999999</c:v>
                </c:pt>
                <c:pt idx="489">
                  <c:v>0.42560100000000001</c:v>
                </c:pt>
                <c:pt idx="490">
                  <c:v>0.43234499999999998</c:v>
                </c:pt>
                <c:pt idx="491">
                  <c:v>0.377502</c:v>
                </c:pt>
                <c:pt idx="492">
                  <c:v>0.50958899999999996</c:v>
                </c:pt>
                <c:pt idx="493">
                  <c:v>0.36154900000000001</c:v>
                </c:pt>
                <c:pt idx="494">
                  <c:v>0.50850899999999999</c:v>
                </c:pt>
                <c:pt idx="495">
                  <c:v>0.52279699999999996</c:v>
                </c:pt>
                <c:pt idx="496">
                  <c:v>0.40610499999999999</c:v>
                </c:pt>
                <c:pt idx="497">
                  <c:v>0.36586000000000002</c:v>
                </c:pt>
                <c:pt idx="498">
                  <c:v>0.562832</c:v>
                </c:pt>
                <c:pt idx="499">
                  <c:v>0.52797899999999998</c:v>
                </c:pt>
                <c:pt idx="500">
                  <c:v>0.45429399999999998</c:v>
                </c:pt>
                <c:pt idx="501">
                  <c:v>0.450405</c:v>
                </c:pt>
                <c:pt idx="502">
                  <c:v>0.43575999999999998</c:v>
                </c:pt>
                <c:pt idx="503">
                  <c:v>0.44528400000000001</c:v>
                </c:pt>
                <c:pt idx="504">
                  <c:v>0.45699800000000002</c:v>
                </c:pt>
                <c:pt idx="505">
                  <c:v>0.46674900000000002</c:v>
                </c:pt>
                <c:pt idx="506">
                  <c:v>0.45654699999999998</c:v>
                </c:pt>
                <c:pt idx="507">
                  <c:v>0.44311200000000001</c:v>
                </c:pt>
                <c:pt idx="508">
                  <c:v>0.28325499999999998</c:v>
                </c:pt>
                <c:pt idx="509">
                  <c:v>0.45713700000000002</c:v>
                </c:pt>
                <c:pt idx="510">
                  <c:v>0.41561100000000001</c:v>
                </c:pt>
                <c:pt idx="511">
                  <c:v>0.39844000000000002</c:v>
                </c:pt>
                <c:pt idx="512">
                  <c:v>0.47948499999999999</c:v>
                </c:pt>
                <c:pt idx="513">
                  <c:v>0.38818000000000003</c:v>
                </c:pt>
                <c:pt idx="514">
                  <c:v>0.46487299999999998</c:v>
                </c:pt>
                <c:pt idx="515">
                  <c:v>0.47527399999999997</c:v>
                </c:pt>
                <c:pt idx="516">
                  <c:v>0.43517499999999998</c:v>
                </c:pt>
                <c:pt idx="517">
                  <c:v>0.49597000000000002</c:v>
                </c:pt>
                <c:pt idx="518">
                  <c:v>0.46108399999999999</c:v>
                </c:pt>
                <c:pt idx="519">
                  <c:v>0.34882400000000002</c:v>
                </c:pt>
                <c:pt idx="520">
                  <c:v>0.39968399999999998</c:v>
                </c:pt>
                <c:pt idx="521">
                  <c:v>0.30918699999999999</c:v>
                </c:pt>
                <c:pt idx="522">
                  <c:v>0.43010399999999999</c:v>
                </c:pt>
                <c:pt idx="523">
                  <c:v>0.41959299999999999</c:v>
                </c:pt>
                <c:pt idx="524">
                  <c:v>0.45256800000000003</c:v>
                </c:pt>
                <c:pt idx="525">
                  <c:v>0.53379699999999997</c:v>
                </c:pt>
                <c:pt idx="526">
                  <c:v>0.446353</c:v>
                </c:pt>
                <c:pt idx="527">
                  <c:v>0.47389500000000001</c:v>
                </c:pt>
                <c:pt idx="528">
                  <c:v>0.51330200000000004</c:v>
                </c:pt>
                <c:pt idx="529">
                  <c:v>0.38272099999999998</c:v>
                </c:pt>
                <c:pt idx="530">
                  <c:v>0.50028099999999998</c:v>
                </c:pt>
                <c:pt idx="531">
                  <c:v>0.46034900000000001</c:v>
                </c:pt>
                <c:pt idx="532">
                  <c:v>0.45213300000000001</c:v>
                </c:pt>
                <c:pt idx="533">
                  <c:v>0.41856500000000002</c:v>
                </c:pt>
                <c:pt idx="534">
                  <c:v>0.58687500000000004</c:v>
                </c:pt>
                <c:pt idx="535">
                  <c:v>0.39462700000000001</c:v>
                </c:pt>
                <c:pt idx="536">
                  <c:v>0.37733299999999997</c:v>
                </c:pt>
                <c:pt idx="537">
                  <c:v>0.32323000000000002</c:v>
                </c:pt>
                <c:pt idx="538">
                  <c:v>0.441917</c:v>
                </c:pt>
                <c:pt idx="539">
                  <c:v>0.459619</c:v>
                </c:pt>
                <c:pt idx="540">
                  <c:v>0.35559400000000002</c:v>
                </c:pt>
                <c:pt idx="541">
                  <c:v>0.46916099999999999</c:v>
                </c:pt>
                <c:pt idx="542">
                  <c:v>0.49272700000000003</c:v>
                </c:pt>
                <c:pt idx="543">
                  <c:v>0.48201100000000002</c:v>
                </c:pt>
                <c:pt idx="544">
                  <c:v>0.41853299999999999</c:v>
                </c:pt>
                <c:pt idx="545">
                  <c:v>0.40999600000000003</c:v>
                </c:pt>
                <c:pt idx="546">
                  <c:v>0.46002500000000002</c:v>
                </c:pt>
                <c:pt idx="547">
                  <c:v>0.422149</c:v>
                </c:pt>
                <c:pt idx="548">
                  <c:v>0.51431400000000005</c:v>
                </c:pt>
                <c:pt idx="549">
                  <c:v>3.7889999999999998E-3</c:v>
                </c:pt>
                <c:pt idx="550">
                  <c:v>0.16597899999999999</c:v>
                </c:pt>
                <c:pt idx="551">
                  <c:v>0.41578799999999999</c:v>
                </c:pt>
                <c:pt idx="552">
                  <c:v>0.32385199999999997</c:v>
                </c:pt>
                <c:pt idx="553">
                  <c:v>0.38933400000000001</c:v>
                </c:pt>
                <c:pt idx="554">
                  <c:v>0.32187700000000002</c:v>
                </c:pt>
                <c:pt idx="555">
                  <c:v>0.42252800000000001</c:v>
                </c:pt>
                <c:pt idx="556">
                  <c:v>0.39231899999999997</c:v>
                </c:pt>
                <c:pt idx="557">
                  <c:v>0.39582299999999998</c:v>
                </c:pt>
                <c:pt idx="558">
                  <c:v>0.44689800000000002</c:v>
                </c:pt>
                <c:pt idx="559">
                  <c:v>0.466947</c:v>
                </c:pt>
                <c:pt idx="560">
                  <c:v>0.45946300000000001</c:v>
                </c:pt>
                <c:pt idx="561">
                  <c:v>0.50489099999999998</c:v>
                </c:pt>
                <c:pt idx="562">
                  <c:v>0.39646700000000001</c:v>
                </c:pt>
                <c:pt idx="563">
                  <c:v>0.47349999999999998</c:v>
                </c:pt>
                <c:pt idx="564">
                  <c:v>0.46426499999999998</c:v>
                </c:pt>
                <c:pt idx="565">
                  <c:v>0.55593999999999999</c:v>
                </c:pt>
                <c:pt idx="566">
                  <c:v>0.36183500000000002</c:v>
                </c:pt>
                <c:pt idx="567">
                  <c:v>0.37313800000000003</c:v>
                </c:pt>
                <c:pt idx="568">
                  <c:v>0.245532</c:v>
                </c:pt>
                <c:pt idx="569">
                  <c:v>0.37082399999999999</c:v>
                </c:pt>
                <c:pt idx="570">
                  <c:v>0.45989999999999998</c:v>
                </c:pt>
                <c:pt idx="571">
                  <c:v>0.36720399999999997</c:v>
                </c:pt>
                <c:pt idx="572">
                  <c:v>0.33215699999999998</c:v>
                </c:pt>
                <c:pt idx="573">
                  <c:v>0.38718999999999998</c:v>
                </c:pt>
                <c:pt idx="574">
                  <c:v>0.37520599999999998</c:v>
                </c:pt>
                <c:pt idx="575">
                  <c:v>0.34404800000000002</c:v>
                </c:pt>
                <c:pt idx="576">
                  <c:v>0.43074400000000002</c:v>
                </c:pt>
                <c:pt idx="577">
                  <c:v>0.55046799999999996</c:v>
                </c:pt>
                <c:pt idx="578">
                  <c:v>0.44177699999999998</c:v>
                </c:pt>
                <c:pt idx="579">
                  <c:v>0.44833899999999999</c:v>
                </c:pt>
                <c:pt idx="580">
                  <c:v>0.44614799999999999</c:v>
                </c:pt>
                <c:pt idx="581">
                  <c:v>0.46403800000000001</c:v>
                </c:pt>
                <c:pt idx="582">
                  <c:v>0.59002600000000005</c:v>
                </c:pt>
                <c:pt idx="583">
                  <c:v>0.52175400000000005</c:v>
                </c:pt>
                <c:pt idx="584">
                  <c:v>-6.3419000000000003E-2</c:v>
                </c:pt>
                <c:pt idx="585">
                  <c:v>0.191411</c:v>
                </c:pt>
                <c:pt idx="586">
                  <c:v>0.41998600000000003</c:v>
                </c:pt>
                <c:pt idx="587">
                  <c:v>0.44333299999999998</c:v>
                </c:pt>
                <c:pt idx="588">
                  <c:v>0.49235400000000001</c:v>
                </c:pt>
                <c:pt idx="589">
                  <c:v>0.29691299999999998</c:v>
                </c:pt>
                <c:pt idx="590">
                  <c:v>0.37631399999999998</c:v>
                </c:pt>
                <c:pt idx="591">
                  <c:v>0.48213299999999998</c:v>
                </c:pt>
                <c:pt idx="592">
                  <c:v>0.28280100000000002</c:v>
                </c:pt>
                <c:pt idx="593">
                  <c:v>0.340082</c:v>
                </c:pt>
                <c:pt idx="594">
                  <c:v>0.42199900000000001</c:v>
                </c:pt>
                <c:pt idx="595">
                  <c:v>0.38736799999999999</c:v>
                </c:pt>
                <c:pt idx="596">
                  <c:v>0.46605999999999997</c:v>
                </c:pt>
                <c:pt idx="597">
                  <c:v>0.49163099999999998</c:v>
                </c:pt>
                <c:pt idx="598">
                  <c:v>0.43087500000000001</c:v>
                </c:pt>
                <c:pt idx="599">
                  <c:v>0.472993</c:v>
                </c:pt>
                <c:pt idx="600">
                  <c:v>0.40806999999999999</c:v>
                </c:pt>
                <c:pt idx="601">
                  <c:v>0.36008099999999998</c:v>
                </c:pt>
                <c:pt idx="602">
                  <c:v>0.47922599999999999</c:v>
                </c:pt>
                <c:pt idx="603">
                  <c:v>0.45749800000000002</c:v>
                </c:pt>
                <c:pt idx="604">
                  <c:v>0.469557</c:v>
                </c:pt>
                <c:pt idx="605">
                  <c:v>0.50854600000000005</c:v>
                </c:pt>
                <c:pt idx="606">
                  <c:v>0.39433499999999999</c:v>
                </c:pt>
                <c:pt idx="607">
                  <c:v>7.7363000000000001E-2</c:v>
                </c:pt>
                <c:pt idx="608">
                  <c:v>0.36988300000000002</c:v>
                </c:pt>
                <c:pt idx="609">
                  <c:v>0.40565499999999999</c:v>
                </c:pt>
                <c:pt idx="610">
                  <c:v>0.35742200000000002</c:v>
                </c:pt>
                <c:pt idx="611">
                  <c:v>0.52776699999999999</c:v>
                </c:pt>
                <c:pt idx="612">
                  <c:v>0.42190899999999998</c:v>
                </c:pt>
                <c:pt idx="613">
                  <c:v>0.472049</c:v>
                </c:pt>
                <c:pt idx="614">
                  <c:v>0.44374000000000002</c:v>
                </c:pt>
                <c:pt idx="615">
                  <c:v>0.37909100000000001</c:v>
                </c:pt>
                <c:pt idx="616">
                  <c:v>0.47189700000000001</c:v>
                </c:pt>
                <c:pt idx="617">
                  <c:v>0.48603400000000002</c:v>
                </c:pt>
                <c:pt idx="618">
                  <c:v>-4.8150999999999999E-2</c:v>
                </c:pt>
                <c:pt idx="619">
                  <c:v>0.41902299999999998</c:v>
                </c:pt>
                <c:pt idx="620">
                  <c:v>0.385712</c:v>
                </c:pt>
                <c:pt idx="621">
                  <c:v>0.34470400000000001</c:v>
                </c:pt>
                <c:pt idx="622">
                  <c:v>0.381332</c:v>
                </c:pt>
                <c:pt idx="623">
                  <c:v>0.36386000000000002</c:v>
                </c:pt>
                <c:pt idx="624">
                  <c:v>0.53744899999999995</c:v>
                </c:pt>
                <c:pt idx="625">
                  <c:v>0.490172</c:v>
                </c:pt>
                <c:pt idx="626">
                  <c:v>0.45552799999999999</c:v>
                </c:pt>
                <c:pt idx="627">
                  <c:v>0.35752299999999998</c:v>
                </c:pt>
                <c:pt idx="628">
                  <c:v>0.44276100000000002</c:v>
                </c:pt>
                <c:pt idx="629">
                  <c:v>0.36358200000000002</c:v>
                </c:pt>
                <c:pt idx="630">
                  <c:v>0.48344199999999998</c:v>
                </c:pt>
                <c:pt idx="631">
                  <c:v>0.25764300000000001</c:v>
                </c:pt>
                <c:pt idx="632">
                  <c:v>0.35390700000000003</c:v>
                </c:pt>
                <c:pt idx="633">
                  <c:v>0.36853799999999998</c:v>
                </c:pt>
                <c:pt idx="634">
                  <c:v>0.43017300000000003</c:v>
                </c:pt>
                <c:pt idx="635">
                  <c:v>0.458727</c:v>
                </c:pt>
                <c:pt idx="636">
                  <c:v>0.44592500000000002</c:v>
                </c:pt>
                <c:pt idx="637">
                  <c:v>-8.3580000000000008E-3</c:v>
                </c:pt>
                <c:pt idx="638">
                  <c:v>0.53068599999999999</c:v>
                </c:pt>
                <c:pt idx="639">
                  <c:v>0.28508800000000001</c:v>
                </c:pt>
                <c:pt idx="640">
                  <c:v>0.32943899999999998</c:v>
                </c:pt>
                <c:pt idx="641">
                  <c:v>0.41805500000000001</c:v>
                </c:pt>
                <c:pt idx="642">
                  <c:v>0.568276</c:v>
                </c:pt>
                <c:pt idx="643">
                  <c:v>0.280005</c:v>
                </c:pt>
                <c:pt idx="644">
                  <c:v>0.49674200000000002</c:v>
                </c:pt>
                <c:pt idx="645">
                  <c:v>0.38129000000000002</c:v>
                </c:pt>
                <c:pt idx="646">
                  <c:v>0.55494600000000005</c:v>
                </c:pt>
                <c:pt idx="647">
                  <c:v>0.34994199999999998</c:v>
                </c:pt>
                <c:pt idx="648">
                  <c:v>0.25786199999999998</c:v>
                </c:pt>
                <c:pt idx="649">
                  <c:v>7.5338000000000002E-2</c:v>
                </c:pt>
                <c:pt idx="650">
                  <c:v>0.18901799999999999</c:v>
                </c:pt>
                <c:pt idx="651">
                  <c:v>1.3335E-2</c:v>
                </c:pt>
                <c:pt idx="652">
                  <c:v>0.41799799999999998</c:v>
                </c:pt>
                <c:pt idx="653">
                  <c:v>0.393453</c:v>
                </c:pt>
                <c:pt idx="654">
                  <c:v>0.43302000000000002</c:v>
                </c:pt>
                <c:pt idx="655">
                  <c:v>0.41587499999999999</c:v>
                </c:pt>
                <c:pt idx="656">
                  <c:v>0.41900399999999999</c:v>
                </c:pt>
                <c:pt idx="657">
                  <c:v>0.36328700000000003</c:v>
                </c:pt>
                <c:pt idx="658">
                  <c:v>0.33092700000000003</c:v>
                </c:pt>
                <c:pt idx="659">
                  <c:v>0.43325799999999998</c:v>
                </c:pt>
                <c:pt idx="660">
                  <c:v>0.443019</c:v>
                </c:pt>
                <c:pt idx="661">
                  <c:v>0.41132600000000002</c:v>
                </c:pt>
                <c:pt idx="662">
                  <c:v>0.38084800000000002</c:v>
                </c:pt>
                <c:pt idx="663">
                  <c:v>0.50054500000000002</c:v>
                </c:pt>
                <c:pt idx="664">
                  <c:v>0.56639200000000001</c:v>
                </c:pt>
                <c:pt idx="665">
                  <c:v>0.52453399999999994</c:v>
                </c:pt>
                <c:pt idx="666">
                  <c:v>0.411246</c:v>
                </c:pt>
                <c:pt idx="667">
                  <c:v>0.51800900000000005</c:v>
                </c:pt>
                <c:pt idx="668">
                  <c:v>0.35737999999999998</c:v>
                </c:pt>
                <c:pt idx="669">
                  <c:v>0.36423699999999998</c:v>
                </c:pt>
                <c:pt idx="670">
                  <c:v>0.34037800000000001</c:v>
                </c:pt>
                <c:pt idx="671">
                  <c:v>0.42735499999999998</c:v>
                </c:pt>
                <c:pt idx="672">
                  <c:v>0.31797799999999998</c:v>
                </c:pt>
                <c:pt idx="673">
                  <c:v>0.50307900000000005</c:v>
                </c:pt>
                <c:pt idx="674">
                  <c:v>0.42801899999999998</c:v>
                </c:pt>
                <c:pt idx="675">
                  <c:v>0.291879</c:v>
                </c:pt>
                <c:pt idx="676">
                  <c:v>0.26654899999999998</c:v>
                </c:pt>
                <c:pt idx="677">
                  <c:v>0.37078100000000003</c:v>
                </c:pt>
                <c:pt idx="678">
                  <c:v>0.45068900000000001</c:v>
                </c:pt>
                <c:pt idx="679">
                  <c:v>0.45442900000000003</c:v>
                </c:pt>
                <c:pt idx="680">
                  <c:v>0.34996899999999997</c:v>
                </c:pt>
                <c:pt idx="681">
                  <c:v>0.41352</c:v>
                </c:pt>
                <c:pt idx="682">
                  <c:v>0.52339899999999995</c:v>
                </c:pt>
                <c:pt idx="683">
                  <c:v>0.47490500000000002</c:v>
                </c:pt>
                <c:pt idx="684">
                  <c:v>0.42084500000000002</c:v>
                </c:pt>
                <c:pt idx="685">
                  <c:v>0.40507700000000002</c:v>
                </c:pt>
                <c:pt idx="686">
                  <c:v>0.445855</c:v>
                </c:pt>
                <c:pt idx="687">
                  <c:v>0.412329</c:v>
                </c:pt>
                <c:pt idx="688">
                  <c:v>0.58296199999999998</c:v>
                </c:pt>
                <c:pt idx="689">
                  <c:v>0.27238299999999999</c:v>
                </c:pt>
                <c:pt idx="690">
                  <c:v>0.31684099999999998</c:v>
                </c:pt>
                <c:pt idx="691">
                  <c:v>0.345024</c:v>
                </c:pt>
                <c:pt idx="692">
                  <c:v>0.38200499999999998</c:v>
                </c:pt>
                <c:pt idx="693">
                  <c:v>0.430452</c:v>
                </c:pt>
                <c:pt idx="694">
                  <c:v>0.48669800000000002</c:v>
                </c:pt>
                <c:pt idx="695">
                  <c:v>0.27285500000000001</c:v>
                </c:pt>
                <c:pt idx="696">
                  <c:v>0.32089000000000001</c:v>
                </c:pt>
                <c:pt idx="697">
                  <c:v>0.22497</c:v>
                </c:pt>
                <c:pt idx="698">
                  <c:v>0.10537100000000001</c:v>
                </c:pt>
                <c:pt idx="699">
                  <c:v>0.195719</c:v>
                </c:pt>
                <c:pt idx="700">
                  <c:v>0.53930699999999998</c:v>
                </c:pt>
                <c:pt idx="701">
                  <c:v>0.45849499999999999</c:v>
                </c:pt>
                <c:pt idx="702">
                  <c:v>0.39528400000000002</c:v>
                </c:pt>
                <c:pt idx="703">
                  <c:v>0.37183100000000002</c:v>
                </c:pt>
                <c:pt idx="704">
                  <c:v>0.42345300000000002</c:v>
                </c:pt>
                <c:pt idx="705">
                  <c:v>0.41054600000000002</c:v>
                </c:pt>
                <c:pt idx="706">
                  <c:v>0.42857099999999998</c:v>
                </c:pt>
                <c:pt idx="707">
                  <c:v>0.48122100000000001</c:v>
                </c:pt>
                <c:pt idx="708">
                  <c:v>0.53827700000000001</c:v>
                </c:pt>
                <c:pt idx="709">
                  <c:v>0.493809</c:v>
                </c:pt>
                <c:pt idx="710">
                  <c:v>0.389708</c:v>
                </c:pt>
                <c:pt idx="711">
                  <c:v>0.53723100000000001</c:v>
                </c:pt>
                <c:pt idx="712">
                  <c:v>0.49291200000000002</c:v>
                </c:pt>
                <c:pt idx="713">
                  <c:v>0.113638</c:v>
                </c:pt>
                <c:pt idx="714">
                  <c:v>0.31155899999999997</c:v>
                </c:pt>
                <c:pt idx="715">
                  <c:v>0.34962599999999999</c:v>
                </c:pt>
                <c:pt idx="716">
                  <c:v>0.32785599999999998</c:v>
                </c:pt>
                <c:pt idx="717">
                  <c:v>0.39889000000000002</c:v>
                </c:pt>
                <c:pt idx="718">
                  <c:v>0.43065799999999999</c:v>
                </c:pt>
                <c:pt idx="719">
                  <c:v>0.37244100000000002</c:v>
                </c:pt>
                <c:pt idx="720">
                  <c:v>0.38908700000000002</c:v>
                </c:pt>
                <c:pt idx="721">
                  <c:v>0.23394899999999999</c:v>
                </c:pt>
                <c:pt idx="722">
                  <c:v>0.145348</c:v>
                </c:pt>
                <c:pt idx="723">
                  <c:v>0.24954100000000001</c:v>
                </c:pt>
                <c:pt idx="724">
                  <c:v>0.31383899999999998</c:v>
                </c:pt>
                <c:pt idx="725">
                  <c:v>0.37657099999999999</c:v>
                </c:pt>
                <c:pt idx="726">
                  <c:v>0.33465299999999998</c:v>
                </c:pt>
                <c:pt idx="727">
                  <c:v>0.47114400000000001</c:v>
                </c:pt>
                <c:pt idx="728">
                  <c:v>0.40092899999999998</c:v>
                </c:pt>
                <c:pt idx="729">
                  <c:v>0.44490499999999999</c:v>
                </c:pt>
                <c:pt idx="730">
                  <c:v>0.44777699999999998</c:v>
                </c:pt>
                <c:pt idx="731">
                  <c:v>0.526559</c:v>
                </c:pt>
                <c:pt idx="732">
                  <c:v>0.38105499999999998</c:v>
                </c:pt>
                <c:pt idx="733">
                  <c:v>0.58910200000000001</c:v>
                </c:pt>
                <c:pt idx="734">
                  <c:v>0.55903599999999998</c:v>
                </c:pt>
                <c:pt idx="735">
                  <c:v>0.47052699999999997</c:v>
                </c:pt>
                <c:pt idx="736">
                  <c:v>0.52899600000000002</c:v>
                </c:pt>
                <c:pt idx="737">
                  <c:v>0.46277099999999999</c:v>
                </c:pt>
                <c:pt idx="738">
                  <c:v>0.43162800000000001</c:v>
                </c:pt>
                <c:pt idx="739">
                  <c:v>0.45012200000000002</c:v>
                </c:pt>
                <c:pt idx="740">
                  <c:v>0.38768399999999997</c:v>
                </c:pt>
                <c:pt idx="741">
                  <c:v>0.39760400000000001</c:v>
                </c:pt>
                <c:pt idx="742">
                  <c:v>0.36475099999999999</c:v>
                </c:pt>
                <c:pt idx="743">
                  <c:v>0.42569499999999999</c:v>
                </c:pt>
                <c:pt idx="744">
                  <c:v>0.31461499999999998</c:v>
                </c:pt>
                <c:pt idx="745">
                  <c:v>0.40138299999999999</c:v>
                </c:pt>
                <c:pt idx="746">
                  <c:v>0.15176799999999999</c:v>
                </c:pt>
                <c:pt idx="747">
                  <c:v>0.197931</c:v>
                </c:pt>
                <c:pt idx="748">
                  <c:v>0.39265</c:v>
                </c:pt>
                <c:pt idx="749">
                  <c:v>0.24346000000000001</c:v>
                </c:pt>
                <c:pt idx="750">
                  <c:v>0.35550300000000001</c:v>
                </c:pt>
                <c:pt idx="751">
                  <c:v>0.46911999999999998</c:v>
                </c:pt>
                <c:pt idx="752">
                  <c:v>0.51060399999999995</c:v>
                </c:pt>
                <c:pt idx="753">
                  <c:v>0.43820100000000001</c:v>
                </c:pt>
                <c:pt idx="754">
                  <c:v>0.49374000000000001</c:v>
                </c:pt>
                <c:pt idx="755">
                  <c:v>0.53742199999999996</c:v>
                </c:pt>
                <c:pt idx="756">
                  <c:v>0.55570699999999995</c:v>
                </c:pt>
                <c:pt idx="757">
                  <c:v>0.549651</c:v>
                </c:pt>
                <c:pt idx="758">
                  <c:v>0.587704</c:v>
                </c:pt>
                <c:pt idx="759">
                  <c:v>0.569998</c:v>
                </c:pt>
                <c:pt idx="760">
                  <c:v>0.56306999999999996</c:v>
                </c:pt>
                <c:pt idx="761">
                  <c:v>0.51955899999999999</c:v>
                </c:pt>
                <c:pt idx="762">
                  <c:v>0.35386099999999998</c:v>
                </c:pt>
                <c:pt idx="763">
                  <c:v>0.388652</c:v>
                </c:pt>
                <c:pt idx="764">
                  <c:v>0.43139699999999997</c:v>
                </c:pt>
                <c:pt idx="765">
                  <c:v>0.44903799999999999</c:v>
                </c:pt>
                <c:pt idx="766">
                  <c:v>0.35158899999999998</c:v>
                </c:pt>
                <c:pt idx="767">
                  <c:v>0.50729299999999999</c:v>
                </c:pt>
                <c:pt idx="768">
                  <c:v>0.22970599999999999</c:v>
                </c:pt>
                <c:pt idx="769">
                  <c:v>0.217776</c:v>
                </c:pt>
                <c:pt idx="770">
                  <c:v>0.31104199999999999</c:v>
                </c:pt>
                <c:pt idx="771">
                  <c:v>0.40667300000000001</c:v>
                </c:pt>
                <c:pt idx="772">
                  <c:v>0.148451</c:v>
                </c:pt>
                <c:pt idx="773">
                  <c:v>0.178594</c:v>
                </c:pt>
                <c:pt idx="774">
                  <c:v>0.39174100000000001</c:v>
                </c:pt>
                <c:pt idx="775">
                  <c:v>0.400399</c:v>
                </c:pt>
                <c:pt idx="776">
                  <c:v>0.57012799999999997</c:v>
                </c:pt>
                <c:pt idx="777">
                  <c:v>0.63075999999999999</c:v>
                </c:pt>
                <c:pt idx="778">
                  <c:v>0.71399599999999996</c:v>
                </c:pt>
                <c:pt idx="779">
                  <c:v>0.62725600000000004</c:v>
                </c:pt>
                <c:pt idx="780">
                  <c:v>0.433805</c:v>
                </c:pt>
                <c:pt idx="781">
                  <c:v>0.53013900000000003</c:v>
                </c:pt>
                <c:pt idx="782">
                  <c:v>0.57387500000000002</c:v>
                </c:pt>
                <c:pt idx="783">
                  <c:v>0.403526</c:v>
                </c:pt>
                <c:pt idx="784">
                  <c:v>0.55196599999999996</c:v>
                </c:pt>
                <c:pt idx="785">
                  <c:v>0.37200100000000003</c:v>
                </c:pt>
                <c:pt idx="786">
                  <c:v>0.41846499999999998</c:v>
                </c:pt>
                <c:pt idx="787">
                  <c:v>0.39531899999999998</c:v>
                </c:pt>
                <c:pt idx="788">
                  <c:v>0.437554</c:v>
                </c:pt>
                <c:pt idx="789">
                  <c:v>0.101914</c:v>
                </c:pt>
                <c:pt idx="790">
                  <c:v>0.27692</c:v>
                </c:pt>
                <c:pt idx="791">
                  <c:v>0.32729399999999997</c:v>
                </c:pt>
                <c:pt idx="792">
                  <c:v>0.265017</c:v>
                </c:pt>
                <c:pt idx="793">
                  <c:v>0.46760299999999999</c:v>
                </c:pt>
                <c:pt idx="794">
                  <c:v>0.38907700000000001</c:v>
                </c:pt>
                <c:pt idx="795">
                  <c:v>0.52551700000000001</c:v>
                </c:pt>
                <c:pt idx="796">
                  <c:v>0.4713</c:v>
                </c:pt>
                <c:pt idx="797">
                  <c:v>0.45811099999999999</c:v>
                </c:pt>
                <c:pt idx="798">
                  <c:v>0.53718500000000002</c:v>
                </c:pt>
                <c:pt idx="799">
                  <c:v>0.58277400000000001</c:v>
                </c:pt>
                <c:pt idx="800">
                  <c:v>0.52295700000000001</c:v>
                </c:pt>
                <c:pt idx="801">
                  <c:v>0.344808</c:v>
                </c:pt>
                <c:pt idx="802">
                  <c:v>0.29904900000000001</c:v>
                </c:pt>
                <c:pt idx="803">
                  <c:v>0.38077899999999998</c:v>
                </c:pt>
                <c:pt idx="804">
                  <c:v>0.271922</c:v>
                </c:pt>
                <c:pt idx="805">
                  <c:v>0.12687200000000001</c:v>
                </c:pt>
                <c:pt idx="806">
                  <c:v>0.30570799999999998</c:v>
                </c:pt>
                <c:pt idx="807">
                  <c:v>0.26254499999999997</c:v>
                </c:pt>
                <c:pt idx="808">
                  <c:v>0.30894700000000003</c:v>
                </c:pt>
                <c:pt idx="809">
                  <c:v>0.340001</c:v>
                </c:pt>
                <c:pt idx="810">
                  <c:v>0.38111400000000001</c:v>
                </c:pt>
                <c:pt idx="811">
                  <c:v>0.36912299999999998</c:v>
                </c:pt>
                <c:pt idx="812">
                  <c:v>0.55365500000000001</c:v>
                </c:pt>
                <c:pt idx="813">
                  <c:v>0.34643600000000002</c:v>
                </c:pt>
                <c:pt idx="814">
                  <c:v>0.34591300000000003</c:v>
                </c:pt>
                <c:pt idx="815">
                  <c:v>0.56228699999999998</c:v>
                </c:pt>
                <c:pt idx="816">
                  <c:v>0.56903000000000004</c:v>
                </c:pt>
                <c:pt idx="817">
                  <c:v>0.39558599999999999</c:v>
                </c:pt>
                <c:pt idx="818">
                  <c:v>0.41228100000000001</c:v>
                </c:pt>
                <c:pt idx="819">
                  <c:v>0.37940600000000002</c:v>
                </c:pt>
                <c:pt idx="820">
                  <c:v>0.24928400000000001</c:v>
                </c:pt>
                <c:pt idx="821">
                  <c:v>0.24469099999999999</c:v>
                </c:pt>
                <c:pt idx="822">
                  <c:v>0.37497200000000003</c:v>
                </c:pt>
                <c:pt idx="823">
                  <c:v>7.1107000000000004E-2</c:v>
                </c:pt>
                <c:pt idx="824">
                  <c:v>2.0666E-2</c:v>
                </c:pt>
                <c:pt idx="825">
                  <c:v>0.31883099999999998</c:v>
                </c:pt>
                <c:pt idx="826">
                  <c:v>0.300263</c:v>
                </c:pt>
                <c:pt idx="827">
                  <c:v>0.40011000000000002</c:v>
                </c:pt>
                <c:pt idx="828">
                  <c:v>0.42568600000000001</c:v>
                </c:pt>
                <c:pt idx="829">
                  <c:v>0.36116199999999998</c:v>
                </c:pt>
                <c:pt idx="830">
                  <c:v>0.57999999999999996</c:v>
                </c:pt>
                <c:pt idx="831">
                  <c:v>0.61114400000000002</c:v>
                </c:pt>
                <c:pt idx="832">
                  <c:v>0.39664899999999997</c:v>
                </c:pt>
                <c:pt idx="833">
                  <c:v>0.38242300000000001</c:v>
                </c:pt>
                <c:pt idx="834">
                  <c:v>0.324322</c:v>
                </c:pt>
                <c:pt idx="835">
                  <c:v>0.25429000000000002</c:v>
                </c:pt>
                <c:pt idx="836">
                  <c:v>0.36407099999999998</c:v>
                </c:pt>
                <c:pt idx="837">
                  <c:v>0.36096499999999998</c:v>
                </c:pt>
                <c:pt idx="838">
                  <c:v>0.281032</c:v>
                </c:pt>
                <c:pt idx="839">
                  <c:v>0.32773099999999999</c:v>
                </c:pt>
                <c:pt idx="840">
                  <c:v>1.8547000000000001E-2</c:v>
                </c:pt>
                <c:pt idx="841">
                  <c:v>0.28755700000000001</c:v>
                </c:pt>
                <c:pt idx="842">
                  <c:v>0.36637399999999998</c:v>
                </c:pt>
                <c:pt idx="843">
                  <c:v>0.49167300000000003</c:v>
                </c:pt>
                <c:pt idx="844">
                  <c:v>0.512845</c:v>
                </c:pt>
                <c:pt idx="845">
                  <c:v>0.58437899999999998</c:v>
                </c:pt>
                <c:pt idx="846">
                  <c:v>0.330793</c:v>
                </c:pt>
                <c:pt idx="847">
                  <c:v>0.44265300000000002</c:v>
                </c:pt>
                <c:pt idx="848">
                  <c:v>0.43087799999999998</c:v>
                </c:pt>
                <c:pt idx="849">
                  <c:v>0.38925199999999999</c:v>
                </c:pt>
                <c:pt idx="850">
                  <c:v>0.43033500000000002</c:v>
                </c:pt>
                <c:pt idx="851">
                  <c:v>0.34633999999999998</c:v>
                </c:pt>
                <c:pt idx="852">
                  <c:v>0.35847400000000001</c:v>
                </c:pt>
                <c:pt idx="853">
                  <c:v>0.27796300000000002</c:v>
                </c:pt>
                <c:pt idx="854">
                  <c:v>0.49523600000000001</c:v>
                </c:pt>
                <c:pt idx="855">
                  <c:v>0.48782199999999998</c:v>
                </c:pt>
                <c:pt idx="856">
                  <c:v>0.50850600000000001</c:v>
                </c:pt>
                <c:pt idx="857">
                  <c:v>0.39945799999999998</c:v>
                </c:pt>
                <c:pt idx="858">
                  <c:v>0.55363600000000002</c:v>
                </c:pt>
                <c:pt idx="859">
                  <c:v>0.421213</c:v>
                </c:pt>
                <c:pt idx="860">
                  <c:v>0.38462600000000002</c:v>
                </c:pt>
                <c:pt idx="861">
                  <c:v>0.44872000000000001</c:v>
                </c:pt>
                <c:pt idx="862">
                  <c:v>0.51988500000000004</c:v>
                </c:pt>
                <c:pt idx="863">
                  <c:v>0.49612899999999999</c:v>
                </c:pt>
                <c:pt idx="864">
                  <c:v>0.56634200000000001</c:v>
                </c:pt>
                <c:pt idx="865">
                  <c:v>0.50035200000000002</c:v>
                </c:pt>
                <c:pt idx="866">
                  <c:v>0.61141699999999999</c:v>
                </c:pt>
                <c:pt idx="867">
                  <c:v>0.61919500000000005</c:v>
                </c:pt>
                <c:pt idx="868">
                  <c:v>0.68672900000000003</c:v>
                </c:pt>
                <c:pt idx="869">
                  <c:v>0.55969599999999997</c:v>
                </c:pt>
                <c:pt idx="870">
                  <c:v>0.40478599999999998</c:v>
                </c:pt>
                <c:pt idx="871">
                  <c:v>0.57939700000000005</c:v>
                </c:pt>
                <c:pt idx="872">
                  <c:v>0.498394</c:v>
                </c:pt>
                <c:pt idx="873">
                  <c:v>0.65647800000000001</c:v>
                </c:pt>
                <c:pt idx="874">
                  <c:v>0.56415800000000005</c:v>
                </c:pt>
                <c:pt idx="875">
                  <c:v>0.57091499999999995</c:v>
                </c:pt>
                <c:pt idx="876">
                  <c:v>0.70503000000000005</c:v>
                </c:pt>
                <c:pt idx="877">
                  <c:v>0.67521500000000001</c:v>
                </c:pt>
                <c:pt idx="878">
                  <c:v>7.1049000000000001E-2</c:v>
                </c:pt>
                <c:pt idx="879">
                  <c:v>0.41852</c:v>
                </c:pt>
                <c:pt idx="880">
                  <c:v>0.45032899999999998</c:v>
                </c:pt>
                <c:pt idx="881">
                  <c:v>0.40476800000000002</c:v>
                </c:pt>
                <c:pt idx="882">
                  <c:v>0.44872400000000001</c:v>
                </c:pt>
                <c:pt idx="883">
                  <c:v>0.55031799999999997</c:v>
                </c:pt>
                <c:pt idx="884">
                  <c:v>0.62576399999999999</c:v>
                </c:pt>
                <c:pt idx="885">
                  <c:v>0.53367399999999998</c:v>
                </c:pt>
                <c:pt idx="886">
                  <c:v>0.60602400000000001</c:v>
                </c:pt>
                <c:pt idx="887">
                  <c:v>0.52359800000000001</c:v>
                </c:pt>
                <c:pt idx="888">
                  <c:v>0.51119999999999999</c:v>
                </c:pt>
                <c:pt idx="889">
                  <c:v>0.52366999999999997</c:v>
                </c:pt>
                <c:pt idx="890">
                  <c:v>0.52743899999999999</c:v>
                </c:pt>
                <c:pt idx="891">
                  <c:v>0.54797099999999999</c:v>
                </c:pt>
                <c:pt idx="892">
                  <c:v>0.51168999999999998</c:v>
                </c:pt>
                <c:pt idx="893">
                  <c:v>0.53181199999999995</c:v>
                </c:pt>
                <c:pt idx="894">
                  <c:v>0.50240600000000002</c:v>
                </c:pt>
                <c:pt idx="895">
                  <c:v>0.48461399999999999</c:v>
                </c:pt>
                <c:pt idx="896">
                  <c:v>0.53805499999999995</c:v>
                </c:pt>
                <c:pt idx="897">
                  <c:v>0.55039899999999997</c:v>
                </c:pt>
                <c:pt idx="898">
                  <c:v>0.54131099999999999</c:v>
                </c:pt>
                <c:pt idx="899">
                  <c:v>0.56958799999999998</c:v>
                </c:pt>
                <c:pt idx="900">
                  <c:v>0.566222</c:v>
                </c:pt>
                <c:pt idx="901">
                  <c:v>0.44211299999999998</c:v>
                </c:pt>
                <c:pt idx="902">
                  <c:v>0.35905900000000002</c:v>
                </c:pt>
                <c:pt idx="903">
                  <c:v>0.32495200000000002</c:v>
                </c:pt>
                <c:pt idx="904">
                  <c:v>0.43078899999999998</c:v>
                </c:pt>
                <c:pt idx="905">
                  <c:v>0.50470700000000002</c:v>
                </c:pt>
                <c:pt idx="906">
                  <c:v>0.56897200000000003</c:v>
                </c:pt>
                <c:pt idx="907">
                  <c:v>0.56313400000000002</c:v>
                </c:pt>
                <c:pt idx="908">
                  <c:v>0.63281100000000001</c:v>
                </c:pt>
                <c:pt idx="909">
                  <c:v>0.40610800000000002</c:v>
                </c:pt>
                <c:pt idx="910">
                  <c:v>0.61627600000000005</c:v>
                </c:pt>
                <c:pt idx="911">
                  <c:v>0.61164499999999999</c:v>
                </c:pt>
                <c:pt idx="912">
                  <c:v>0.58036600000000005</c:v>
                </c:pt>
                <c:pt idx="913">
                  <c:v>0.45756400000000003</c:v>
                </c:pt>
                <c:pt idx="914">
                  <c:v>0.54334700000000002</c:v>
                </c:pt>
                <c:pt idx="915">
                  <c:v>0.70693899999999998</c:v>
                </c:pt>
                <c:pt idx="916">
                  <c:v>0.56468399999999996</c:v>
                </c:pt>
                <c:pt idx="917">
                  <c:v>0.52222999999999997</c:v>
                </c:pt>
                <c:pt idx="918">
                  <c:v>0.624274</c:v>
                </c:pt>
                <c:pt idx="919">
                  <c:v>0.58352300000000001</c:v>
                </c:pt>
                <c:pt idx="920">
                  <c:v>0.54203699999999999</c:v>
                </c:pt>
                <c:pt idx="921">
                  <c:v>0.58726999999999996</c:v>
                </c:pt>
                <c:pt idx="922">
                  <c:v>0.50859299999999996</c:v>
                </c:pt>
                <c:pt idx="923">
                  <c:v>0.32531300000000002</c:v>
                </c:pt>
                <c:pt idx="924">
                  <c:v>0.48202200000000001</c:v>
                </c:pt>
                <c:pt idx="925">
                  <c:v>0.28506700000000001</c:v>
                </c:pt>
                <c:pt idx="926">
                  <c:v>0.39623399999999998</c:v>
                </c:pt>
                <c:pt idx="927">
                  <c:v>0.48220299999999999</c:v>
                </c:pt>
                <c:pt idx="928">
                  <c:v>0.42536499999999999</c:v>
                </c:pt>
                <c:pt idx="929">
                  <c:v>0.38695200000000002</c:v>
                </c:pt>
                <c:pt idx="930">
                  <c:v>0.476462</c:v>
                </c:pt>
                <c:pt idx="931">
                  <c:v>0.64849500000000004</c:v>
                </c:pt>
                <c:pt idx="932">
                  <c:v>0.48155599999999998</c:v>
                </c:pt>
                <c:pt idx="933">
                  <c:v>0.54925199999999996</c:v>
                </c:pt>
                <c:pt idx="934">
                  <c:v>0.61195699999999997</c:v>
                </c:pt>
                <c:pt idx="935">
                  <c:v>0.562608</c:v>
                </c:pt>
                <c:pt idx="936">
                  <c:v>0.64016200000000001</c:v>
                </c:pt>
                <c:pt idx="937">
                  <c:v>0.52215400000000001</c:v>
                </c:pt>
                <c:pt idx="938">
                  <c:v>0.58681399999999995</c:v>
                </c:pt>
                <c:pt idx="939">
                  <c:v>0.65115599999999996</c:v>
                </c:pt>
                <c:pt idx="940">
                  <c:v>0.53163800000000005</c:v>
                </c:pt>
                <c:pt idx="941">
                  <c:v>0.58951500000000001</c:v>
                </c:pt>
                <c:pt idx="942">
                  <c:v>0.49373299999999998</c:v>
                </c:pt>
                <c:pt idx="943">
                  <c:v>0.33988800000000002</c:v>
                </c:pt>
                <c:pt idx="944">
                  <c:v>0.54044599999999998</c:v>
                </c:pt>
                <c:pt idx="945">
                  <c:v>0.64368300000000001</c:v>
                </c:pt>
                <c:pt idx="946">
                  <c:v>0.55955699999999997</c:v>
                </c:pt>
                <c:pt idx="947">
                  <c:v>0.30087399999999997</c:v>
                </c:pt>
                <c:pt idx="948">
                  <c:v>0.475962</c:v>
                </c:pt>
                <c:pt idx="949">
                  <c:v>0.38556200000000002</c:v>
                </c:pt>
                <c:pt idx="950">
                  <c:v>0.37509300000000001</c:v>
                </c:pt>
                <c:pt idx="951">
                  <c:v>0.47263100000000002</c:v>
                </c:pt>
                <c:pt idx="952">
                  <c:v>0.52037599999999995</c:v>
                </c:pt>
                <c:pt idx="953">
                  <c:v>0.53842599999999996</c:v>
                </c:pt>
                <c:pt idx="954">
                  <c:v>0.55337599999999998</c:v>
                </c:pt>
                <c:pt idx="955">
                  <c:v>0.34527400000000003</c:v>
                </c:pt>
                <c:pt idx="956">
                  <c:v>0.47668700000000003</c:v>
                </c:pt>
                <c:pt idx="957">
                  <c:v>0.52396799999999999</c:v>
                </c:pt>
                <c:pt idx="958">
                  <c:v>0.575824</c:v>
                </c:pt>
                <c:pt idx="959">
                  <c:v>0.59379199999999999</c:v>
                </c:pt>
                <c:pt idx="960">
                  <c:v>0.49143100000000001</c:v>
                </c:pt>
                <c:pt idx="961">
                  <c:v>0.520285</c:v>
                </c:pt>
                <c:pt idx="962">
                  <c:v>0.54734499999999997</c:v>
                </c:pt>
                <c:pt idx="963">
                  <c:v>0.53109099999999998</c:v>
                </c:pt>
                <c:pt idx="964">
                  <c:v>0.55508199999999996</c:v>
                </c:pt>
                <c:pt idx="965">
                  <c:v>0.42073700000000003</c:v>
                </c:pt>
                <c:pt idx="966">
                  <c:v>0.49941400000000002</c:v>
                </c:pt>
                <c:pt idx="967">
                  <c:v>0.45989799999999997</c:v>
                </c:pt>
                <c:pt idx="968">
                  <c:v>0.43440299999999998</c:v>
                </c:pt>
                <c:pt idx="969">
                  <c:v>0.44758300000000001</c:v>
                </c:pt>
                <c:pt idx="970">
                  <c:v>0.41603800000000002</c:v>
                </c:pt>
                <c:pt idx="971">
                  <c:v>0.30091499999999999</c:v>
                </c:pt>
                <c:pt idx="972">
                  <c:v>0.42337599999999997</c:v>
                </c:pt>
                <c:pt idx="973">
                  <c:v>0.46601100000000001</c:v>
                </c:pt>
                <c:pt idx="974">
                  <c:v>0.34487800000000002</c:v>
                </c:pt>
                <c:pt idx="975">
                  <c:v>0.36553000000000002</c:v>
                </c:pt>
                <c:pt idx="976">
                  <c:v>0.41436000000000001</c:v>
                </c:pt>
                <c:pt idx="977">
                  <c:v>0.53480399999999995</c:v>
                </c:pt>
                <c:pt idx="978">
                  <c:v>0.47699000000000003</c:v>
                </c:pt>
                <c:pt idx="979">
                  <c:v>0.53312099999999996</c:v>
                </c:pt>
                <c:pt idx="980">
                  <c:v>0.50322500000000003</c:v>
                </c:pt>
                <c:pt idx="981">
                  <c:v>0.39901799999999998</c:v>
                </c:pt>
                <c:pt idx="982">
                  <c:v>0.43718400000000002</c:v>
                </c:pt>
                <c:pt idx="983">
                  <c:v>0.55890300000000004</c:v>
                </c:pt>
                <c:pt idx="984">
                  <c:v>0.625556</c:v>
                </c:pt>
                <c:pt idx="985">
                  <c:v>0.53074500000000002</c:v>
                </c:pt>
                <c:pt idx="986">
                  <c:v>0.57879499999999995</c:v>
                </c:pt>
                <c:pt idx="987">
                  <c:v>0.629718</c:v>
                </c:pt>
                <c:pt idx="988">
                  <c:v>0.53359999999999996</c:v>
                </c:pt>
                <c:pt idx="989">
                  <c:v>0.47737800000000002</c:v>
                </c:pt>
                <c:pt idx="990">
                  <c:v>0.52590800000000004</c:v>
                </c:pt>
                <c:pt idx="991">
                  <c:v>0.52669200000000005</c:v>
                </c:pt>
                <c:pt idx="992">
                  <c:v>0.51366999999999996</c:v>
                </c:pt>
                <c:pt idx="993">
                  <c:v>0.45797100000000002</c:v>
                </c:pt>
                <c:pt idx="994">
                  <c:v>0.42913099999999998</c:v>
                </c:pt>
                <c:pt idx="995">
                  <c:v>0.41802699999999998</c:v>
                </c:pt>
                <c:pt idx="996">
                  <c:v>0.458839</c:v>
                </c:pt>
                <c:pt idx="997">
                  <c:v>0.45985399999999998</c:v>
                </c:pt>
                <c:pt idx="998">
                  <c:v>0.48966300000000001</c:v>
                </c:pt>
                <c:pt idx="999">
                  <c:v>0.46371299999999999</c:v>
                </c:pt>
                <c:pt idx="1000">
                  <c:v>0.52151000000000003</c:v>
                </c:pt>
                <c:pt idx="1001">
                  <c:v>0.44114599999999998</c:v>
                </c:pt>
                <c:pt idx="1002">
                  <c:v>0.55082399999999998</c:v>
                </c:pt>
                <c:pt idx="1003">
                  <c:v>0.533717</c:v>
                </c:pt>
                <c:pt idx="1004">
                  <c:v>0.40448099999999998</c:v>
                </c:pt>
                <c:pt idx="1005">
                  <c:v>0.46493800000000002</c:v>
                </c:pt>
                <c:pt idx="1006">
                  <c:v>0.50544199999999995</c:v>
                </c:pt>
                <c:pt idx="1007">
                  <c:v>0.45768399999999998</c:v>
                </c:pt>
                <c:pt idx="1008">
                  <c:v>0.47869</c:v>
                </c:pt>
                <c:pt idx="1009">
                  <c:v>0.53941399999999995</c:v>
                </c:pt>
                <c:pt idx="1010">
                  <c:v>0.60128700000000002</c:v>
                </c:pt>
                <c:pt idx="1011">
                  <c:v>0.54510400000000003</c:v>
                </c:pt>
                <c:pt idx="1012">
                  <c:v>0.53889500000000001</c:v>
                </c:pt>
                <c:pt idx="1013">
                  <c:v>0.45826499999999998</c:v>
                </c:pt>
                <c:pt idx="1014">
                  <c:v>0.44817499999999999</c:v>
                </c:pt>
                <c:pt idx="1015">
                  <c:v>0.52256599999999997</c:v>
                </c:pt>
                <c:pt idx="1016">
                  <c:v>0.54969299999999999</c:v>
                </c:pt>
                <c:pt idx="1017">
                  <c:v>0.56484400000000001</c:v>
                </c:pt>
                <c:pt idx="1018">
                  <c:v>0.62714000000000003</c:v>
                </c:pt>
                <c:pt idx="1019">
                  <c:v>0.57816400000000001</c:v>
                </c:pt>
                <c:pt idx="1020">
                  <c:v>0.51242900000000002</c:v>
                </c:pt>
                <c:pt idx="1021">
                  <c:v>0.55728</c:v>
                </c:pt>
                <c:pt idx="1022">
                  <c:v>0.46604800000000002</c:v>
                </c:pt>
                <c:pt idx="1023">
                  <c:v>0.52848799999999996</c:v>
                </c:pt>
                <c:pt idx="1024">
                  <c:v>0.60563400000000001</c:v>
                </c:pt>
                <c:pt idx="1025">
                  <c:v>0.58057199999999998</c:v>
                </c:pt>
                <c:pt idx="1026">
                  <c:v>0.57604999999999995</c:v>
                </c:pt>
                <c:pt idx="1027">
                  <c:v>0.49408299999999999</c:v>
                </c:pt>
                <c:pt idx="1028">
                  <c:v>0.56620800000000004</c:v>
                </c:pt>
                <c:pt idx="1029">
                  <c:v>0.49653599999999998</c:v>
                </c:pt>
                <c:pt idx="1030">
                  <c:v>0.502718</c:v>
                </c:pt>
                <c:pt idx="1031">
                  <c:v>0.52807800000000005</c:v>
                </c:pt>
                <c:pt idx="1032">
                  <c:v>0.61507599999999996</c:v>
                </c:pt>
                <c:pt idx="1033">
                  <c:v>0.41713499999999998</c:v>
                </c:pt>
                <c:pt idx="1034">
                  <c:v>0.53838600000000003</c:v>
                </c:pt>
                <c:pt idx="1035">
                  <c:v>0.53829199999999999</c:v>
                </c:pt>
                <c:pt idx="1036">
                  <c:v>0.356933</c:v>
                </c:pt>
                <c:pt idx="1037">
                  <c:v>0.48915700000000001</c:v>
                </c:pt>
                <c:pt idx="1038">
                  <c:v>0.58284999999999998</c:v>
                </c:pt>
                <c:pt idx="1039">
                  <c:v>0.60092999999999996</c:v>
                </c:pt>
                <c:pt idx="1040">
                  <c:v>0.63203600000000004</c:v>
                </c:pt>
                <c:pt idx="1041">
                  <c:v>0.52068800000000004</c:v>
                </c:pt>
                <c:pt idx="1042">
                  <c:v>0.59303099999999997</c:v>
                </c:pt>
                <c:pt idx="1043">
                  <c:v>0.51344500000000004</c:v>
                </c:pt>
                <c:pt idx="1044">
                  <c:v>0.52611600000000003</c:v>
                </c:pt>
                <c:pt idx="1045">
                  <c:v>0.51999300000000004</c:v>
                </c:pt>
                <c:pt idx="1046">
                  <c:v>0.55983899999999998</c:v>
                </c:pt>
                <c:pt idx="1047">
                  <c:v>0.53814399999999996</c:v>
                </c:pt>
                <c:pt idx="1048">
                  <c:v>0.55844899999999997</c:v>
                </c:pt>
                <c:pt idx="1049">
                  <c:v>0.51546400000000003</c:v>
                </c:pt>
                <c:pt idx="1050">
                  <c:v>0.56948799999999999</c:v>
                </c:pt>
                <c:pt idx="1051">
                  <c:v>0.56561700000000004</c:v>
                </c:pt>
                <c:pt idx="1052">
                  <c:v>0.64934000000000003</c:v>
                </c:pt>
                <c:pt idx="1053">
                  <c:v>0.58965100000000004</c:v>
                </c:pt>
                <c:pt idx="1054">
                  <c:v>0.57287699999999997</c:v>
                </c:pt>
                <c:pt idx="1055">
                  <c:v>0.635042</c:v>
                </c:pt>
                <c:pt idx="1056">
                  <c:v>0.501668</c:v>
                </c:pt>
                <c:pt idx="1057">
                  <c:v>0.51468000000000003</c:v>
                </c:pt>
                <c:pt idx="1058">
                  <c:v>0.56155600000000006</c:v>
                </c:pt>
                <c:pt idx="1059">
                  <c:v>0.50125399999999998</c:v>
                </c:pt>
                <c:pt idx="1060">
                  <c:v>0.50995599999999996</c:v>
                </c:pt>
                <c:pt idx="1061">
                  <c:v>0.404748</c:v>
                </c:pt>
                <c:pt idx="1062">
                  <c:v>0.58740499999999995</c:v>
                </c:pt>
                <c:pt idx="1063">
                  <c:v>0.57988600000000001</c:v>
                </c:pt>
                <c:pt idx="1064">
                  <c:v>0.65330699999999997</c:v>
                </c:pt>
                <c:pt idx="1065">
                  <c:v>0.55776800000000004</c:v>
                </c:pt>
                <c:pt idx="1066">
                  <c:v>0.56934899999999999</c:v>
                </c:pt>
                <c:pt idx="1067">
                  <c:v>0.525254</c:v>
                </c:pt>
                <c:pt idx="1068">
                  <c:v>0.49128100000000002</c:v>
                </c:pt>
                <c:pt idx="1069">
                  <c:v>0.49385299999999999</c:v>
                </c:pt>
                <c:pt idx="1070">
                  <c:v>0.453573</c:v>
                </c:pt>
                <c:pt idx="1071">
                  <c:v>0.288686</c:v>
                </c:pt>
                <c:pt idx="1072">
                  <c:v>0.29921500000000001</c:v>
                </c:pt>
                <c:pt idx="1073">
                  <c:v>0.66827000000000003</c:v>
                </c:pt>
                <c:pt idx="1074">
                  <c:v>0.51386299999999996</c:v>
                </c:pt>
                <c:pt idx="1075">
                  <c:v>0.54363300000000003</c:v>
                </c:pt>
                <c:pt idx="1076">
                  <c:v>0.51615100000000003</c:v>
                </c:pt>
                <c:pt idx="1077">
                  <c:v>0.54919600000000002</c:v>
                </c:pt>
                <c:pt idx="1078">
                  <c:v>0.49834699999999998</c:v>
                </c:pt>
                <c:pt idx="1079">
                  <c:v>0.46082800000000002</c:v>
                </c:pt>
                <c:pt idx="1080">
                  <c:v>0.386905</c:v>
                </c:pt>
                <c:pt idx="1081">
                  <c:v>0.11262</c:v>
                </c:pt>
                <c:pt idx="1082">
                  <c:v>0.48286200000000001</c:v>
                </c:pt>
                <c:pt idx="1083">
                  <c:v>0.414657</c:v>
                </c:pt>
                <c:pt idx="1084">
                  <c:v>0.74612199999999995</c:v>
                </c:pt>
                <c:pt idx="1085">
                  <c:v>0.60288900000000001</c:v>
                </c:pt>
                <c:pt idx="1086">
                  <c:v>0.43435299999999999</c:v>
                </c:pt>
                <c:pt idx="1087">
                  <c:v>0.56011599999999995</c:v>
                </c:pt>
                <c:pt idx="1088">
                  <c:v>0.64812700000000001</c:v>
                </c:pt>
                <c:pt idx="1089">
                  <c:v>0.46827000000000002</c:v>
                </c:pt>
                <c:pt idx="1090">
                  <c:v>0.55276700000000001</c:v>
                </c:pt>
                <c:pt idx="1091">
                  <c:v>0.50031499999999995</c:v>
                </c:pt>
                <c:pt idx="1092">
                  <c:v>0.58085399999999998</c:v>
                </c:pt>
                <c:pt idx="1093">
                  <c:v>0.58007799999999998</c:v>
                </c:pt>
                <c:pt idx="1094">
                  <c:v>0.58733599999999997</c:v>
                </c:pt>
                <c:pt idx="1095">
                  <c:v>0.59649399999999997</c:v>
                </c:pt>
                <c:pt idx="1096">
                  <c:v>0.50125399999999998</c:v>
                </c:pt>
                <c:pt idx="1097">
                  <c:v>0.64587600000000001</c:v>
                </c:pt>
                <c:pt idx="1098">
                  <c:v>0.540717</c:v>
                </c:pt>
                <c:pt idx="1099">
                  <c:v>0.615838</c:v>
                </c:pt>
                <c:pt idx="1100">
                  <c:v>0.45966200000000002</c:v>
                </c:pt>
                <c:pt idx="1101">
                  <c:v>0.59306199999999998</c:v>
                </c:pt>
                <c:pt idx="1102">
                  <c:v>0.48619400000000002</c:v>
                </c:pt>
                <c:pt idx="1103">
                  <c:v>0.560917</c:v>
                </c:pt>
                <c:pt idx="1104">
                  <c:v>0.31707600000000002</c:v>
                </c:pt>
                <c:pt idx="1105">
                  <c:v>0.53838200000000003</c:v>
                </c:pt>
                <c:pt idx="1106">
                  <c:v>0.62208699999999995</c:v>
                </c:pt>
                <c:pt idx="1107">
                  <c:v>0.59032200000000001</c:v>
                </c:pt>
                <c:pt idx="1108">
                  <c:v>0.505548</c:v>
                </c:pt>
                <c:pt idx="1109">
                  <c:v>0.603016</c:v>
                </c:pt>
                <c:pt idx="1110">
                  <c:v>0.53386299999999998</c:v>
                </c:pt>
                <c:pt idx="1111">
                  <c:v>0.32720700000000003</c:v>
                </c:pt>
                <c:pt idx="1112">
                  <c:v>0.38880399999999998</c:v>
                </c:pt>
                <c:pt idx="1113">
                  <c:v>0.39809499999999998</c:v>
                </c:pt>
                <c:pt idx="1114">
                  <c:v>0.29453299999999999</c:v>
                </c:pt>
                <c:pt idx="1115">
                  <c:v>0.22468199999999999</c:v>
                </c:pt>
                <c:pt idx="1116">
                  <c:v>0.39028200000000002</c:v>
                </c:pt>
                <c:pt idx="1117">
                  <c:v>0.36799599999999999</c:v>
                </c:pt>
                <c:pt idx="1118">
                  <c:v>0.20118</c:v>
                </c:pt>
                <c:pt idx="1119">
                  <c:v>0.36266100000000001</c:v>
                </c:pt>
                <c:pt idx="1120">
                  <c:v>0.53657299999999997</c:v>
                </c:pt>
                <c:pt idx="1121">
                  <c:v>0.55050399999999999</c:v>
                </c:pt>
                <c:pt idx="1122">
                  <c:v>0.40614600000000001</c:v>
                </c:pt>
                <c:pt idx="1123">
                  <c:v>0.45525300000000002</c:v>
                </c:pt>
                <c:pt idx="1124">
                  <c:v>0.20883599999999999</c:v>
                </c:pt>
                <c:pt idx="1125">
                  <c:v>0.37191400000000002</c:v>
                </c:pt>
                <c:pt idx="1126">
                  <c:v>0.20311000000000001</c:v>
                </c:pt>
                <c:pt idx="1127">
                  <c:v>0.215169</c:v>
                </c:pt>
                <c:pt idx="1128">
                  <c:v>0.42313600000000001</c:v>
                </c:pt>
                <c:pt idx="1129">
                  <c:v>0.53419799999999995</c:v>
                </c:pt>
                <c:pt idx="1130">
                  <c:v>0.47312199999999999</c:v>
                </c:pt>
                <c:pt idx="1131">
                  <c:v>0.35598099999999999</c:v>
                </c:pt>
                <c:pt idx="1132">
                  <c:v>0.43789099999999997</c:v>
                </c:pt>
                <c:pt idx="1133">
                  <c:v>0.43911899999999998</c:v>
                </c:pt>
                <c:pt idx="1134">
                  <c:v>0.49377100000000002</c:v>
                </c:pt>
                <c:pt idx="1135">
                  <c:v>0.38539600000000002</c:v>
                </c:pt>
                <c:pt idx="1136">
                  <c:v>0.458067</c:v>
                </c:pt>
                <c:pt idx="1137">
                  <c:v>0.36360300000000001</c:v>
                </c:pt>
                <c:pt idx="1138">
                  <c:v>0.39102199999999998</c:v>
                </c:pt>
                <c:pt idx="1139">
                  <c:v>0.47432600000000003</c:v>
                </c:pt>
                <c:pt idx="1140">
                  <c:v>0.60662000000000005</c:v>
                </c:pt>
                <c:pt idx="1141">
                  <c:v>0.43450899999999998</c:v>
                </c:pt>
                <c:pt idx="1142">
                  <c:v>0.393872</c:v>
                </c:pt>
                <c:pt idx="1143">
                  <c:v>0.45860099999999998</c:v>
                </c:pt>
                <c:pt idx="1144">
                  <c:v>0.584314</c:v>
                </c:pt>
                <c:pt idx="1145">
                  <c:v>0.35859799999999997</c:v>
                </c:pt>
                <c:pt idx="1146">
                  <c:v>0.40001100000000001</c:v>
                </c:pt>
                <c:pt idx="1147">
                  <c:v>0.5</c:v>
                </c:pt>
              </c:numCache>
            </c:numRef>
          </c:yVal>
          <c:smooth val="0"/>
          <c:extLst>
            <c:ext xmlns:c16="http://schemas.microsoft.com/office/drawing/2014/chart" uri="{C3380CC4-5D6E-409C-BE32-E72D297353CC}">
              <c16:uniqueId val="{00000001-C5FA-4E77-A099-206018BA7D29}"/>
            </c:ext>
          </c:extLst>
        </c:ser>
        <c:dLbls>
          <c:showLegendKey val="0"/>
          <c:showVal val="0"/>
          <c:showCatName val="0"/>
          <c:showSerName val="0"/>
          <c:showPercent val="0"/>
          <c:showBubbleSize val="0"/>
        </c:dLbls>
        <c:axId val="227600703"/>
        <c:axId val="227615679"/>
      </c:scatterChart>
      <c:valAx>
        <c:axId val="227600703"/>
        <c:scaling>
          <c:orientation val="minMax"/>
          <c:max val="40"/>
          <c:min val="15"/>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GB" sz="1200" b="1"/>
                  <a:t>LST</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PK"/>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227615679"/>
        <c:crossesAt val="-20"/>
        <c:crossBetween val="midCat"/>
      </c:valAx>
      <c:valAx>
        <c:axId val="2276156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GB" sz="1200" b="1"/>
                  <a:t>NDI</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PK"/>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227600703"/>
        <c:crossesAt val="0"/>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tx1"/>
      </a:solidFill>
      <a:round/>
    </a:ln>
    <a:effectLst/>
  </c:spPr>
  <c:txPr>
    <a:bodyPr/>
    <a:lstStyle/>
    <a:p>
      <a:pPr>
        <a:defRPr/>
      </a:pPr>
      <a:endParaRPr lang="en-PK"/>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LST and NDVI 2013</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scatterChart>
        <c:scatterStyle val="lineMarker"/>
        <c:varyColors val="0"/>
        <c:ser>
          <c:idx val="0"/>
          <c:order val="0"/>
          <c:tx>
            <c:strRef>
              <c:f>'2002'!$D$1</c:f>
              <c:strCache>
                <c:ptCount val="1"/>
                <c:pt idx="0">
                  <c:v>NDVI</c:v>
                </c:pt>
              </c:strCache>
            </c:strRef>
          </c:tx>
          <c:spPr>
            <a:ln w="19050" cap="rnd">
              <a:noFill/>
              <a:round/>
            </a:ln>
            <a:effectLst/>
          </c:spPr>
          <c:marker>
            <c:symbol val="circle"/>
            <c:size val="5"/>
            <c:spPr>
              <a:solidFill>
                <a:schemeClr val="dk1">
                  <a:tint val="88500"/>
                </a:schemeClr>
              </a:solidFill>
              <a:ln w="9525">
                <a:solidFill>
                  <a:schemeClr val="dk1">
                    <a:tint val="88500"/>
                  </a:schemeClr>
                </a:solidFill>
              </a:ln>
              <a:effectLst/>
            </c:spPr>
          </c:marker>
          <c:trendline>
            <c:spPr>
              <a:ln w="19050" cap="rnd">
                <a:solidFill>
                  <a:schemeClr val="tx1"/>
                </a:solidFill>
                <a:prstDash val="sysDot"/>
              </a:ln>
              <a:effectLst/>
            </c:spPr>
            <c:trendlineType val="linear"/>
            <c:dispRSqr val="1"/>
            <c:dispEq val="1"/>
            <c:trendlineLbl>
              <c:layout>
                <c:manualLayout>
                  <c:x val="-0.64845472222222222"/>
                  <c:y val="0.38739484126984125"/>
                </c:manualLayout>
              </c:layout>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baseline="0" dirty="0"/>
                      <a:t>y = -0.0144x + 0.7966</a:t>
                    </a:r>
                    <a:br>
                      <a:rPr lang="en-US" baseline="0" dirty="0"/>
                    </a:br>
                    <a:r>
                      <a:rPr lang="en-US" baseline="0" dirty="0"/>
                      <a:t>R² = 0.6939</a:t>
                    </a:r>
                    <a:endParaRPr lang="en-US" dirty="0"/>
                  </a:p>
                </c:rich>
              </c:tx>
              <c:numFmt formatCode="General" sourceLinked="0"/>
              <c:spPr>
                <a:noFill/>
                <a:ln w="12700">
                  <a:solidFill>
                    <a:schemeClr val="tx1"/>
                  </a:solid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trendlineLbl>
          </c:trendline>
          <c:xVal>
            <c:numRef>
              <c:f>'2002'!$B$2:$B$1149</c:f>
              <c:numCache>
                <c:formatCode>0.0</c:formatCode>
                <c:ptCount val="1148"/>
                <c:pt idx="0">
                  <c:v>23.096071999999999</c:v>
                </c:pt>
                <c:pt idx="1">
                  <c:v>40</c:v>
                </c:pt>
                <c:pt idx="2">
                  <c:v>28.760905999999999</c:v>
                </c:pt>
                <c:pt idx="3">
                  <c:v>27.261009000000001</c:v>
                </c:pt>
                <c:pt idx="4">
                  <c:v>26.670926999999999</c:v>
                </c:pt>
                <c:pt idx="5">
                  <c:v>24.426500000000001</c:v>
                </c:pt>
                <c:pt idx="6">
                  <c:v>26.895399000000001</c:v>
                </c:pt>
                <c:pt idx="7">
                  <c:v>30.927173</c:v>
                </c:pt>
                <c:pt idx="8">
                  <c:v>27.385362000000001</c:v>
                </c:pt>
                <c:pt idx="9">
                  <c:v>25.835466</c:v>
                </c:pt>
                <c:pt idx="10">
                  <c:v>29.640557999999999</c:v>
                </c:pt>
                <c:pt idx="11">
                  <c:v>27.236080999999999</c:v>
                </c:pt>
                <c:pt idx="12">
                  <c:v>28.703662999999999</c:v>
                </c:pt>
                <c:pt idx="13">
                  <c:v>30.569474</c:v>
                </c:pt>
                <c:pt idx="14">
                  <c:v>33.291998</c:v>
                </c:pt>
                <c:pt idx="15">
                  <c:v>30.719045999999999</c:v>
                </c:pt>
                <c:pt idx="16">
                  <c:v>26.6692</c:v>
                </c:pt>
                <c:pt idx="17">
                  <c:v>29.025089999999999</c:v>
                </c:pt>
                <c:pt idx="18">
                  <c:v>29.547906000000001</c:v>
                </c:pt>
                <c:pt idx="19">
                  <c:v>26.764655000000001</c:v>
                </c:pt>
                <c:pt idx="20">
                  <c:v>28.524614</c:v>
                </c:pt>
                <c:pt idx="21">
                  <c:v>27.969474000000002</c:v>
                </c:pt>
                <c:pt idx="22">
                  <c:v>31.938476000000001</c:v>
                </c:pt>
                <c:pt idx="23">
                  <c:v>31.102167000000001</c:v>
                </c:pt>
                <c:pt idx="24">
                  <c:v>27.853117999999998</c:v>
                </c:pt>
                <c:pt idx="25">
                  <c:v>32.760373000000001</c:v>
                </c:pt>
                <c:pt idx="26">
                  <c:v>26.833839999999999</c:v>
                </c:pt>
                <c:pt idx="27">
                  <c:v>29.333725000000001</c:v>
                </c:pt>
                <c:pt idx="28">
                  <c:v>25.843088000000002</c:v>
                </c:pt>
                <c:pt idx="29">
                  <c:v>30.363023999999999</c:v>
                </c:pt>
                <c:pt idx="30">
                  <c:v>29.485681</c:v>
                </c:pt>
                <c:pt idx="31">
                  <c:v>30.062100999999998</c:v>
                </c:pt>
                <c:pt idx="32">
                  <c:v>27.820948999999999</c:v>
                </c:pt>
                <c:pt idx="33">
                  <c:v>28.497197</c:v>
                </c:pt>
                <c:pt idx="34">
                  <c:v>27.933620000000001</c:v>
                </c:pt>
                <c:pt idx="35">
                  <c:v>34.951473999999997</c:v>
                </c:pt>
                <c:pt idx="36">
                  <c:v>33.290627999999998</c:v>
                </c:pt>
                <c:pt idx="37">
                  <c:v>30.385968999999999</c:v>
                </c:pt>
                <c:pt idx="38">
                  <c:v>30.044568999999999</c:v>
                </c:pt>
                <c:pt idx="39">
                  <c:v>31.760629000000002</c:v>
                </c:pt>
                <c:pt idx="40">
                  <c:v>28.334137999999999</c:v>
                </c:pt>
                <c:pt idx="41">
                  <c:v>31.041896999999999</c:v>
                </c:pt>
                <c:pt idx="42">
                  <c:v>30.092559000000001</c:v>
                </c:pt>
                <c:pt idx="43">
                  <c:v>31.840561000000001</c:v>
                </c:pt>
                <c:pt idx="44">
                  <c:v>27.939409999999999</c:v>
                </c:pt>
                <c:pt idx="45">
                  <c:v>28.267868</c:v>
                </c:pt>
                <c:pt idx="46">
                  <c:v>28.846557000000001</c:v>
                </c:pt>
                <c:pt idx="47">
                  <c:v>25.144786</c:v>
                </c:pt>
                <c:pt idx="48">
                  <c:v>26.354624000000001</c:v>
                </c:pt>
                <c:pt idx="49">
                  <c:v>29.707114000000001</c:v>
                </c:pt>
                <c:pt idx="50">
                  <c:v>31.645394</c:v>
                </c:pt>
                <c:pt idx="51">
                  <c:v>28.806781999999998</c:v>
                </c:pt>
                <c:pt idx="52">
                  <c:v>29.774524</c:v>
                </c:pt>
                <c:pt idx="53">
                  <c:v>28.822009000000001</c:v>
                </c:pt>
                <c:pt idx="54">
                  <c:v>31.729700999999999</c:v>
                </c:pt>
                <c:pt idx="55">
                  <c:v>30.989739</c:v>
                </c:pt>
                <c:pt idx="56">
                  <c:v>31.775943000000002</c:v>
                </c:pt>
                <c:pt idx="57">
                  <c:v>34.979030000000002</c:v>
                </c:pt>
                <c:pt idx="58">
                  <c:v>28.864128999999998</c:v>
                </c:pt>
                <c:pt idx="59">
                  <c:v>25.008406999999998</c:v>
                </c:pt>
                <c:pt idx="60">
                  <c:v>27.128219000000001</c:v>
                </c:pt>
                <c:pt idx="61">
                  <c:v>28.413112000000002</c:v>
                </c:pt>
                <c:pt idx="62">
                  <c:v>30.278956000000001</c:v>
                </c:pt>
                <c:pt idx="63">
                  <c:v>34.258808999999999</c:v>
                </c:pt>
                <c:pt idx="64">
                  <c:v>30.495647999999999</c:v>
                </c:pt>
                <c:pt idx="65">
                  <c:v>27.942011000000001</c:v>
                </c:pt>
                <c:pt idx="66">
                  <c:v>30.858086</c:v>
                </c:pt>
                <c:pt idx="67">
                  <c:v>30.123376</c:v>
                </c:pt>
                <c:pt idx="68">
                  <c:v>26.966540999999999</c:v>
                </c:pt>
                <c:pt idx="69">
                  <c:v>31.009602999999998</c:v>
                </c:pt>
                <c:pt idx="70">
                  <c:v>31.516795999999999</c:v>
                </c:pt>
                <c:pt idx="71">
                  <c:v>28.087969999999999</c:v>
                </c:pt>
                <c:pt idx="72">
                  <c:v>29.824769</c:v>
                </c:pt>
                <c:pt idx="73">
                  <c:v>30.418099000000002</c:v>
                </c:pt>
                <c:pt idx="74">
                  <c:v>29.396557999999999</c:v>
                </c:pt>
                <c:pt idx="75">
                  <c:v>30.297832</c:v>
                </c:pt>
                <c:pt idx="76">
                  <c:v>29.403908999999999</c:v>
                </c:pt>
                <c:pt idx="77">
                  <c:v>28.508239</c:v>
                </c:pt>
                <c:pt idx="78">
                  <c:v>31.063030999999999</c:v>
                </c:pt>
                <c:pt idx="79">
                  <c:v>29.780336999999999</c:v>
                </c:pt>
                <c:pt idx="80">
                  <c:v>29.134947</c:v>
                </c:pt>
                <c:pt idx="81">
                  <c:v>29.930381000000001</c:v>
                </c:pt>
                <c:pt idx="82">
                  <c:v>28.418081000000001</c:v>
                </c:pt>
                <c:pt idx="83">
                  <c:v>31.865390000000001</c:v>
                </c:pt>
                <c:pt idx="84">
                  <c:v>29.885131999999999</c:v>
                </c:pt>
                <c:pt idx="85">
                  <c:v>28.276046999999998</c:v>
                </c:pt>
                <c:pt idx="86">
                  <c:v>31.128060000000001</c:v>
                </c:pt>
                <c:pt idx="87">
                  <c:v>33.380740000000003</c:v>
                </c:pt>
                <c:pt idx="88">
                  <c:v>36.477547999999999</c:v>
                </c:pt>
                <c:pt idx="89">
                  <c:v>27.584806</c:v>
                </c:pt>
                <c:pt idx="90">
                  <c:v>30.725006</c:v>
                </c:pt>
                <c:pt idx="91">
                  <c:v>28.451495000000001</c:v>
                </c:pt>
                <c:pt idx="92">
                  <c:v>30.204211999999998</c:v>
                </c:pt>
                <c:pt idx="93">
                  <c:v>29.424294</c:v>
                </c:pt>
                <c:pt idx="94">
                  <c:v>32.316200000000002</c:v>
                </c:pt>
                <c:pt idx="95">
                  <c:v>30.582909000000001</c:v>
                </c:pt>
                <c:pt idx="96">
                  <c:v>30.139880000000002</c:v>
                </c:pt>
                <c:pt idx="97">
                  <c:v>32.507384000000002</c:v>
                </c:pt>
                <c:pt idx="98">
                  <c:v>31.780833999999999</c:v>
                </c:pt>
                <c:pt idx="99">
                  <c:v>27.028362999999999</c:v>
                </c:pt>
                <c:pt idx="100">
                  <c:v>34.168605999999997</c:v>
                </c:pt>
                <c:pt idx="101">
                  <c:v>30.52036</c:v>
                </c:pt>
                <c:pt idx="102">
                  <c:v>30.435473000000002</c:v>
                </c:pt>
                <c:pt idx="103">
                  <c:v>28.946535999999998</c:v>
                </c:pt>
                <c:pt idx="104">
                  <c:v>31.768324</c:v>
                </c:pt>
                <c:pt idx="105">
                  <c:v>30.674647</c:v>
                </c:pt>
                <c:pt idx="106">
                  <c:v>30.979628999999999</c:v>
                </c:pt>
                <c:pt idx="107">
                  <c:v>31.658829000000001</c:v>
                </c:pt>
                <c:pt idx="108">
                  <c:v>31.904608</c:v>
                </c:pt>
                <c:pt idx="109">
                  <c:v>36.400807</c:v>
                </c:pt>
                <c:pt idx="110">
                  <c:v>28.546258999999999</c:v>
                </c:pt>
                <c:pt idx="111">
                  <c:v>28.518014999999998</c:v>
                </c:pt>
                <c:pt idx="112">
                  <c:v>25.763369999999998</c:v>
                </c:pt>
                <c:pt idx="113">
                  <c:v>31.128943</c:v>
                </c:pt>
                <c:pt idx="114">
                  <c:v>28.623235999999999</c:v>
                </c:pt>
                <c:pt idx="115">
                  <c:v>31.847178</c:v>
                </c:pt>
                <c:pt idx="116">
                  <c:v>31.829695999999998</c:v>
                </c:pt>
                <c:pt idx="117">
                  <c:v>31.811836</c:v>
                </c:pt>
                <c:pt idx="118">
                  <c:v>33.268715999999998</c:v>
                </c:pt>
                <c:pt idx="119">
                  <c:v>34.415407000000002</c:v>
                </c:pt>
                <c:pt idx="120">
                  <c:v>35.288103</c:v>
                </c:pt>
                <c:pt idx="121">
                  <c:v>31.688758</c:v>
                </c:pt>
                <c:pt idx="122">
                  <c:v>30.011748999999998</c:v>
                </c:pt>
                <c:pt idx="123">
                  <c:v>26.897791000000002</c:v>
                </c:pt>
                <c:pt idx="124">
                  <c:v>28.090864</c:v>
                </c:pt>
                <c:pt idx="125">
                  <c:v>33.506608</c:v>
                </c:pt>
                <c:pt idx="126">
                  <c:v>30.909375000000001</c:v>
                </c:pt>
                <c:pt idx="127">
                  <c:v>33.149112000000002</c:v>
                </c:pt>
                <c:pt idx="128">
                  <c:v>29.362400000000001</c:v>
                </c:pt>
                <c:pt idx="129">
                  <c:v>32.818300000000001</c:v>
                </c:pt>
                <c:pt idx="130">
                  <c:v>32.201956000000003</c:v>
                </c:pt>
                <c:pt idx="131">
                  <c:v>32.227452</c:v>
                </c:pt>
                <c:pt idx="132">
                  <c:v>29.923860999999999</c:v>
                </c:pt>
                <c:pt idx="133">
                  <c:v>35.028858999999997</c:v>
                </c:pt>
                <c:pt idx="134">
                  <c:v>35.041393999999997</c:v>
                </c:pt>
                <c:pt idx="135">
                  <c:v>34.401091999999998</c:v>
                </c:pt>
                <c:pt idx="136">
                  <c:v>34.394798000000002</c:v>
                </c:pt>
                <c:pt idx="137">
                  <c:v>34.133206000000001</c:v>
                </c:pt>
                <c:pt idx="138">
                  <c:v>32.634484999999998</c:v>
                </c:pt>
                <c:pt idx="139">
                  <c:v>28.256045</c:v>
                </c:pt>
                <c:pt idx="140">
                  <c:v>29.809449999999998</c:v>
                </c:pt>
                <c:pt idx="141">
                  <c:v>27.274432999999998</c:v>
                </c:pt>
                <c:pt idx="142">
                  <c:v>28.443034999999998</c:v>
                </c:pt>
                <c:pt idx="143">
                  <c:v>28.967897000000001</c:v>
                </c:pt>
                <c:pt idx="144">
                  <c:v>32.915351000000001</c:v>
                </c:pt>
                <c:pt idx="145">
                  <c:v>32.723813</c:v>
                </c:pt>
                <c:pt idx="146">
                  <c:v>33.852609000000001</c:v>
                </c:pt>
                <c:pt idx="147">
                  <c:v>32.146410000000003</c:v>
                </c:pt>
                <c:pt idx="148">
                  <c:v>31.147147</c:v>
                </c:pt>
                <c:pt idx="149">
                  <c:v>34.242908999999997</c:v>
                </c:pt>
                <c:pt idx="150">
                  <c:v>30.016594000000001</c:v>
                </c:pt>
                <c:pt idx="151">
                  <c:v>29.257656999999998</c:v>
                </c:pt>
                <c:pt idx="152">
                  <c:v>29.167614</c:v>
                </c:pt>
                <c:pt idx="153">
                  <c:v>28.800962999999999</c:v>
                </c:pt>
                <c:pt idx="154">
                  <c:v>27.675163000000001</c:v>
                </c:pt>
                <c:pt idx="155">
                  <c:v>27.38542</c:v>
                </c:pt>
                <c:pt idx="156">
                  <c:v>26.287866999999999</c:v>
                </c:pt>
                <c:pt idx="157">
                  <c:v>31.221938999999999</c:v>
                </c:pt>
                <c:pt idx="158">
                  <c:v>28.070702000000001</c:v>
                </c:pt>
                <c:pt idx="159">
                  <c:v>29.687010999999998</c:v>
                </c:pt>
                <c:pt idx="160">
                  <c:v>31.140384000000001</c:v>
                </c:pt>
                <c:pt idx="161">
                  <c:v>36.061615000000003</c:v>
                </c:pt>
                <c:pt idx="162">
                  <c:v>32.487050000000004</c:v>
                </c:pt>
                <c:pt idx="163">
                  <c:v>32.319316999999998</c:v>
                </c:pt>
                <c:pt idx="164">
                  <c:v>34.058663000000003</c:v>
                </c:pt>
                <c:pt idx="165">
                  <c:v>27.964767999999999</c:v>
                </c:pt>
                <c:pt idx="166">
                  <c:v>29.581244999999999</c:v>
                </c:pt>
                <c:pt idx="167">
                  <c:v>27.731155000000001</c:v>
                </c:pt>
                <c:pt idx="168">
                  <c:v>27.930447000000001</c:v>
                </c:pt>
                <c:pt idx="169">
                  <c:v>27.240808999999999</c:v>
                </c:pt>
                <c:pt idx="170">
                  <c:v>29.855255</c:v>
                </c:pt>
                <c:pt idx="171">
                  <c:v>26.912751</c:v>
                </c:pt>
                <c:pt idx="172">
                  <c:v>35.739986999999999</c:v>
                </c:pt>
                <c:pt idx="173">
                  <c:v>31.925457999999999</c:v>
                </c:pt>
                <c:pt idx="174">
                  <c:v>30.794177999999999</c:v>
                </c:pt>
                <c:pt idx="175">
                  <c:v>28.324373999999999</c:v>
                </c:pt>
                <c:pt idx="176">
                  <c:v>37.293332999999997</c:v>
                </c:pt>
                <c:pt idx="177">
                  <c:v>33.620944999999999</c:v>
                </c:pt>
                <c:pt idx="178">
                  <c:v>33.561525000000003</c:v>
                </c:pt>
                <c:pt idx="179">
                  <c:v>36.657572999999999</c:v>
                </c:pt>
                <c:pt idx="180">
                  <c:v>29.677610000000001</c:v>
                </c:pt>
                <c:pt idx="181">
                  <c:v>32.085168000000003</c:v>
                </c:pt>
                <c:pt idx="182">
                  <c:v>28.760663000000001</c:v>
                </c:pt>
                <c:pt idx="183">
                  <c:v>29.241858000000001</c:v>
                </c:pt>
                <c:pt idx="184">
                  <c:v>29.365667999999999</c:v>
                </c:pt>
                <c:pt idx="185">
                  <c:v>28.796400999999999</c:v>
                </c:pt>
                <c:pt idx="186">
                  <c:v>29.940128999999999</c:v>
                </c:pt>
                <c:pt idx="187">
                  <c:v>32.278897000000001</c:v>
                </c:pt>
                <c:pt idx="188">
                  <c:v>31.426914</c:v>
                </c:pt>
                <c:pt idx="189">
                  <c:v>31.540206000000001</c:v>
                </c:pt>
                <c:pt idx="190">
                  <c:v>31.504405999999999</c:v>
                </c:pt>
                <c:pt idx="191">
                  <c:v>31.478888999999999</c:v>
                </c:pt>
                <c:pt idx="192">
                  <c:v>28.393422999999999</c:v>
                </c:pt>
                <c:pt idx="193">
                  <c:v>33.048178</c:v>
                </c:pt>
                <c:pt idx="194">
                  <c:v>32.583761000000003</c:v>
                </c:pt>
                <c:pt idx="195">
                  <c:v>28.550798</c:v>
                </c:pt>
                <c:pt idx="196">
                  <c:v>33.469518999999998</c:v>
                </c:pt>
                <c:pt idx="197">
                  <c:v>31.894634</c:v>
                </c:pt>
                <c:pt idx="198">
                  <c:v>27.843351999999999</c:v>
                </c:pt>
                <c:pt idx="199">
                  <c:v>27.518227</c:v>
                </c:pt>
                <c:pt idx="201">
                  <c:v>24.689709000000001</c:v>
                </c:pt>
                <c:pt idx="202">
                  <c:v>26.836842000000001</c:v>
                </c:pt>
                <c:pt idx="203">
                  <c:v>24.863081000000001</c:v>
                </c:pt>
                <c:pt idx="204">
                  <c:v>27.223547</c:v>
                </c:pt>
                <c:pt idx="205">
                  <c:v>26.856847999999999</c:v>
                </c:pt>
                <c:pt idx="206">
                  <c:v>24.115264</c:v>
                </c:pt>
                <c:pt idx="207">
                  <c:v>25.133925000000001</c:v>
                </c:pt>
                <c:pt idx="208">
                  <c:v>23.547058</c:v>
                </c:pt>
                <c:pt idx="209">
                  <c:v>23.671703999999998</c:v>
                </c:pt>
                <c:pt idx="210">
                  <c:v>22.238613000000001</c:v>
                </c:pt>
                <c:pt idx="211">
                  <c:v>19.932254</c:v>
                </c:pt>
                <c:pt idx="212">
                  <c:v>25.763819999999999</c:v>
                </c:pt>
                <c:pt idx="213">
                  <c:v>23.863892</c:v>
                </c:pt>
                <c:pt idx="214">
                  <c:v>27.937556000000001</c:v>
                </c:pt>
                <c:pt idx="215">
                  <c:v>27.511111</c:v>
                </c:pt>
                <c:pt idx="216">
                  <c:v>25.291405000000001</c:v>
                </c:pt>
                <c:pt idx="217">
                  <c:v>28.832048</c:v>
                </c:pt>
                <c:pt idx="218">
                  <c:v>29.343986999999998</c:v>
                </c:pt>
                <c:pt idx="219">
                  <c:v>28.301317999999998</c:v>
                </c:pt>
                <c:pt idx="220">
                  <c:v>23.967119</c:v>
                </c:pt>
                <c:pt idx="221">
                  <c:v>22.910056999999998</c:v>
                </c:pt>
                <c:pt idx="222">
                  <c:v>22.462375999999999</c:v>
                </c:pt>
                <c:pt idx="223">
                  <c:v>17.773092999999999</c:v>
                </c:pt>
                <c:pt idx="224">
                  <c:v>19.636865</c:v>
                </c:pt>
                <c:pt idx="225">
                  <c:v>27.285890999999999</c:v>
                </c:pt>
                <c:pt idx="226">
                  <c:v>25.882559000000001</c:v>
                </c:pt>
                <c:pt idx="227">
                  <c:v>28.411819000000001</c:v>
                </c:pt>
                <c:pt idx="228">
                  <c:v>26.497823</c:v>
                </c:pt>
                <c:pt idx="229">
                  <c:v>28.353463999999999</c:v>
                </c:pt>
                <c:pt idx="230">
                  <c:v>29.197391</c:v>
                </c:pt>
                <c:pt idx="231">
                  <c:v>26.710965999999999</c:v>
                </c:pt>
                <c:pt idx="232">
                  <c:v>30.393265</c:v>
                </c:pt>
                <c:pt idx="233">
                  <c:v>26.345262999999999</c:v>
                </c:pt>
                <c:pt idx="234">
                  <c:v>26.365275</c:v>
                </c:pt>
                <c:pt idx="235">
                  <c:v>26.632171</c:v>
                </c:pt>
                <c:pt idx="236">
                  <c:v>29.587562999999999</c:v>
                </c:pt>
                <c:pt idx="237">
                  <c:v>27.775604999999999</c:v>
                </c:pt>
                <c:pt idx="238">
                  <c:v>28.518222999999999</c:v>
                </c:pt>
                <c:pt idx="239">
                  <c:v>20.89451</c:v>
                </c:pt>
                <c:pt idx="240">
                  <c:v>28.287213999999999</c:v>
                </c:pt>
                <c:pt idx="241">
                  <c:v>25.938400000000001</c:v>
                </c:pt>
                <c:pt idx="242">
                  <c:v>27.133406999999998</c:v>
                </c:pt>
                <c:pt idx="243">
                  <c:v>27.412821000000001</c:v>
                </c:pt>
                <c:pt idx="244">
                  <c:v>27.951460999999998</c:v>
                </c:pt>
                <c:pt idx="245">
                  <c:v>29.127824</c:v>
                </c:pt>
                <c:pt idx="246">
                  <c:v>27.033978000000001</c:v>
                </c:pt>
                <c:pt idx="247">
                  <c:v>30.113726</c:v>
                </c:pt>
                <c:pt idx="248">
                  <c:v>30.030711</c:v>
                </c:pt>
                <c:pt idx="249">
                  <c:v>29.040913</c:v>
                </c:pt>
                <c:pt idx="250">
                  <c:v>31.855611</c:v>
                </c:pt>
                <c:pt idx="251">
                  <c:v>25.311440000000001</c:v>
                </c:pt>
                <c:pt idx="252">
                  <c:v>24.287227000000001</c:v>
                </c:pt>
                <c:pt idx="253">
                  <c:v>20.697683999999999</c:v>
                </c:pt>
                <c:pt idx="254">
                  <c:v>26.962852999999999</c:v>
                </c:pt>
                <c:pt idx="255">
                  <c:v>29.571439999999999</c:v>
                </c:pt>
                <c:pt idx="256">
                  <c:v>31.923137000000001</c:v>
                </c:pt>
                <c:pt idx="257">
                  <c:v>28.111812</c:v>
                </c:pt>
                <c:pt idx="258">
                  <c:v>27.625243999999999</c:v>
                </c:pt>
                <c:pt idx="259">
                  <c:v>28.093921000000002</c:v>
                </c:pt>
                <c:pt idx="260">
                  <c:v>28.203968</c:v>
                </c:pt>
                <c:pt idx="261">
                  <c:v>24.952105</c:v>
                </c:pt>
                <c:pt idx="262">
                  <c:v>23.807039</c:v>
                </c:pt>
                <c:pt idx="263">
                  <c:v>31.018115999999999</c:v>
                </c:pt>
                <c:pt idx="264">
                  <c:v>24.239035000000001</c:v>
                </c:pt>
                <c:pt idx="265">
                  <c:v>29.008839999999999</c:v>
                </c:pt>
                <c:pt idx="266">
                  <c:v>21.999855</c:v>
                </c:pt>
                <c:pt idx="267">
                  <c:v>30.262374999999999</c:v>
                </c:pt>
                <c:pt idx="268">
                  <c:v>27.468495999999998</c:v>
                </c:pt>
                <c:pt idx="269">
                  <c:v>28.269711000000001</c:v>
                </c:pt>
                <c:pt idx="270">
                  <c:v>27.151951</c:v>
                </c:pt>
                <c:pt idx="271">
                  <c:v>29.777856</c:v>
                </c:pt>
                <c:pt idx="272">
                  <c:v>31.781583000000001</c:v>
                </c:pt>
                <c:pt idx="273">
                  <c:v>30.356408999999999</c:v>
                </c:pt>
                <c:pt idx="274">
                  <c:v>29.598837</c:v>
                </c:pt>
                <c:pt idx="275">
                  <c:v>30.345493999999999</c:v>
                </c:pt>
                <c:pt idx="276">
                  <c:v>24.711969</c:v>
                </c:pt>
                <c:pt idx="277">
                  <c:v>26.014600999999999</c:v>
                </c:pt>
                <c:pt idx="278">
                  <c:v>23.700904000000001</c:v>
                </c:pt>
                <c:pt idx="279">
                  <c:v>27.792293000000001</c:v>
                </c:pt>
                <c:pt idx="280">
                  <c:v>29.398848999999998</c:v>
                </c:pt>
                <c:pt idx="281">
                  <c:v>27.506491</c:v>
                </c:pt>
                <c:pt idx="282">
                  <c:v>25.487556000000001</c:v>
                </c:pt>
                <c:pt idx="283">
                  <c:v>25.691476000000002</c:v>
                </c:pt>
                <c:pt idx="284">
                  <c:v>26.993976</c:v>
                </c:pt>
                <c:pt idx="285">
                  <c:v>27.057818000000001</c:v>
                </c:pt>
                <c:pt idx="286">
                  <c:v>25.009853</c:v>
                </c:pt>
                <c:pt idx="287">
                  <c:v>25.440345000000001</c:v>
                </c:pt>
                <c:pt idx="288">
                  <c:v>23.861899000000001</c:v>
                </c:pt>
                <c:pt idx="289">
                  <c:v>22.994299999999999</c:v>
                </c:pt>
                <c:pt idx="290">
                  <c:v>28.350991</c:v>
                </c:pt>
                <c:pt idx="291">
                  <c:v>27.432485</c:v>
                </c:pt>
                <c:pt idx="292">
                  <c:v>27.295977000000001</c:v>
                </c:pt>
                <c:pt idx="293">
                  <c:v>32.364521000000003</c:v>
                </c:pt>
                <c:pt idx="294">
                  <c:v>28.122342</c:v>
                </c:pt>
                <c:pt idx="295">
                  <c:v>32.904927000000001</c:v>
                </c:pt>
                <c:pt idx="296">
                  <c:v>32.096162</c:v>
                </c:pt>
                <c:pt idx="297">
                  <c:v>30.955386000000001</c:v>
                </c:pt>
                <c:pt idx="298">
                  <c:v>30.571891000000001</c:v>
                </c:pt>
                <c:pt idx="299">
                  <c:v>21.754197999999999</c:v>
                </c:pt>
                <c:pt idx="300">
                  <c:v>27.464448999999998</c:v>
                </c:pt>
                <c:pt idx="301">
                  <c:v>31.383327000000001</c:v>
                </c:pt>
                <c:pt idx="302">
                  <c:v>30.961200000000002</c:v>
                </c:pt>
                <c:pt idx="303">
                  <c:v>31.489704</c:v>
                </c:pt>
                <c:pt idx="304">
                  <c:v>28.278423</c:v>
                </c:pt>
                <c:pt idx="305">
                  <c:v>28.099910999999999</c:v>
                </c:pt>
                <c:pt idx="306">
                  <c:v>26.566072999999999</c:v>
                </c:pt>
                <c:pt idx="307">
                  <c:v>26.130324000000002</c:v>
                </c:pt>
                <c:pt idx="308">
                  <c:v>24.514551000000001</c:v>
                </c:pt>
                <c:pt idx="309">
                  <c:v>30.986325999999998</c:v>
                </c:pt>
                <c:pt idx="310">
                  <c:v>26.986328</c:v>
                </c:pt>
                <c:pt idx="311">
                  <c:v>25.813362999999999</c:v>
                </c:pt>
                <c:pt idx="312">
                  <c:v>33.503363</c:v>
                </c:pt>
                <c:pt idx="313">
                  <c:v>29.683751999999998</c:v>
                </c:pt>
                <c:pt idx="314">
                  <c:v>32.352494999999998</c:v>
                </c:pt>
                <c:pt idx="315">
                  <c:v>29.827935</c:v>
                </c:pt>
                <c:pt idx="316">
                  <c:v>27.481978000000002</c:v>
                </c:pt>
                <c:pt idx="317">
                  <c:v>24.609656000000001</c:v>
                </c:pt>
                <c:pt idx="318">
                  <c:v>24.209517999999999</c:v>
                </c:pt>
                <c:pt idx="319">
                  <c:v>29.942332</c:v>
                </c:pt>
                <c:pt idx="320">
                  <c:v>27.074580999999998</c:v>
                </c:pt>
                <c:pt idx="321">
                  <c:v>26.552287</c:v>
                </c:pt>
                <c:pt idx="322">
                  <c:v>28.603652</c:v>
                </c:pt>
                <c:pt idx="323">
                  <c:v>27.410959999999999</c:v>
                </c:pt>
                <c:pt idx="324">
                  <c:v>26.89461</c:v>
                </c:pt>
                <c:pt idx="325">
                  <c:v>26.359577000000002</c:v>
                </c:pt>
                <c:pt idx="326">
                  <c:v>26.076284999999999</c:v>
                </c:pt>
                <c:pt idx="327">
                  <c:v>23.779094000000001</c:v>
                </c:pt>
                <c:pt idx="328">
                  <c:v>27.387891</c:v>
                </c:pt>
                <c:pt idx="329">
                  <c:v>30.157903999999998</c:v>
                </c:pt>
                <c:pt idx="330">
                  <c:v>28.001418000000001</c:v>
                </c:pt>
                <c:pt idx="331">
                  <c:v>30.455787000000001</c:v>
                </c:pt>
                <c:pt idx="332">
                  <c:v>28.483198999999999</c:v>
                </c:pt>
                <c:pt idx="333">
                  <c:v>29.578512</c:v>
                </c:pt>
                <c:pt idx="334">
                  <c:v>31.739830999999999</c:v>
                </c:pt>
                <c:pt idx="335">
                  <c:v>28.199074</c:v>
                </c:pt>
                <c:pt idx="336">
                  <c:v>27.550864000000001</c:v>
                </c:pt>
                <c:pt idx="337">
                  <c:v>30.199639999999999</c:v>
                </c:pt>
                <c:pt idx="338">
                  <c:v>33.520629999999997</c:v>
                </c:pt>
                <c:pt idx="339">
                  <c:v>29.193669</c:v>
                </c:pt>
                <c:pt idx="340">
                  <c:v>29.093219999999999</c:v>
                </c:pt>
                <c:pt idx="341">
                  <c:v>26.750440000000001</c:v>
                </c:pt>
                <c:pt idx="342">
                  <c:v>32.099294999999998</c:v>
                </c:pt>
                <c:pt idx="343">
                  <c:v>31.911840000000002</c:v>
                </c:pt>
                <c:pt idx="344">
                  <c:v>28.832329000000001</c:v>
                </c:pt>
                <c:pt idx="345">
                  <c:v>25.183619</c:v>
                </c:pt>
                <c:pt idx="346">
                  <c:v>32.145043999999999</c:v>
                </c:pt>
                <c:pt idx="347">
                  <c:v>32.943658999999997</c:v>
                </c:pt>
                <c:pt idx="348">
                  <c:v>31.115846999999999</c:v>
                </c:pt>
                <c:pt idx="349">
                  <c:v>30.728825000000001</c:v>
                </c:pt>
                <c:pt idx="350">
                  <c:v>32.812924000000002</c:v>
                </c:pt>
                <c:pt idx="351">
                  <c:v>27.415451000000001</c:v>
                </c:pt>
                <c:pt idx="352">
                  <c:v>25.347373999999999</c:v>
                </c:pt>
                <c:pt idx="353">
                  <c:v>28.426030999999998</c:v>
                </c:pt>
                <c:pt idx="354">
                  <c:v>26.758165000000002</c:v>
                </c:pt>
                <c:pt idx="355">
                  <c:v>29.628329999999998</c:v>
                </c:pt>
                <c:pt idx="356">
                  <c:v>24.681873</c:v>
                </c:pt>
                <c:pt idx="357">
                  <c:v>23.857305</c:v>
                </c:pt>
                <c:pt idx="358">
                  <c:v>30.007944999999999</c:v>
                </c:pt>
                <c:pt idx="359">
                  <c:v>31.443152000000001</c:v>
                </c:pt>
                <c:pt idx="360">
                  <c:v>28.906196000000001</c:v>
                </c:pt>
                <c:pt idx="361">
                  <c:v>27.071567999999999</c:v>
                </c:pt>
                <c:pt idx="362">
                  <c:v>27.869685</c:v>
                </c:pt>
                <c:pt idx="363">
                  <c:v>27.737811000000001</c:v>
                </c:pt>
                <c:pt idx="364">
                  <c:v>29.775635000000001</c:v>
                </c:pt>
                <c:pt idx="365">
                  <c:v>28.653769</c:v>
                </c:pt>
                <c:pt idx="366">
                  <c:v>28.150044999999999</c:v>
                </c:pt>
                <c:pt idx="367">
                  <c:v>28.824684999999999</c:v>
                </c:pt>
                <c:pt idx="368">
                  <c:v>27.578361000000001</c:v>
                </c:pt>
                <c:pt idx="369">
                  <c:v>35.788504000000003</c:v>
                </c:pt>
                <c:pt idx="370">
                  <c:v>30.297516999999999</c:v>
                </c:pt>
                <c:pt idx="371">
                  <c:v>32.832140000000003</c:v>
                </c:pt>
                <c:pt idx="372">
                  <c:v>30.377051999999999</c:v>
                </c:pt>
                <c:pt idx="373">
                  <c:v>31.155908</c:v>
                </c:pt>
                <c:pt idx="374">
                  <c:v>30.714745000000001</c:v>
                </c:pt>
                <c:pt idx="375">
                  <c:v>29.921485000000001</c:v>
                </c:pt>
                <c:pt idx="376">
                  <c:v>34.376069000000001</c:v>
                </c:pt>
                <c:pt idx="377">
                  <c:v>28.296993000000001</c:v>
                </c:pt>
                <c:pt idx="378">
                  <c:v>28.590205000000001</c:v>
                </c:pt>
                <c:pt idx="379">
                  <c:v>28.936964</c:v>
                </c:pt>
                <c:pt idx="380">
                  <c:v>29.349815</c:v>
                </c:pt>
                <c:pt idx="381">
                  <c:v>29.025708999999999</c:v>
                </c:pt>
                <c:pt idx="382">
                  <c:v>30.648140999999999</c:v>
                </c:pt>
                <c:pt idx="383">
                  <c:v>28.218081000000002</c:v>
                </c:pt>
                <c:pt idx="384">
                  <c:v>31.304680000000001</c:v>
                </c:pt>
                <c:pt idx="385">
                  <c:v>34.108058999999997</c:v>
                </c:pt>
                <c:pt idx="386">
                  <c:v>30.332381000000002</c:v>
                </c:pt>
                <c:pt idx="387">
                  <c:v>32.760424999999998</c:v>
                </c:pt>
                <c:pt idx="388">
                  <c:v>27.771609999999999</c:v>
                </c:pt>
                <c:pt idx="389">
                  <c:v>32.254702000000002</c:v>
                </c:pt>
                <c:pt idx="390">
                  <c:v>29.32761</c:v>
                </c:pt>
                <c:pt idx="391">
                  <c:v>30.053594</c:v>
                </c:pt>
                <c:pt idx="392">
                  <c:v>28.511887000000002</c:v>
                </c:pt>
                <c:pt idx="393">
                  <c:v>28.447745999999999</c:v>
                </c:pt>
                <c:pt idx="394">
                  <c:v>30.361725</c:v>
                </c:pt>
                <c:pt idx="395">
                  <c:v>29.059747999999999</c:v>
                </c:pt>
                <c:pt idx="396">
                  <c:v>29.698909</c:v>
                </c:pt>
                <c:pt idx="397">
                  <c:v>39.429960000000001</c:v>
                </c:pt>
                <c:pt idx="398">
                  <c:v>33.554892000000002</c:v>
                </c:pt>
                <c:pt idx="399">
                  <c:v>26.178909999999998</c:v>
                </c:pt>
                <c:pt idx="400">
                  <c:v>22.731762</c:v>
                </c:pt>
                <c:pt idx="401">
                  <c:v>28.088508999999998</c:v>
                </c:pt>
                <c:pt idx="402">
                  <c:v>33.459474</c:v>
                </c:pt>
                <c:pt idx="403">
                  <c:v>27.885811</c:v>
                </c:pt>
                <c:pt idx="404">
                  <c:v>25.407261999999999</c:v>
                </c:pt>
                <c:pt idx="405">
                  <c:v>31.449394000000002</c:v>
                </c:pt>
                <c:pt idx="406">
                  <c:v>25.862324999999998</c:v>
                </c:pt>
                <c:pt idx="407">
                  <c:v>28.995615999999998</c:v>
                </c:pt>
                <c:pt idx="408">
                  <c:v>33.096885</c:v>
                </c:pt>
                <c:pt idx="409">
                  <c:v>31.879117999999998</c:v>
                </c:pt>
                <c:pt idx="410">
                  <c:v>29.652339000000001</c:v>
                </c:pt>
                <c:pt idx="411">
                  <c:v>32.507007999999999</c:v>
                </c:pt>
                <c:pt idx="412">
                  <c:v>29.588394000000001</c:v>
                </c:pt>
                <c:pt idx="413">
                  <c:v>28.155487000000001</c:v>
                </c:pt>
                <c:pt idx="414">
                  <c:v>28.753098000000001</c:v>
                </c:pt>
                <c:pt idx="415">
                  <c:v>33.742804999999997</c:v>
                </c:pt>
                <c:pt idx="416">
                  <c:v>31.502026999999998</c:v>
                </c:pt>
                <c:pt idx="417">
                  <c:v>29.669481999999999</c:v>
                </c:pt>
                <c:pt idx="418">
                  <c:v>24.359221999999999</c:v>
                </c:pt>
                <c:pt idx="419">
                  <c:v>22.620612999999999</c:v>
                </c:pt>
                <c:pt idx="420">
                  <c:v>26.681850000000001</c:v>
                </c:pt>
                <c:pt idx="421">
                  <c:v>28.502835999999999</c:v>
                </c:pt>
                <c:pt idx="422">
                  <c:v>22.400509</c:v>
                </c:pt>
                <c:pt idx="423">
                  <c:v>20.255953000000002</c:v>
                </c:pt>
                <c:pt idx="424">
                  <c:v>31.625916</c:v>
                </c:pt>
                <c:pt idx="425">
                  <c:v>29.142122000000001</c:v>
                </c:pt>
                <c:pt idx="426">
                  <c:v>30.586067</c:v>
                </c:pt>
                <c:pt idx="427">
                  <c:v>31.400518999999999</c:v>
                </c:pt>
                <c:pt idx="428">
                  <c:v>33.297648000000002</c:v>
                </c:pt>
                <c:pt idx="429">
                  <c:v>30.620048000000001</c:v>
                </c:pt>
                <c:pt idx="430">
                  <c:v>29.410938000000002</c:v>
                </c:pt>
                <c:pt idx="431">
                  <c:v>33.607433</c:v>
                </c:pt>
                <c:pt idx="432">
                  <c:v>26.566734</c:v>
                </c:pt>
                <c:pt idx="433">
                  <c:v>28.870968999999999</c:v>
                </c:pt>
                <c:pt idx="434">
                  <c:v>35.314782999999998</c:v>
                </c:pt>
                <c:pt idx="435">
                  <c:v>32.231836000000001</c:v>
                </c:pt>
                <c:pt idx="436">
                  <c:v>29.520654</c:v>
                </c:pt>
                <c:pt idx="437">
                  <c:v>30.516295</c:v>
                </c:pt>
                <c:pt idx="438">
                  <c:v>31.95861</c:v>
                </c:pt>
                <c:pt idx="439">
                  <c:v>27.50958</c:v>
                </c:pt>
                <c:pt idx="440">
                  <c:v>26.265858999999999</c:v>
                </c:pt>
                <c:pt idx="441">
                  <c:v>24.601285000000001</c:v>
                </c:pt>
                <c:pt idx="442">
                  <c:v>19.892544999999998</c:v>
                </c:pt>
                <c:pt idx="443">
                  <c:v>17.914508999999999</c:v>
                </c:pt>
                <c:pt idx="444">
                  <c:v>28.988168000000002</c:v>
                </c:pt>
                <c:pt idx="445">
                  <c:v>33.174339000000003</c:v>
                </c:pt>
                <c:pt idx="446">
                  <c:v>32.684036999999996</c:v>
                </c:pt>
                <c:pt idx="447">
                  <c:v>30.364961000000001</c:v>
                </c:pt>
                <c:pt idx="448">
                  <c:v>30.932106999999998</c:v>
                </c:pt>
                <c:pt idx="449">
                  <c:v>33.104210000000002</c:v>
                </c:pt>
                <c:pt idx="450">
                  <c:v>25.14864</c:v>
                </c:pt>
                <c:pt idx="451">
                  <c:v>32.915773999999999</c:v>
                </c:pt>
                <c:pt idx="452">
                  <c:v>30.465881</c:v>
                </c:pt>
                <c:pt idx="453">
                  <c:v>26.725739999999998</c:v>
                </c:pt>
                <c:pt idx="454">
                  <c:v>25.161963</c:v>
                </c:pt>
                <c:pt idx="455">
                  <c:v>24.471412999999998</c:v>
                </c:pt>
                <c:pt idx="456">
                  <c:v>29.843025999999998</c:v>
                </c:pt>
                <c:pt idx="457">
                  <c:v>24.203562000000002</c:v>
                </c:pt>
                <c:pt idx="458">
                  <c:v>30.872440000000001</c:v>
                </c:pt>
                <c:pt idx="459">
                  <c:v>29.267859999999999</c:v>
                </c:pt>
                <c:pt idx="460">
                  <c:v>28.137644999999999</c:v>
                </c:pt>
                <c:pt idx="461">
                  <c:v>23.024812000000001</c:v>
                </c:pt>
                <c:pt idx="462">
                  <c:v>25.288367000000001</c:v>
                </c:pt>
                <c:pt idx="463">
                  <c:v>27.054157</c:v>
                </c:pt>
                <c:pt idx="464">
                  <c:v>17.383548000000001</c:v>
                </c:pt>
                <c:pt idx="465">
                  <c:v>31.667048999999999</c:v>
                </c:pt>
                <c:pt idx="466">
                  <c:v>31.978278</c:v>
                </c:pt>
                <c:pt idx="467">
                  <c:v>31.741796999999998</c:v>
                </c:pt>
                <c:pt idx="468">
                  <c:v>29.335189</c:v>
                </c:pt>
                <c:pt idx="469">
                  <c:v>27.283525000000001</c:v>
                </c:pt>
                <c:pt idx="470">
                  <c:v>31.955185</c:v>
                </c:pt>
                <c:pt idx="471">
                  <c:v>33.445022000000002</c:v>
                </c:pt>
                <c:pt idx="472">
                  <c:v>31.41987</c:v>
                </c:pt>
                <c:pt idx="473">
                  <c:v>33.313012999999998</c:v>
                </c:pt>
                <c:pt idx="474">
                  <c:v>32.147627</c:v>
                </c:pt>
                <c:pt idx="475">
                  <c:v>28.950367</c:v>
                </c:pt>
                <c:pt idx="476">
                  <c:v>31.664981999999998</c:v>
                </c:pt>
                <c:pt idx="477">
                  <c:v>29.411757999999999</c:v>
                </c:pt>
                <c:pt idx="478">
                  <c:v>29.391929000000001</c:v>
                </c:pt>
                <c:pt idx="479">
                  <c:v>30.821491999999999</c:v>
                </c:pt>
                <c:pt idx="480">
                  <c:v>29.338604</c:v>
                </c:pt>
                <c:pt idx="481">
                  <c:v>31.675829</c:v>
                </c:pt>
                <c:pt idx="482">
                  <c:v>27.507968000000002</c:v>
                </c:pt>
                <c:pt idx="483">
                  <c:v>27.073367000000001</c:v>
                </c:pt>
                <c:pt idx="484">
                  <c:v>24.686669999999999</c:v>
                </c:pt>
                <c:pt idx="485">
                  <c:v>30.142399999999999</c:v>
                </c:pt>
                <c:pt idx="486">
                  <c:v>33.520842999999999</c:v>
                </c:pt>
                <c:pt idx="487">
                  <c:v>34.501347000000003</c:v>
                </c:pt>
                <c:pt idx="488">
                  <c:v>27.603715000000001</c:v>
                </c:pt>
                <c:pt idx="489">
                  <c:v>30.763688999999999</c:v>
                </c:pt>
                <c:pt idx="490">
                  <c:v>31.453385999999998</c:v>
                </c:pt>
                <c:pt idx="491">
                  <c:v>30.493998000000001</c:v>
                </c:pt>
                <c:pt idx="492">
                  <c:v>31.912613</c:v>
                </c:pt>
                <c:pt idx="493">
                  <c:v>29.913853</c:v>
                </c:pt>
                <c:pt idx="494">
                  <c:v>28.296756999999999</c:v>
                </c:pt>
                <c:pt idx="495">
                  <c:v>28.146977</c:v>
                </c:pt>
                <c:pt idx="496">
                  <c:v>30.929023999999998</c:v>
                </c:pt>
                <c:pt idx="497">
                  <c:v>30.760102</c:v>
                </c:pt>
                <c:pt idx="498">
                  <c:v>26.829613999999999</c:v>
                </c:pt>
                <c:pt idx="499">
                  <c:v>24.471052</c:v>
                </c:pt>
                <c:pt idx="500">
                  <c:v>31.709683999999999</c:v>
                </c:pt>
                <c:pt idx="501">
                  <c:v>31.310917</c:v>
                </c:pt>
                <c:pt idx="502">
                  <c:v>30.911944999999999</c:v>
                </c:pt>
                <c:pt idx="503">
                  <c:v>29.908200999999998</c:v>
                </c:pt>
                <c:pt idx="504">
                  <c:v>28.658825</c:v>
                </c:pt>
                <c:pt idx="505">
                  <c:v>31.599278999999999</c:v>
                </c:pt>
                <c:pt idx="506">
                  <c:v>31.636353</c:v>
                </c:pt>
                <c:pt idx="507">
                  <c:v>30.171606000000001</c:v>
                </c:pt>
                <c:pt idx="508">
                  <c:v>27.247658999999999</c:v>
                </c:pt>
                <c:pt idx="509">
                  <c:v>29.682663999999999</c:v>
                </c:pt>
                <c:pt idx="510">
                  <c:v>30.241674</c:v>
                </c:pt>
                <c:pt idx="511">
                  <c:v>29.687766</c:v>
                </c:pt>
                <c:pt idx="512">
                  <c:v>30.489404</c:v>
                </c:pt>
                <c:pt idx="513">
                  <c:v>30.949736000000001</c:v>
                </c:pt>
                <c:pt idx="514">
                  <c:v>25.856304999999999</c:v>
                </c:pt>
                <c:pt idx="515">
                  <c:v>25.377365999999999</c:v>
                </c:pt>
                <c:pt idx="516">
                  <c:v>30.438566000000002</c:v>
                </c:pt>
                <c:pt idx="517">
                  <c:v>29.251729000000001</c:v>
                </c:pt>
                <c:pt idx="518">
                  <c:v>28.976697999999999</c:v>
                </c:pt>
                <c:pt idx="519">
                  <c:v>32.178930000000001</c:v>
                </c:pt>
                <c:pt idx="520">
                  <c:v>34.498046000000002</c:v>
                </c:pt>
                <c:pt idx="521">
                  <c:v>37.884211999999998</c:v>
                </c:pt>
                <c:pt idx="522">
                  <c:v>35.353458000000003</c:v>
                </c:pt>
                <c:pt idx="523">
                  <c:v>31.432793</c:v>
                </c:pt>
                <c:pt idx="524">
                  <c:v>32.189346</c:v>
                </c:pt>
                <c:pt idx="525">
                  <c:v>28.535544999999999</c:v>
                </c:pt>
                <c:pt idx="526">
                  <c:v>27.389453</c:v>
                </c:pt>
                <c:pt idx="527">
                  <c:v>26.130374</c:v>
                </c:pt>
                <c:pt idx="528">
                  <c:v>24.598310000000001</c:v>
                </c:pt>
                <c:pt idx="529">
                  <c:v>27.810616</c:v>
                </c:pt>
                <c:pt idx="530">
                  <c:v>27.997800999999999</c:v>
                </c:pt>
                <c:pt idx="531">
                  <c:v>26.811038</c:v>
                </c:pt>
                <c:pt idx="532">
                  <c:v>30.370332999999999</c:v>
                </c:pt>
                <c:pt idx="533">
                  <c:v>32.337719999999997</c:v>
                </c:pt>
                <c:pt idx="534">
                  <c:v>29.851234000000002</c:v>
                </c:pt>
                <c:pt idx="535">
                  <c:v>30.482005999999998</c:v>
                </c:pt>
                <c:pt idx="536">
                  <c:v>32.417118000000002</c:v>
                </c:pt>
                <c:pt idx="537">
                  <c:v>34.579810000000002</c:v>
                </c:pt>
                <c:pt idx="538">
                  <c:v>32.446620000000003</c:v>
                </c:pt>
                <c:pt idx="539">
                  <c:v>32.555228999999997</c:v>
                </c:pt>
                <c:pt idx="540">
                  <c:v>32.018619000000001</c:v>
                </c:pt>
                <c:pt idx="541">
                  <c:v>31.823858999999999</c:v>
                </c:pt>
                <c:pt idx="542">
                  <c:v>31.656286000000001</c:v>
                </c:pt>
                <c:pt idx="543">
                  <c:v>29.837941000000001</c:v>
                </c:pt>
                <c:pt idx="544">
                  <c:v>28.174612</c:v>
                </c:pt>
                <c:pt idx="545">
                  <c:v>28.181882000000002</c:v>
                </c:pt>
                <c:pt idx="546">
                  <c:v>29.523707000000002</c:v>
                </c:pt>
                <c:pt idx="547">
                  <c:v>31.364799999999999</c:v>
                </c:pt>
                <c:pt idx="548">
                  <c:v>30.467071000000001</c:v>
                </c:pt>
                <c:pt idx="549">
                  <c:v>26.637972999999999</c:v>
                </c:pt>
                <c:pt idx="550">
                  <c:v>32.474355000000003</c:v>
                </c:pt>
                <c:pt idx="551">
                  <c:v>31.108525</c:v>
                </c:pt>
                <c:pt idx="552">
                  <c:v>30.104944</c:v>
                </c:pt>
                <c:pt idx="553">
                  <c:v>32.902051</c:v>
                </c:pt>
                <c:pt idx="554">
                  <c:v>35.763261999999997</c:v>
                </c:pt>
                <c:pt idx="555">
                  <c:v>34.568851000000002</c:v>
                </c:pt>
                <c:pt idx="556">
                  <c:v>36.232098999999998</c:v>
                </c:pt>
                <c:pt idx="557">
                  <c:v>29.566426</c:v>
                </c:pt>
                <c:pt idx="558">
                  <c:v>31.448163000000001</c:v>
                </c:pt>
                <c:pt idx="559">
                  <c:v>30.068173999999999</c:v>
                </c:pt>
                <c:pt idx="560">
                  <c:v>29.854619</c:v>
                </c:pt>
                <c:pt idx="561">
                  <c:v>33.819817</c:v>
                </c:pt>
                <c:pt idx="562">
                  <c:v>34.443489999999997</c:v>
                </c:pt>
                <c:pt idx="563">
                  <c:v>28.733066000000001</c:v>
                </c:pt>
                <c:pt idx="564">
                  <c:v>30.146906000000001</c:v>
                </c:pt>
                <c:pt idx="565">
                  <c:v>32.441476000000002</c:v>
                </c:pt>
                <c:pt idx="566">
                  <c:v>32.631571999999998</c:v>
                </c:pt>
                <c:pt idx="567">
                  <c:v>29.813979</c:v>
                </c:pt>
                <c:pt idx="568">
                  <c:v>32.48959</c:v>
                </c:pt>
                <c:pt idx="569">
                  <c:v>29.735168000000002</c:v>
                </c:pt>
                <c:pt idx="570">
                  <c:v>33.559882999999999</c:v>
                </c:pt>
                <c:pt idx="571">
                  <c:v>31.141734</c:v>
                </c:pt>
                <c:pt idx="572">
                  <c:v>30.934934999999999</c:v>
                </c:pt>
                <c:pt idx="573">
                  <c:v>29.600444</c:v>
                </c:pt>
                <c:pt idx="574">
                  <c:v>34.026116999999999</c:v>
                </c:pt>
                <c:pt idx="575">
                  <c:v>35.076985999999998</c:v>
                </c:pt>
                <c:pt idx="576">
                  <c:v>29.327438999999998</c:v>
                </c:pt>
                <c:pt idx="577">
                  <c:v>27.875786000000002</c:v>
                </c:pt>
                <c:pt idx="578">
                  <c:v>29.326549</c:v>
                </c:pt>
                <c:pt idx="579">
                  <c:v>31.187688999999999</c:v>
                </c:pt>
                <c:pt idx="580">
                  <c:v>30.715395999999998</c:v>
                </c:pt>
                <c:pt idx="581">
                  <c:v>30.306536999999999</c:v>
                </c:pt>
                <c:pt idx="582">
                  <c:v>28.716995000000001</c:v>
                </c:pt>
                <c:pt idx="583">
                  <c:v>32.15119</c:v>
                </c:pt>
                <c:pt idx="584">
                  <c:v>28.785162</c:v>
                </c:pt>
                <c:pt idx="585">
                  <c:v>36.005473000000002</c:v>
                </c:pt>
                <c:pt idx="586">
                  <c:v>32.455117999999999</c:v>
                </c:pt>
                <c:pt idx="587">
                  <c:v>31.516213</c:v>
                </c:pt>
                <c:pt idx="588">
                  <c:v>30.958411999999999</c:v>
                </c:pt>
                <c:pt idx="589">
                  <c:v>31.135363999999999</c:v>
                </c:pt>
                <c:pt idx="590">
                  <c:v>31.013645</c:v>
                </c:pt>
                <c:pt idx="591">
                  <c:v>29.592369000000001</c:v>
                </c:pt>
                <c:pt idx="592">
                  <c:v>31.848272999999999</c:v>
                </c:pt>
                <c:pt idx="593">
                  <c:v>32.036983999999997</c:v>
                </c:pt>
                <c:pt idx="594">
                  <c:v>31.601777999999999</c:v>
                </c:pt>
                <c:pt idx="595">
                  <c:v>32.034433999999997</c:v>
                </c:pt>
                <c:pt idx="596">
                  <c:v>28.874112</c:v>
                </c:pt>
                <c:pt idx="597">
                  <c:v>27.643854000000001</c:v>
                </c:pt>
                <c:pt idx="598">
                  <c:v>30.278822999999999</c:v>
                </c:pt>
                <c:pt idx="599">
                  <c:v>30.052568000000001</c:v>
                </c:pt>
                <c:pt idx="600">
                  <c:v>31.874659000000001</c:v>
                </c:pt>
                <c:pt idx="601">
                  <c:v>34.169528999999997</c:v>
                </c:pt>
                <c:pt idx="602">
                  <c:v>29.977388000000001</c:v>
                </c:pt>
                <c:pt idx="603">
                  <c:v>30.523402999999998</c:v>
                </c:pt>
                <c:pt idx="604">
                  <c:v>30.489308999999999</c:v>
                </c:pt>
                <c:pt idx="605">
                  <c:v>32.657214000000003</c:v>
                </c:pt>
                <c:pt idx="606">
                  <c:v>31.953067000000001</c:v>
                </c:pt>
                <c:pt idx="607">
                  <c:v>32.253537999999999</c:v>
                </c:pt>
                <c:pt idx="608">
                  <c:v>33.988052000000003</c:v>
                </c:pt>
                <c:pt idx="609">
                  <c:v>27.606081</c:v>
                </c:pt>
                <c:pt idx="610">
                  <c:v>32.756884999999997</c:v>
                </c:pt>
                <c:pt idx="611">
                  <c:v>28.462565999999999</c:v>
                </c:pt>
                <c:pt idx="612">
                  <c:v>30.536525000000001</c:v>
                </c:pt>
                <c:pt idx="613">
                  <c:v>31.459602</c:v>
                </c:pt>
                <c:pt idx="614">
                  <c:v>31.430374</c:v>
                </c:pt>
                <c:pt idx="615">
                  <c:v>33.158250000000002</c:v>
                </c:pt>
                <c:pt idx="616">
                  <c:v>29.205684000000002</c:v>
                </c:pt>
                <c:pt idx="617">
                  <c:v>31.967977000000001</c:v>
                </c:pt>
                <c:pt idx="618">
                  <c:v>25.308284</c:v>
                </c:pt>
                <c:pt idx="619">
                  <c:v>31.955679</c:v>
                </c:pt>
                <c:pt idx="620">
                  <c:v>35.932358000000001</c:v>
                </c:pt>
                <c:pt idx="621">
                  <c:v>30.884446000000001</c:v>
                </c:pt>
                <c:pt idx="622">
                  <c:v>29.984942</c:v>
                </c:pt>
                <c:pt idx="623">
                  <c:v>31.333212</c:v>
                </c:pt>
                <c:pt idx="624">
                  <c:v>27.842649999999999</c:v>
                </c:pt>
                <c:pt idx="625">
                  <c:v>26.729733</c:v>
                </c:pt>
                <c:pt idx="626">
                  <c:v>35.441082999999999</c:v>
                </c:pt>
                <c:pt idx="627">
                  <c:v>35.873696000000002</c:v>
                </c:pt>
                <c:pt idx="628">
                  <c:v>29.966366000000001</c:v>
                </c:pt>
                <c:pt idx="629">
                  <c:v>28.354324999999999</c:v>
                </c:pt>
                <c:pt idx="630">
                  <c:v>28.875192999999999</c:v>
                </c:pt>
                <c:pt idx="631">
                  <c:v>36.951596000000002</c:v>
                </c:pt>
                <c:pt idx="632">
                  <c:v>30.636191</c:v>
                </c:pt>
                <c:pt idx="633">
                  <c:v>31.361695999999998</c:v>
                </c:pt>
                <c:pt idx="634">
                  <c:v>30.610116999999999</c:v>
                </c:pt>
                <c:pt idx="635">
                  <c:v>31.725612999999999</c:v>
                </c:pt>
                <c:pt idx="636">
                  <c:v>29.273436</c:v>
                </c:pt>
                <c:pt idx="637">
                  <c:v>27.891376999999999</c:v>
                </c:pt>
                <c:pt idx="638">
                  <c:v>30.715599999999998</c:v>
                </c:pt>
                <c:pt idx="639">
                  <c:v>31.851989</c:v>
                </c:pt>
                <c:pt idx="640">
                  <c:v>36.026403999999999</c:v>
                </c:pt>
                <c:pt idx="641">
                  <c:v>28.278459999999999</c:v>
                </c:pt>
                <c:pt idx="642">
                  <c:v>26.303471999999999</c:v>
                </c:pt>
                <c:pt idx="643">
                  <c:v>31.564409000000001</c:v>
                </c:pt>
                <c:pt idx="644">
                  <c:v>33.139321000000002</c:v>
                </c:pt>
                <c:pt idx="645">
                  <c:v>31.499157</c:v>
                </c:pt>
                <c:pt idx="646">
                  <c:v>29.367699999999999</c:v>
                </c:pt>
                <c:pt idx="647">
                  <c:v>30.086689</c:v>
                </c:pt>
                <c:pt idx="648">
                  <c:v>40.348210999999999</c:v>
                </c:pt>
                <c:pt idx="649">
                  <c:v>28.868728999999998</c:v>
                </c:pt>
                <c:pt idx="650">
                  <c:v>34.877150999999998</c:v>
                </c:pt>
                <c:pt idx="651">
                  <c:v>28.463498000000001</c:v>
                </c:pt>
                <c:pt idx="652">
                  <c:v>33.004688999999999</c:v>
                </c:pt>
                <c:pt idx="653">
                  <c:v>31.144601999999999</c:v>
                </c:pt>
                <c:pt idx="654">
                  <c:v>29.715498</c:v>
                </c:pt>
                <c:pt idx="655">
                  <c:v>31.101838999999998</c:v>
                </c:pt>
                <c:pt idx="656">
                  <c:v>32.171720000000001</c:v>
                </c:pt>
                <c:pt idx="657">
                  <c:v>32.573414999999997</c:v>
                </c:pt>
                <c:pt idx="658">
                  <c:v>31.994888</c:v>
                </c:pt>
                <c:pt idx="659">
                  <c:v>33.051734000000003</c:v>
                </c:pt>
                <c:pt idx="660">
                  <c:v>30.610911000000002</c:v>
                </c:pt>
                <c:pt idx="661">
                  <c:v>30.895436</c:v>
                </c:pt>
                <c:pt idx="662">
                  <c:v>35.347664999999999</c:v>
                </c:pt>
                <c:pt idx="663">
                  <c:v>27.700669000000001</c:v>
                </c:pt>
                <c:pt idx="664">
                  <c:v>28.749157</c:v>
                </c:pt>
                <c:pt idx="665">
                  <c:v>25.230616999999999</c:v>
                </c:pt>
                <c:pt idx="666">
                  <c:v>26.197649999999999</c:v>
                </c:pt>
                <c:pt idx="667">
                  <c:v>30.350845</c:v>
                </c:pt>
                <c:pt idx="668">
                  <c:v>29.718264999999999</c:v>
                </c:pt>
                <c:pt idx="669">
                  <c:v>35.607798000000003</c:v>
                </c:pt>
                <c:pt idx="670">
                  <c:v>33.948062</c:v>
                </c:pt>
                <c:pt idx="671">
                  <c:v>33.821826999999999</c:v>
                </c:pt>
                <c:pt idx="672">
                  <c:v>42.266432999999999</c:v>
                </c:pt>
                <c:pt idx="673">
                  <c:v>32.984802999999999</c:v>
                </c:pt>
                <c:pt idx="674">
                  <c:v>33.545484999999999</c:v>
                </c:pt>
                <c:pt idx="675">
                  <c:v>31.172260000000001</c:v>
                </c:pt>
                <c:pt idx="676">
                  <c:v>34.895567</c:v>
                </c:pt>
                <c:pt idx="677">
                  <c:v>32.264870999999999</c:v>
                </c:pt>
                <c:pt idx="678">
                  <c:v>32.242339999999999</c:v>
                </c:pt>
                <c:pt idx="679">
                  <c:v>31.897541</c:v>
                </c:pt>
                <c:pt idx="680">
                  <c:v>30.893636999999998</c:v>
                </c:pt>
                <c:pt idx="681">
                  <c:v>30.937297999999998</c:v>
                </c:pt>
                <c:pt idx="682">
                  <c:v>28.301888999999999</c:v>
                </c:pt>
                <c:pt idx="683">
                  <c:v>27.903105</c:v>
                </c:pt>
                <c:pt idx="684">
                  <c:v>34.866619</c:v>
                </c:pt>
                <c:pt idx="685">
                  <c:v>39.185825999999999</c:v>
                </c:pt>
                <c:pt idx="686">
                  <c:v>27.645513000000001</c:v>
                </c:pt>
                <c:pt idx="687">
                  <c:v>28.110322</c:v>
                </c:pt>
                <c:pt idx="688">
                  <c:v>26.016953999999998</c:v>
                </c:pt>
                <c:pt idx="689">
                  <c:v>29.431971999999998</c:v>
                </c:pt>
                <c:pt idx="690">
                  <c:v>34.042712000000002</c:v>
                </c:pt>
                <c:pt idx="691">
                  <c:v>30.141144000000001</c:v>
                </c:pt>
                <c:pt idx="692">
                  <c:v>35.104807999999998</c:v>
                </c:pt>
                <c:pt idx="693">
                  <c:v>31.897611999999999</c:v>
                </c:pt>
                <c:pt idx="694">
                  <c:v>29.571783</c:v>
                </c:pt>
                <c:pt idx="695">
                  <c:v>29.770712</c:v>
                </c:pt>
                <c:pt idx="696">
                  <c:v>33.731720000000003</c:v>
                </c:pt>
                <c:pt idx="697">
                  <c:v>35.289530999999997</c:v>
                </c:pt>
                <c:pt idx="698">
                  <c:v>30.136445999999999</c:v>
                </c:pt>
                <c:pt idx="699">
                  <c:v>36.868858000000003</c:v>
                </c:pt>
                <c:pt idx="700">
                  <c:v>29.482333000000001</c:v>
                </c:pt>
                <c:pt idx="701">
                  <c:v>30.949725999999998</c:v>
                </c:pt>
                <c:pt idx="702">
                  <c:v>31.639686000000001</c:v>
                </c:pt>
                <c:pt idx="703">
                  <c:v>32.415500000000002</c:v>
                </c:pt>
                <c:pt idx="704">
                  <c:v>28.294574999999998</c:v>
                </c:pt>
                <c:pt idx="705">
                  <c:v>32.49212</c:v>
                </c:pt>
                <c:pt idx="706">
                  <c:v>29.264641999999998</c:v>
                </c:pt>
                <c:pt idx="707">
                  <c:v>28.339694000000001</c:v>
                </c:pt>
                <c:pt idx="708">
                  <c:v>32.860846000000002</c:v>
                </c:pt>
                <c:pt idx="709">
                  <c:v>33.138230999999998</c:v>
                </c:pt>
                <c:pt idx="710">
                  <c:v>34.521233000000002</c:v>
                </c:pt>
                <c:pt idx="711">
                  <c:v>30.580862</c:v>
                </c:pt>
                <c:pt idx="712">
                  <c:v>25.004677000000001</c:v>
                </c:pt>
                <c:pt idx="713">
                  <c:v>29.469132999999999</c:v>
                </c:pt>
                <c:pt idx="714">
                  <c:v>28.214914</c:v>
                </c:pt>
                <c:pt idx="715">
                  <c:v>27.67042</c:v>
                </c:pt>
                <c:pt idx="716">
                  <c:v>30.67268</c:v>
                </c:pt>
                <c:pt idx="717">
                  <c:v>28.861827000000002</c:v>
                </c:pt>
                <c:pt idx="718">
                  <c:v>30.663774</c:v>
                </c:pt>
                <c:pt idx="719">
                  <c:v>28.194317000000002</c:v>
                </c:pt>
                <c:pt idx="720">
                  <c:v>34.778072999999999</c:v>
                </c:pt>
                <c:pt idx="721">
                  <c:v>36.146126000000002</c:v>
                </c:pt>
                <c:pt idx="722">
                  <c:v>35.303981999999998</c:v>
                </c:pt>
                <c:pt idx="723">
                  <c:v>32.872278999999999</c:v>
                </c:pt>
                <c:pt idx="724">
                  <c:v>33.347836999999998</c:v>
                </c:pt>
                <c:pt idx="725">
                  <c:v>29.760964000000001</c:v>
                </c:pt>
                <c:pt idx="726">
                  <c:v>31.526610000000002</c:v>
                </c:pt>
                <c:pt idx="727">
                  <c:v>27.581958</c:v>
                </c:pt>
                <c:pt idx="728">
                  <c:v>33.170696</c:v>
                </c:pt>
                <c:pt idx="729">
                  <c:v>31.750921999999999</c:v>
                </c:pt>
                <c:pt idx="730">
                  <c:v>29.37229</c:v>
                </c:pt>
                <c:pt idx="731">
                  <c:v>33.660567999999998</c:v>
                </c:pt>
                <c:pt idx="732">
                  <c:v>30.954864000000001</c:v>
                </c:pt>
                <c:pt idx="733">
                  <c:v>22.419304</c:v>
                </c:pt>
                <c:pt idx="734">
                  <c:v>29.745861999999999</c:v>
                </c:pt>
                <c:pt idx="735">
                  <c:v>35.333052000000002</c:v>
                </c:pt>
                <c:pt idx="736">
                  <c:v>28.729852000000001</c:v>
                </c:pt>
                <c:pt idx="737">
                  <c:v>28.580696</c:v>
                </c:pt>
                <c:pt idx="738">
                  <c:v>29.682376000000001</c:v>
                </c:pt>
                <c:pt idx="739">
                  <c:v>28.371451</c:v>
                </c:pt>
                <c:pt idx="740">
                  <c:v>27.210149000000001</c:v>
                </c:pt>
                <c:pt idx="741">
                  <c:v>28.542172999999998</c:v>
                </c:pt>
                <c:pt idx="742">
                  <c:v>27.719726000000001</c:v>
                </c:pt>
                <c:pt idx="743">
                  <c:v>28.961172000000001</c:v>
                </c:pt>
                <c:pt idx="744">
                  <c:v>31.172141</c:v>
                </c:pt>
                <c:pt idx="745">
                  <c:v>31.448789000000001</c:v>
                </c:pt>
                <c:pt idx="746">
                  <c:v>35.219116999999997</c:v>
                </c:pt>
                <c:pt idx="747">
                  <c:v>35.809382999999997</c:v>
                </c:pt>
                <c:pt idx="748">
                  <c:v>31.922242000000001</c:v>
                </c:pt>
                <c:pt idx="749">
                  <c:v>32.531934</c:v>
                </c:pt>
                <c:pt idx="750">
                  <c:v>31.877600999999999</c:v>
                </c:pt>
                <c:pt idx="751">
                  <c:v>28.821047</c:v>
                </c:pt>
                <c:pt idx="752">
                  <c:v>25.760567999999999</c:v>
                </c:pt>
                <c:pt idx="753">
                  <c:v>28.225232999999999</c:v>
                </c:pt>
                <c:pt idx="754">
                  <c:v>28.414762</c:v>
                </c:pt>
                <c:pt idx="755">
                  <c:v>30.787980000000001</c:v>
                </c:pt>
                <c:pt idx="756">
                  <c:v>31.022562000000001</c:v>
                </c:pt>
                <c:pt idx="757">
                  <c:v>27.145693000000001</c:v>
                </c:pt>
                <c:pt idx="758">
                  <c:v>28.779161999999999</c:v>
                </c:pt>
                <c:pt idx="759">
                  <c:v>24.060138999999999</c:v>
                </c:pt>
                <c:pt idx="760">
                  <c:v>27.463903999999999</c:v>
                </c:pt>
                <c:pt idx="761">
                  <c:v>26.302206000000002</c:v>
                </c:pt>
                <c:pt idx="762">
                  <c:v>28.710764000000001</c:v>
                </c:pt>
                <c:pt idx="763">
                  <c:v>26.906663999999999</c:v>
                </c:pt>
                <c:pt idx="764">
                  <c:v>30.969494999999998</c:v>
                </c:pt>
                <c:pt idx="765">
                  <c:v>29.192596999999999</c:v>
                </c:pt>
                <c:pt idx="766">
                  <c:v>31.289283999999999</c:v>
                </c:pt>
                <c:pt idx="767">
                  <c:v>30.108356000000001</c:v>
                </c:pt>
                <c:pt idx="768">
                  <c:v>33.94885</c:v>
                </c:pt>
                <c:pt idx="769">
                  <c:v>28.450409000000001</c:v>
                </c:pt>
                <c:pt idx="770">
                  <c:v>34.393208000000001</c:v>
                </c:pt>
                <c:pt idx="771">
                  <c:v>30.921631999999999</c:v>
                </c:pt>
                <c:pt idx="772">
                  <c:v>31.350453000000002</c:v>
                </c:pt>
                <c:pt idx="773">
                  <c:v>31.838090999999999</c:v>
                </c:pt>
                <c:pt idx="774">
                  <c:v>32.318176000000001</c:v>
                </c:pt>
                <c:pt idx="775">
                  <c:v>27.590354000000001</c:v>
                </c:pt>
                <c:pt idx="776">
                  <c:v>22.662952000000001</c:v>
                </c:pt>
                <c:pt idx="777">
                  <c:v>22.458055999999999</c:v>
                </c:pt>
                <c:pt idx="778">
                  <c:v>21.574210000000001</c:v>
                </c:pt>
                <c:pt idx="779">
                  <c:v>20.255241999999999</c:v>
                </c:pt>
                <c:pt idx="780">
                  <c:v>28.75254</c:v>
                </c:pt>
                <c:pt idx="781">
                  <c:v>23.321622000000001</c:v>
                </c:pt>
                <c:pt idx="782">
                  <c:v>20.808130999999999</c:v>
                </c:pt>
                <c:pt idx="783">
                  <c:v>21.845831</c:v>
                </c:pt>
                <c:pt idx="784">
                  <c:v>24.331697999999999</c:v>
                </c:pt>
                <c:pt idx="785">
                  <c:v>28.209218</c:v>
                </c:pt>
                <c:pt idx="786">
                  <c:v>29.06615</c:v>
                </c:pt>
                <c:pt idx="787">
                  <c:v>28.577622000000002</c:v>
                </c:pt>
                <c:pt idx="788">
                  <c:v>30.142322</c:v>
                </c:pt>
                <c:pt idx="789">
                  <c:v>35.901322999999998</c:v>
                </c:pt>
                <c:pt idx="790">
                  <c:v>33.210985999999998</c:v>
                </c:pt>
                <c:pt idx="791">
                  <c:v>35.215764</c:v>
                </c:pt>
                <c:pt idx="792">
                  <c:v>33.351260000000003</c:v>
                </c:pt>
                <c:pt idx="793">
                  <c:v>28.318674000000001</c:v>
                </c:pt>
                <c:pt idx="794">
                  <c:v>28.938381</c:v>
                </c:pt>
                <c:pt idx="795">
                  <c:v>27.388597000000001</c:v>
                </c:pt>
                <c:pt idx="796">
                  <c:v>26.058584</c:v>
                </c:pt>
                <c:pt idx="797">
                  <c:v>23.877564</c:v>
                </c:pt>
                <c:pt idx="798">
                  <c:v>26.919934999999999</c:v>
                </c:pt>
                <c:pt idx="799">
                  <c:v>26.624324000000001</c:v>
                </c:pt>
                <c:pt idx="800">
                  <c:v>22.494638999999999</c:v>
                </c:pt>
                <c:pt idx="801">
                  <c:v>28.572409</c:v>
                </c:pt>
                <c:pt idx="802">
                  <c:v>30.495045999999999</c:v>
                </c:pt>
                <c:pt idx="803">
                  <c:v>30.702283999999999</c:v>
                </c:pt>
                <c:pt idx="804">
                  <c:v>29.921171000000001</c:v>
                </c:pt>
                <c:pt idx="805">
                  <c:v>34.450074999999998</c:v>
                </c:pt>
                <c:pt idx="806">
                  <c:v>33.623119000000003</c:v>
                </c:pt>
                <c:pt idx="807">
                  <c:v>35.269747000000002</c:v>
                </c:pt>
                <c:pt idx="808">
                  <c:v>35.119563999999997</c:v>
                </c:pt>
                <c:pt idx="809">
                  <c:v>29.868117999999999</c:v>
                </c:pt>
                <c:pt idx="810">
                  <c:v>30.064665999999999</c:v>
                </c:pt>
                <c:pt idx="811">
                  <c:v>27.406932999999999</c:v>
                </c:pt>
                <c:pt idx="812">
                  <c:v>35.105604</c:v>
                </c:pt>
                <c:pt idx="813">
                  <c:v>30.429597000000001</c:v>
                </c:pt>
                <c:pt idx="814">
                  <c:v>30.291307</c:v>
                </c:pt>
                <c:pt idx="815">
                  <c:v>23.016618000000001</c:v>
                </c:pt>
                <c:pt idx="816">
                  <c:v>20.804919999999999</c:v>
                </c:pt>
                <c:pt idx="817">
                  <c:v>30.510204999999999</c:v>
                </c:pt>
                <c:pt idx="818">
                  <c:v>27.408709000000002</c:v>
                </c:pt>
                <c:pt idx="819">
                  <c:v>29.915039</c:v>
                </c:pt>
                <c:pt idx="820">
                  <c:v>26.046771</c:v>
                </c:pt>
                <c:pt idx="821">
                  <c:v>33.070757</c:v>
                </c:pt>
                <c:pt idx="822">
                  <c:v>29.373456999999998</c:v>
                </c:pt>
                <c:pt idx="823">
                  <c:v>37.460666000000003</c:v>
                </c:pt>
                <c:pt idx="824">
                  <c:v>29.964178</c:v>
                </c:pt>
                <c:pt idx="825">
                  <c:v>29.388936000000001</c:v>
                </c:pt>
                <c:pt idx="826">
                  <c:v>29.526721999999999</c:v>
                </c:pt>
                <c:pt idx="827">
                  <c:v>27.149289</c:v>
                </c:pt>
                <c:pt idx="828">
                  <c:v>28.043960999999999</c:v>
                </c:pt>
                <c:pt idx="829">
                  <c:v>26.268059000000001</c:v>
                </c:pt>
                <c:pt idx="830">
                  <c:v>24.164625999999998</c:v>
                </c:pt>
                <c:pt idx="831">
                  <c:v>25.901351999999999</c:v>
                </c:pt>
                <c:pt idx="832">
                  <c:v>29.690317</c:v>
                </c:pt>
                <c:pt idx="833">
                  <c:v>30.412860999999999</c:v>
                </c:pt>
                <c:pt idx="834">
                  <c:v>26.941025</c:v>
                </c:pt>
                <c:pt idx="835">
                  <c:v>29.006817999999999</c:v>
                </c:pt>
                <c:pt idx="836">
                  <c:v>27.956582999999998</c:v>
                </c:pt>
                <c:pt idx="837">
                  <c:v>32.196852999999997</c:v>
                </c:pt>
                <c:pt idx="838">
                  <c:v>33.010945999999997</c:v>
                </c:pt>
                <c:pt idx="839">
                  <c:v>31.784818999999999</c:v>
                </c:pt>
                <c:pt idx="840">
                  <c:v>30.405110000000001</c:v>
                </c:pt>
                <c:pt idx="841">
                  <c:v>30.266335000000002</c:v>
                </c:pt>
                <c:pt idx="842">
                  <c:v>26.292086999999999</c:v>
                </c:pt>
                <c:pt idx="843">
                  <c:v>27.285830000000001</c:v>
                </c:pt>
                <c:pt idx="844">
                  <c:v>23.923729999999999</c:v>
                </c:pt>
                <c:pt idx="845">
                  <c:v>24.844776</c:v>
                </c:pt>
                <c:pt idx="846">
                  <c:v>32.379843999999999</c:v>
                </c:pt>
                <c:pt idx="847">
                  <c:v>26.505562000000001</c:v>
                </c:pt>
                <c:pt idx="848">
                  <c:v>26.985327000000002</c:v>
                </c:pt>
                <c:pt idx="849">
                  <c:v>30.061081999999999</c:v>
                </c:pt>
                <c:pt idx="850">
                  <c:v>28.372499000000001</c:v>
                </c:pt>
                <c:pt idx="851">
                  <c:v>29.850804</c:v>
                </c:pt>
                <c:pt idx="852">
                  <c:v>32.655295000000002</c:v>
                </c:pt>
                <c:pt idx="853">
                  <c:v>33.004308999999999</c:v>
                </c:pt>
                <c:pt idx="854">
                  <c:v>24.952559999999998</c:v>
                </c:pt>
                <c:pt idx="855">
                  <c:v>32.316524000000001</c:v>
                </c:pt>
                <c:pt idx="856">
                  <c:v>32.196218000000002</c:v>
                </c:pt>
                <c:pt idx="857">
                  <c:v>31.093803000000001</c:v>
                </c:pt>
                <c:pt idx="858">
                  <c:v>29.861249000000001</c:v>
                </c:pt>
                <c:pt idx="859">
                  <c:v>30.580907</c:v>
                </c:pt>
                <c:pt idx="860">
                  <c:v>30.142265999999999</c:v>
                </c:pt>
                <c:pt idx="861">
                  <c:v>32.948985999999998</c:v>
                </c:pt>
                <c:pt idx="862">
                  <c:v>27.092462999999999</c:v>
                </c:pt>
                <c:pt idx="863">
                  <c:v>29.783103000000001</c:v>
                </c:pt>
                <c:pt idx="864">
                  <c:v>27.430776999999999</c:v>
                </c:pt>
                <c:pt idx="865">
                  <c:v>29.047049000000001</c:v>
                </c:pt>
                <c:pt idx="866">
                  <c:v>28.929684000000002</c:v>
                </c:pt>
                <c:pt idx="867">
                  <c:v>23.130918999999999</c:v>
                </c:pt>
                <c:pt idx="868">
                  <c:v>29.245524</c:v>
                </c:pt>
                <c:pt idx="869">
                  <c:v>29.157198999999999</c:v>
                </c:pt>
                <c:pt idx="870">
                  <c:v>32.654752000000002</c:v>
                </c:pt>
                <c:pt idx="871">
                  <c:v>25.128822</c:v>
                </c:pt>
                <c:pt idx="872">
                  <c:v>30.784241000000002</c:v>
                </c:pt>
                <c:pt idx="873">
                  <c:v>29.570875999999998</c:v>
                </c:pt>
                <c:pt idx="874">
                  <c:v>22.138646000000001</c:v>
                </c:pt>
                <c:pt idx="875">
                  <c:v>19.398461000000001</c:v>
                </c:pt>
                <c:pt idx="876">
                  <c:v>17.744305000000001</c:v>
                </c:pt>
                <c:pt idx="877">
                  <c:v>18.390929</c:v>
                </c:pt>
                <c:pt idx="878">
                  <c:v>30.076788000000001</c:v>
                </c:pt>
                <c:pt idx="879">
                  <c:v>30.982013999999999</c:v>
                </c:pt>
                <c:pt idx="880">
                  <c:v>30.706361999999999</c:v>
                </c:pt>
                <c:pt idx="881">
                  <c:v>31.399374999999999</c:v>
                </c:pt>
                <c:pt idx="882">
                  <c:v>30.809570000000001</c:v>
                </c:pt>
                <c:pt idx="883">
                  <c:v>33.432250000000003</c:v>
                </c:pt>
                <c:pt idx="884">
                  <c:v>24.087263</c:v>
                </c:pt>
                <c:pt idx="885">
                  <c:v>20.648516999999998</c:v>
                </c:pt>
                <c:pt idx="886">
                  <c:v>26.231365</c:v>
                </c:pt>
                <c:pt idx="887">
                  <c:v>28.023861</c:v>
                </c:pt>
                <c:pt idx="888">
                  <c:v>28.90325</c:v>
                </c:pt>
                <c:pt idx="889">
                  <c:v>28.008482000000001</c:v>
                </c:pt>
                <c:pt idx="890">
                  <c:v>25.693363000000002</c:v>
                </c:pt>
                <c:pt idx="891">
                  <c:v>26.333254</c:v>
                </c:pt>
                <c:pt idx="892">
                  <c:v>27.890539</c:v>
                </c:pt>
                <c:pt idx="893">
                  <c:v>26.462968</c:v>
                </c:pt>
                <c:pt idx="894">
                  <c:v>29.834161000000002</c:v>
                </c:pt>
                <c:pt idx="895">
                  <c:v>29.695632</c:v>
                </c:pt>
                <c:pt idx="896">
                  <c:v>33.027504999999998</c:v>
                </c:pt>
                <c:pt idx="897">
                  <c:v>19.630614000000001</c:v>
                </c:pt>
                <c:pt idx="898">
                  <c:v>22.620695000000001</c:v>
                </c:pt>
                <c:pt idx="899">
                  <c:v>18.129715999999998</c:v>
                </c:pt>
                <c:pt idx="900">
                  <c:v>16.707446000000001</c:v>
                </c:pt>
                <c:pt idx="901">
                  <c:v>31.081757</c:v>
                </c:pt>
                <c:pt idx="902">
                  <c:v>30.859280999999999</c:v>
                </c:pt>
                <c:pt idx="903">
                  <c:v>33.696232999999999</c:v>
                </c:pt>
                <c:pt idx="904">
                  <c:v>29.175149999999999</c:v>
                </c:pt>
                <c:pt idx="905">
                  <c:v>28.164701999999998</c:v>
                </c:pt>
                <c:pt idx="906">
                  <c:v>24.175421</c:v>
                </c:pt>
                <c:pt idx="907">
                  <c:v>26.984938</c:v>
                </c:pt>
                <c:pt idx="908">
                  <c:v>24.179162000000002</c:v>
                </c:pt>
                <c:pt idx="909">
                  <c:v>21.856688999999999</c:v>
                </c:pt>
                <c:pt idx="910">
                  <c:v>22.488160000000001</c:v>
                </c:pt>
                <c:pt idx="911">
                  <c:v>24.959232</c:v>
                </c:pt>
                <c:pt idx="912">
                  <c:v>25.80134</c:v>
                </c:pt>
                <c:pt idx="913">
                  <c:v>27.645118</c:v>
                </c:pt>
                <c:pt idx="914">
                  <c:v>20.856477999999999</c:v>
                </c:pt>
                <c:pt idx="915">
                  <c:v>20.087147000000002</c:v>
                </c:pt>
                <c:pt idx="916">
                  <c:v>27.311527999999999</c:v>
                </c:pt>
                <c:pt idx="917">
                  <c:v>25.880490999999999</c:v>
                </c:pt>
                <c:pt idx="918">
                  <c:v>26.023602</c:v>
                </c:pt>
                <c:pt idx="919">
                  <c:v>27.819391</c:v>
                </c:pt>
                <c:pt idx="920">
                  <c:v>27.857824000000001</c:v>
                </c:pt>
                <c:pt idx="921">
                  <c:v>29.904188000000001</c:v>
                </c:pt>
                <c:pt idx="922">
                  <c:v>26.169314</c:v>
                </c:pt>
                <c:pt idx="923">
                  <c:v>20.356482</c:v>
                </c:pt>
                <c:pt idx="924">
                  <c:v>17.415192000000001</c:v>
                </c:pt>
                <c:pt idx="925">
                  <c:v>33.004674999999999</c:v>
                </c:pt>
                <c:pt idx="926">
                  <c:v>32.228065999999998</c:v>
                </c:pt>
                <c:pt idx="927">
                  <c:v>34.188085999999998</c:v>
                </c:pt>
                <c:pt idx="928">
                  <c:v>34.827027999999999</c:v>
                </c:pt>
                <c:pt idx="929">
                  <c:v>26.612441</c:v>
                </c:pt>
                <c:pt idx="930">
                  <c:v>28.773333000000001</c:v>
                </c:pt>
                <c:pt idx="931">
                  <c:v>24.467663000000002</c:v>
                </c:pt>
                <c:pt idx="932">
                  <c:v>25.919492000000002</c:v>
                </c:pt>
                <c:pt idx="933">
                  <c:v>22.524702999999999</c:v>
                </c:pt>
                <c:pt idx="934">
                  <c:v>22.369007</c:v>
                </c:pt>
                <c:pt idx="935">
                  <c:v>18.904259</c:v>
                </c:pt>
                <c:pt idx="936">
                  <c:v>24.273548999999999</c:v>
                </c:pt>
                <c:pt idx="937">
                  <c:v>22.559896999999999</c:v>
                </c:pt>
                <c:pt idx="938">
                  <c:v>24.775891999999999</c:v>
                </c:pt>
                <c:pt idx="939">
                  <c:v>23.69014</c:v>
                </c:pt>
                <c:pt idx="940">
                  <c:v>21.567986999999999</c:v>
                </c:pt>
                <c:pt idx="941">
                  <c:v>22.329049000000001</c:v>
                </c:pt>
                <c:pt idx="942">
                  <c:v>26.205507999999998</c:v>
                </c:pt>
                <c:pt idx="943">
                  <c:v>26.190397000000001</c:v>
                </c:pt>
                <c:pt idx="944">
                  <c:v>18.933192999999999</c:v>
                </c:pt>
                <c:pt idx="945">
                  <c:v>25.227262</c:v>
                </c:pt>
                <c:pt idx="946">
                  <c:v>24.551791000000001</c:v>
                </c:pt>
                <c:pt idx="947">
                  <c:v>17.122143999999999</c:v>
                </c:pt>
                <c:pt idx="948">
                  <c:v>17.908004999999999</c:v>
                </c:pt>
                <c:pt idx="949">
                  <c:v>12.465216</c:v>
                </c:pt>
                <c:pt idx="950">
                  <c:v>32.892524000000002</c:v>
                </c:pt>
                <c:pt idx="951">
                  <c:v>27.889859999999999</c:v>
                </c:pt>
                <c:pt idx="952">
                  <c:v>28.051380000000002</c:v>
                </c:pt>
                <c:pt idx="953">
                  <c:v>31.799119999999998</c:v>
                </c:pt>
                <c:pt idx="954">
                  <c:v>35.088034999999998</c:v>
                </c:pt>
                <c:pt idx="955">
                  <c:v>30.329226999999999</c:v>
                </c:pt>
                <c:pt idx="956">
                  <c:v>25.894327000000001</c:v>
                </c:pt>
                <c:pt idx="957">
                  <c:v>27.099831999999999</c:v>
                </c:pt>
                <c:pt idx="958">
                  <c:v>24.594981000000001</c:v>
                </c:pt>
                <c:pt idx="959">
                  <c:v>24.803743000000001</c:v>
                </c:pt>
                <c:pt idx="960">
                  <c:v>23.014961</c:v>
                </c:pt>
                <c:pt idx="961">
                  <c:v>20.087931000000001</c:v>
                </c:pt>
                <c:pt idx="962">
                  <c:v>26.171961</c:v>
                </c:pt>
                <c:pt idx="963">
                  <c:v>27.528518999999999</c:v>
                </c:pt>
                <c:pt idx="964">
                  <c:v>23.706284</c:v>
                </c:pt>
                <c:pt idx="965">
                  <c:v>19.670081</c:v>
                </c:pt>
                <c:pt idx="966">
                  <c:v>23.914921</c:v>
                </c:pt>
                <c:pt idx="967">
                  <c:v>22.085743999999998</c:v>
                </c:pt>
                <c:pt idx="968">
                  <c:v>28.427339</c:v>
                </c:pt>
                <c:pt idx="969">
                  <c:v>20.177931000000001</c:v>
                </c:pt>
                <c:pt idx="970">
                  <c:v>27.313718999999999</c:v>
                </c:pt>
                <c:pt idx="971">
                  <c:v>23.790431999999999</c:v>
                </c:pt>
                <c:pt idx="972">
                  <c:v>25.926036</c:v>
                </c:pt>
                <c:pt idx="973">
                  <c:v>21.144399</c:v>
                </c:pt>
                <c:pt idx="974">
                  <c:v>32.980490000000003</c:v>
                </c:pt>
                <c:pt idx="975">
                  <c:v>32.130588000000003</c:v>
                </c:pt>
                <c:pt idx="976">
                  <c:v>27.359248000000001</c:v>
                </c:pt>
                <c:pt idx="977">
                  <c:v>24.625295999999999</c:v>
                </c:pt>
                <c:pt idx="978">
                  <c:v>35.352764999999998</c:v>
                </c:pt>
                <c:pt idx="979">
                  <c:v>29.694583999999999</c:v>
                </c:pt>
                <c:pt idx="980">
                  <c:v>31.864930000000001</c:v>
                </c:pt>
                <c:pt idx="981">
                  <c:v>28.873189</c:v>
                </c:pt>
                <c:pt idx="982">
                  <c:v>27.246580000000002</c:v>
                </c:pt>
                <c:pt idx="983">
                  <c:v>24.705962</c:v>
                </c:pt>
                <c:pt idx="984">
                  <c:v>21.116817999999999</c:v>
                </c:pt>
                <c:pt idx="985">
                  <c:v>19.143115999999999</c:v>
                </c:pt>
                <c:pt idx="986">
                  <c:v>20.144272999999998</c:v>
                </c:pt>
                <c:pt idx="987">
                  <c:v>22.23189</c:v>
                </c:pt>
                <c:pt idx="988">
                  <c:v>13.367774000000001</c:v>
                </c:pt>
                <c:pt idx="989">
                  <c:v>14.535648999999999</c:v>
                </c:pt>
                <c:pt idx="990">
                  <c:v>24.615677999999999</c:v>
                </c:pt>
                <c:pt idx="991">
                  <c:v>23.676715000000002</c:v>
                </c:pt>
                <c:pt idx="992">
                  <c:v>30.522646999999999</c:v>
                </c:pt>
                <c:pt idx="993">
                  <c:v>27.937446000000001</c:v>
                </c:pt>
                <c:pt idx="994">
                  <c:v>32.362949</c:v>
                </c:pt>
                <c:pt idx="995">
                  <c:v>25.630822999999999</c:v>
                </c:pt>
                <c:pt idx="996">
                  <c:v>25.968917999999999</c:v>
                </c:pt>
                <c:pt idx="997">
                  <c:v>31.962561000000001</c:v>
                </c:pt>
                <c:pt idx="998">
                  <c:v>31.008410999999999</c:v>
                </c:pt>
                <c:pt idx="999">
                  <c:v>31.818776</c:v>
                </c:pt>
                <c:pt idx="1000">
                  <c:v>25.986203</c:v>
                </c:pt>
                <c:pt idx="1001">
                  <c:v>27.419868999999998</c:v>
                </c:pt>
                <c:pt idx="1002">
                  <c:v>23.197849999999999</c:v>
                </c:pt>
                <c:pt idx="1003">
                  <c:v>26.227557000000001</c:v>
                </c:pt>
                <c:pt idx="1004">
                  <c:v>23.595521000000002</c:v>
                </c:pt>
                <c:pt idx="1005">
                  <c:v>23.909648000000001</c:v>
                </c:pt>
                <c:pt idx="1006">
                  <c:v>15.440378000000001</c:v>
                </c:pt>
                <c:pt idx="1007">
                  <c:v>31.252882</c:v>
                </c:pt>
                <c:pt idx="1008">
                  <c:v>30.780626999999999</c:v>
                </c:pt>
                <c:pt idx="1009">
                  <c:v>26.843294</c:v>
                </c:pt>
                <c:pt idx="1010">
                  <c:v>29.629300000000001</c:v>
                </c:pt>
                <c:pt idx="1011">
                  <c:v>22.877835999999999</c:v>
                </c:pt>
                <c:pt idx="1012">
                  <c:v>30.357510999999999</c:v>
                </c:pt>
                <c:pt idx="1013">
                  <c:v>31.813559999999999</c:v>
                </c:pt>
                <c:pt idx="1014">
                  <c:v>34.433717999999999</c:v>
                </c:pt>
                <c:pt idx="1015">
                  <c:v>23.622502999999998</c:v>
                </c:pt>
                <c:pt idx="1016">
                  <c:v>20.33586</c:v>
                </c:pt>
                <c:pt idx="1017">
                  <c:v>19.861763</c:v>
                </c:pt>
                <c:pt idx="1018">
                  <c:v>20.330798999999999</c:v>
                </c:pt>
                <c:pt idx="1019">
                  <c:v>22.803135000000001</c:v>
                </c:pt>
                <c:pt idx="1020">
                  <c:v>25.987559999999998</c:v>
                </c:pt>
                <c:pt idx="1021">
                  <c:v>19.762991</c:v>
                </c:pt>
                <c:pt idx="1022">
                  <c:v>27.907729</c:v>
                </c:pt>
                <c:pt idx="1023">
                  <c:v>24.220050000000001</c:v>
                </c:pt>
                <c:pt idx="1024">
                  <c:v>22.245488999999999</c:v>
                </c:pt>
                <c:pt idx="1025">
                  <c:v>21.237780000000001</c:v>
                </c:pt>
                <c:pt idx="1026">
                  <c:v>25.249203000000001</c:v>
                </c:pt>
                <c:pt idx="1027">
                  <c:v>26.157662999999999</c:v>
                </c:pt>
                <c:pt idx="1028">
                  <c:v>29.349612</c:v>
                </c:pt>
                <c:pt idx="1029">
                  <c:v>29.147248000000001</c:v>
                </c:pt>
                <c:pt idx="1030">
                  <c:v>23.348974999999999</c:v>
                </c:pt>
                <c:pt idx="1031">
                  <c:v>23.66694</c:v>
                </c:pt>
                <c:pt idx="1032">
                  <c:v>22.914401999999999</c:v>
                </c:pt>
                <c:pt idx="1033">
                  <c:v>23.862369999999999</c:v>
                </c:pt>
                <c:pt idx="1034">
                  <c:v>19.854997999999998</c:v>
                </c:pt>
                <c:pt idx="1035">
                  <c:v>17.680427000000002</c:v>
                </c:pt>
                <c:pt idx="1036">
                  <c:v>28.047181999999999</c:v>
                </c:pt>
                <c:pt idx="1037">
                  <c:v>27.109327</c:v>
                </c:pt>
                <c:pt idx="1038">
                  <c:v>21.355025999999999</c:v>
                </c:pt>
                <c:pt idx="1039">
                  <c:v>22.011968</c:v>
                </c:pt>
                <c:pt idx="1040">
                  <c:v>21.785208999999998</c:v>
                </c:pt>
                <c:pt idx="1041">
                  <c:v>22.048604999999998</c:v>
                </c:pt>
                <c:pt idx="1042">
                  <c:v>24.827089000000001</c:v>
                </c:pt>
                <c:pt idx="1043">
                  <c:v>24.288837000000001</c:v>
                </c:pt>
                <c:pt idx="1044">
                  <c:v>25.207159999999998</c:v>
                </c:pt>
                <c:pt idx="1045">
                  <c:v>20.428982000000001</c:v>
                </c:pt>
                <c:pt idx="1046">
                  <c:v>20.514693000000001</c:v>
                </c:pt>
                <c:pt idx="1047">
                  <c:v>22.236716999999999</c:v>
                </c:pt>
                <c:pt idx="1048">
                  <c:v>22.534103999999999</c:v>
                </c:pt>
                <c:pt idx="1049">
                  <c:v>18.325617999999999</c:v>
                </c:pt>
                <c:pt idx="1050">
                  <c:v>29.161787</c:v>
                </c:pt>
                <c:pt idx="1051">
                  <c:v>26.164535000000001</c:v>
                </c:pt>
                <c:pt idx="1052">
                  <c:v>25.493039</c:v>
                </c:pt>
                <c:pt idx="1053">
                  <c:v>23.673494999999999</c:v>
                </c:pt>
                <c:pt idx="1054">
                  <c:v>21.308720999999998</c:v>
                </c:pt>
                <c:pt idx="1055">
                  <c:v>21.392491</c:v>
                </c:pt>
                <c:pt idx="1056">
                  <c:v>27.767534000000001</c:v>
                </c:pt>
                <c:pt idx="1057">
                  <c:v>23.732989</c:v>
                </c:pt>
                <c:pt idx="1058">
                  <c:v>24.523306000000002</c:v>
                </c:pt>
                <c:pt idx="1059">
                  <c:v>22.896457000000002</c:v>
                </c:pt>
                <c:pt idx="1060">
                  <c:v>23.605307</c:v>
                </c:pt>
                <c:pt idx="1061">
                  <c:v>23.442852999999999</c:v>
                </c:pt>
                <c:pt idx="1062">
                  <c:v>25.7746</c:v>
                </c:pt>
                <c:pt idx="1063">
                  <c:v>24.946532000000001</c:v>
                </c:pt>
                <c:pt idx="1064">
                  <c:v>27.342423</c:v>
                </c:pt>
                <c:pt idx="1065">
                  <c:v>21.961433</c:v>
                </c:pt>
                <c:pt idx="1066">
                  <c:v>26.19436</c:v>
                </c:pt>
                <c:pt idx="1067">
                  <c:v>22.791276</c:v>
                </c:pt>
                <c:pt idx="1068">
                  <c:v>19.066013000000002</c:v>
                </c:pt>
                <c:pt idx="1069">
                  <c:v>28.202444</c:v>
                </c:pt>
                <c:pt idx="1070">
                  <c:v>23.619745000000002</c:v>
                </c:pt>
                <c:pt idx="1071">
                  <c:v>24.289292</c:v>
                </c:pt>
                <c:pt idx="1072">
                  <c:v>18.675314</c:v>
                </c:pt>
                <c:pt idx="1073">
                  <c:v>24.149602000000002</c:v>
                </c:pt>
                <c:pt idx="1074">
                  <c:v>23.75168</c:v>
                </c:pt>
                <c:pt idx="1075">
                  <c:v>21.224346000000001</c:v>
                </c:pt>
                <c:pt idx="1076">
                  <c:v>21.352654000000001</c:v>
                </c:pt>
                <c:pt idx="1077">
                  <c:v>19.552721999999999</c:v>
                </c:pt>
                <c:pt idx="1078">
                  <c:v>15.554482</c:v>
                </c:pt>
                <c:pt idx="1079">
                  <c:v>18.717623</c:v>
                </c:pt>
                <c:pt idx="1080">
                  <c:v>27.741299999999999</c:v>
                </c:pt>
                <c:pt idx="1081">
                  <c:v>20.719847999999999</c:v>
                </c:pt>
                <c:pt idx="1082">
                  <c:v>22.856721</c:v>
                </c:pt>
                <c:pt idx="1083">
                  <c:v>23.956230000000001</c:v>
                </c:pt>
                <c:pt idx="1084">
                  <c:v>22.894030000000001</c:v>
                </c:pt>
                <c:pt idx="1085">
                  <c:v>23.070613000000002</c:v>
                </c:pt>
                <c:pt idx="1086">
                  <c:v>22.732627000000001</c:v>
                </c:pt>
                <c:pt idx="1087">
                  <c:v>21.566320999999999</c:v>
                </c:pt>
                <c:pt idx="1088">
                  <c:v>21.587251999999999</c:v>
                </c:pt>
                <c:pt idx="1089">
                  <c:v>18.887903999999999</c:v>
                </c:pt>
                <c:pt idx="1090">
                  <c:v>23.745127</c:v>
                </c:pt>
                <c:pt idx="1091">
                  <c:v>32.042997999999997</c:v>
                </c:pt>
                <c:pt idx="1092">
                  <c:v>29.386918000000001</c:v>
                </c:pt>
                <c:pt idx="1093">
                  <c:v>22.524035000000001</c:v>
                </c:pt>
                <c:pt idx="1094">
                  <c:v>24.488553</c:v>
                </c:pt>
                <c:pt idx="1095">
                  <c:v>19.016576000000001</c:v>
                </c:pt>
                <c:pt idx="1096">
                  <c:v>24.883908000000002</c:v>
                </c:pt>
                <c:pt idx="1097">
                  <c:v>26.859390999999999</c:v>
                </c:pt>
                <c:pt idx="1098">
                  <c:v>25.024107000000001</c:v>
                </c:pt>
                <c:pt idx="1099">
                  <c:v>21.144414999999999</c:v>
                </c:pt>
                <c:pt idx="1100">
                  <c:v>16.209516000000001</c:v>
                </c:pt>
                <c:pt idx="1101">
                  <c:v>23.727331</c:v>
                </c:pt>
                <c:pt idx="1102">
                  <c:v>21.592210000000001</c:v>
                </c:pt>
                <c:pt idx="1103">
                  <c:v>21.90682</c:v>
                </c:pt>
                <c:pt idx="1104">
                  <c:v>21.036280000000001</c:v>
                </c:pt>
                <c:pt idx="1105">
                  <c:v>23.94558</c:v>
                </c:pt>
                <c:pt idx="1106">
                  <c:v>18.164287999999999</c:v>
                </c:pt>
                <c:pt idx="1107">
                  <c:v>24.300576</c:v>
                </c:pt>
                <c:pt idx="1108">
                  <c:v>26.777144</c:v>
                </c:pt>
                <c:pt idx="1109">
                  <c:v>21.359307000000001</c:v>
                </c:pt>
                <c:pt idx="1110">
                  <c:v>25.272808999999999</c:v>
                </c:pt>
                <c:pt idx="1111">
                  <c:v>24.690670999999998</c:v>
                </c:pt>
                <c:pt idx="1112">
                  <c:v>25.136604999999999</c:v>
                </c:pt>
                <c:pt idx="1113">
                  <c:v>31.387632</c:v>
                </c:pt>
                <c:pt idx="1114">
                  <c:v>29.279313999999999</c:v>
                </c:pt>
                <c:pt idx="1115">
                  <c:v>30.523502000000001</c:v>
                </c:pt>
                <c:pt idx="1116">
                  <c:v>34.728732999999998</c:v>
                </c:pt>
                <c:pt idx="1117">
                  <c:v>34.861055</c:v>
                </c:pt>
                <c:pt idx="1118">
                  <c:v>37.808528000000003</c:v>
                </c:pt>
                <c:pt idx="1119">
                  <c:v>27.343413999999999</c:v>
                </c:pt>
                <c:pt idx="1120">
                  <c:v>21.220946999999999</c:v>
                </c:pt>
                <c:pt idx="1121">
                  <c:v>25.574316</c:v>
                </c:pt>
                <c:pt idx="1122">
                  <c:v>29.201304</c:v>
                </c:pt>
                <c:pt idx="1123">
                  <c:v>28.468648999999999</c:v>
                </c:pt>
                <c:pt idx="1124">
                  <c:v>35.767442000000003</c:v>
                </c:pt>
                <c:pt idx="1125">
                  <c:v>30.741834000000001</c:v>
                </c:pt>
                <c:pt idx="1126">
                  <c:v>36.543353000000003</c:v>
                </c:pt>
                <c:pt idx="1127">
                  <c:v>34.403582999999998</c:v>
                </c:pt>
                <c:pt idx="1128">
                  <c:v>31.672495999999999</c:v>
                </c:pt>
                <c:pt idx="1129">
                  <c:v>29.225269999999998</c:v>
                </c:pt>
                <c:pt idx="1130">
                  <c:v>26.142775</c:v>
                </c:pt>
                <c:pt idx="1131">
                  <c:v>30.598687000000002</c:v>
                </c:pt>
                <c:pt idx="1132">
                  <c:v>32.502513</c:v>
                </c:pt>
                <c:pt idx="1133">
                  <c:v>29.026371000000001</c:v>
                </c:pt>
                <c:pt idx="1134">
                  <c:v>29.108613999999999</c:v>
                </c:pt>
                <c:pt idx="1135">
                  <c:v>35.547435999999998</c:v>
                </c:pt>
                <c:pt idx="1136">
                  <c:v>34.013998000000001</c:v>
                </c:pt>
                <c:pt idx="1137">
                  <c:v>32.909880000000001</c:v>
                </c:pt>
                <c:pt idx="1138">
                  <c:v>33.663977000000003</c:v>
                </c:pt>
                <c:pt idx="1139">
                  <c:v>30.034253</c:v>
                </c:pt>
                <c:pt idx="1140">
                  <c:v>29.983978</c:v>
                </c:pt>
                <c:pt idx="1141">
                  <c:v>31.431560000000001</c:v>
                </c:pt>
                <c:pt idx="1142">
                  <c:v>32.412491000000003</c:v>
                </c:pt>
                <c:pt idx="1143">
                  <c:v>29.688291</c:v>
                </c:pt>
                <c:pt idx="1144">
                  <c:v>32.712935999999999</c:v>
                </c:pt>
                <c:pt idx="1145">
                  <c:v>29.880773000000001</c:v>
                </c:pt>
                <c:pt idx="1146">
                  <c:v>29.959298</c:v>
                </c:pt>
                <c:pt idx="1147">
                  <c:v>31.444030999999999</c:v>
                </c:pt>
              </c:numCache>
            </c:numRef>
          </c:xVal>
          <c:yVal>
            <c:numRef>
              <c:f>'2002'!$D$2:$D$1149</c:f>
              <c:numCache>
                <c:formatCode>0.00</c:formatCode>
                <c:ptCount val="1148"/>
                <c:pt idx="0">
                  <c:v>0.52682099999999998</c:v>
                </c:pt>
                <c:pt idx="1">
                  <c:v>0.28250500000000001</c:v>
                </c:pt>
                <c:pt idx="2">
                  <c:v>0.352794</c:v>
                </c:pt>
                <c:pt idx="3">
                  <c:v>0.325934</c:v>
                </c:pt>
                <c:pt idx="4">
                  <c:v>0.43609300000000001</c:v>
                </c:pt>
                <c:pt idx="5">
                  <c:v>0.42351299999999997</c:v>
                </c:pt>
                <c:pt idx="6">
                  <c:v>0.48056100000000002</c:v>
                </c:pt>
                <c:pt idx="7">
                  <c:v>0.41611599999999999</c:v>
                </c:pt>
                <c:pt idx="8">
                  <c:v>0.38367600000000002</c:v>
                </c:pt>
                <c:pt idx="9">
                  <c:v>0.45163700000000001</c:v>
                </c:pt>
                <c:pt idx="10">
                  <c:v>0.31737399999999999</c:v>
                </c:pt>
                <c:pt idx="11">
                  <c:v>0.49375000000000002</c:v>
                </c:pt>
                <c:pt idx="12">
                  <c:v>0.50403600000000004</c:v>
                </c:pt>
                <c:pt idx="13">
                  <c:v>0.34620499999999998</c:v>
                </c:pt>
                <c:pt idx="14">
                  <c:v>0.28452</c:v>
                </c:pt>
                <c:pt idx="15">
                  <c:v>0.40770699999999999</c:v>
                </c:pt>
                <c:pt idx="16">
                  <c:v>0.43855</c:v>
                </c:pt>
                <c:pt idx="17">
                  <c:v>0.35132400000000003</c:v>
                </c:pt>
                <c:pt idx="18">
                  <c:v>0.47570099999999998</c:v>
                </c:pt>
                <c:pt idx="19">
                  <c:v>0.47581600000000002</c:v>
                </c:pt>
                <c:pt idx="20">
                  <c:v>0.403335</c:v>
                </c:pt>
                <c:pt idx="21">
                  <c:v>0.493786</c:v>
                </c:pt>
                <c:pt idx="22">
                  <c:v>0.26969100000000001</c:v>
                </c:pt>
                <c:pt idx="23">
                  <c:v>0.33940500000000001</c:v>
                </c:pt>
                <c:pt idx="24">
                  <c:v>0.35847400000000001</c:v>
                </c:pt>
                <c:pt idx="25">
                  <c:v>0.49315399999999998</c:v>
                </c:pt>
                <c:pt idx="26">
                  <c:v>0.409215</c:v>
                </c:pt>
                <c:pt idx="27">
                  <c:v>0.35101700000000002</c:v>
                </c:pt>
                <c:pt idx="28">
                  <c:v>0.49719999999999998</c:v>
                </c:pt>
                <c:pt idx="29">
                  <c:v>0.39591700000000002</c:v>
                </c:pt>
                <c:pt idx="30">
                  <c:v>0.33031700000000003</c:v>
                </c:pt>
                <c:pt idx="31">
                  <c:v>0.38804300000000003</c:v>
                </c:pt>
                <c:pt idx="32">
                  <c:v>0.37473800000000002</c:v>
                </c:pt>
                <c:pt idx="33">
                  <c:v>0.43993700000000002</c:v>
                </c:pt>
                <c:pt idx="34">
                  <c:v>0.39430100000000001</c:v>
                </c:pt>
                <c:pt idx="35">
                  <c:v>0.29339100000000001</c:v>
                </c:pt>
                <c:pt idx="36">
                  <c:v>0.35561199999999998</c:v>
                </c:pt>
                <c:pt idx="37">
                  <c:v>0.299846</c:v>
                </c:pt>
                <c:pt idx="38">
                  <c:v>0.374222</c:v>
                </c:pt>
                <c:pt idx="39">
                  <c:v>0.42413800000000001</c:v>
                </c:pt>
                <c:pt idx="40">
                  <c:v>0.44270199999999998</c:v>
                </c:pt>
                <c:pt idx="41">
                  <c:v>0.25010900000000003</c:v>
                </c:pt>
                <c:pt idx="42">
                  <c:v>0.391233</c:v>
                </c:pt>
                <c:pt idx="43">
                  <c:v>0.14305300000000001</c:v>
                </c:pt>
                <c:pt idx="44">
                  <c:v>0.35819600000000001</c:v>
                </c:pt>
                <c:pt idx="45">
                  <c:v>0.34454899999999999</c:v>
                </c:pt>
                <c:pt idx="46">
                  <c:v>0.34929399999999999</c:v>
                </c:pt>
                <c:pt idx="47">
                  <c:v>0.32347599999999999</c:v>
                </c:pt>
                <c:pt idx="48">
                  <c:v>0.35238599999999998</c:v>
                </c:pt>
                <c:pt idx="49">
                  <c:v>0.31606600000000001</c:v>
                </c:pt>
                <c:pt idx="50">
                  <c:v>0.38826899999999998</c:v>
                </c:pt>
                <c:pt idx="51">
                  <c:v>0.396698</c:v>
                </c:pt>
                <c:pt idx="52">
                  <c:v>0.396596</c:v>
                </c:pt>
                <c:pt idx="53">
                  <c:v>0.43849700000000003</c:v>
                </c:pt>
                <c:pt idx="54">
                  <c:v>0.23366100000000001</c:v>
                </c:pt>
                <c:pt idx="55">
                  <c:v>0.35214000000000001</c:v>
                </c:pt>
                <c:pt idx="56">
                  <c:v>0.34646100000000002</c:v>
                </c:pt>
                <c:pt idx="57">
                  <c:v>0.34538799999999997</c:v>
                </c:pt>
                <c:pt idx="58">
                  <c:v>0.23685400000000001</c:v>
                </c:pt>
                <c:pt idx="59">
                  <c:v>0.42114099999999999</c:v>
                </c:pt>
                <c:pt idx="60">
                  <c:v>0.44703700000000002</c:v>
                </c:pt>
                <c:pt idx="61">
                  <c:v>0.38155</c:v>
                </c:pt>
                <c:pt idx="62">
                  <c:v>0.41800300000000001</c:v>
                </c:pt>
                <c:pt idx="63">
                  <c:v>0.382436</c:v>
                </c:pt>
                <c:pt idx="64">
                  <c:v>0.26463399999999998</c:v>
                </c:pt>
                <c:pt idx="65">
                  <c:v>0.35026200000000002</c:v>
                </c:pt>
                <c:pt idx="66">
                  <c:v>0.26855600000000002</c:v>
                </c:pt>
                <c:pt idx="67">
                  <c:v>0.259598</c:v>
                </c:pt>
                <c:pt idx="68">
                  <c:v>0.34608899999999998</c:v>
                </c:pt>
                <c:pt idx="69">
                  <c:v>0.34388999999999997</c:v>
                </c:pt>
                <c:pt idx="70">
                  <c:v>0.36447000000000002</c:v>
                </c:pt>
                <c:pt idx="71">
                  <c:v>0.52843600000000002</c:v>
                </c:pt>
                <c:pt idx="72">
                  <c:v>0.36949900000000002</c:v>
                </c:pt>
                <c:pt idx="73">
                  <c:v>0.39762599999999998</c:v>
                </c:pt>
                <c:pt idx="74">
                  <c:v>0.39928399999999997</c:v>
                </c:pt>
                <c:pt idx="75">
                  <c:v>0.37721399999999999</c:v>
                </c:pt>
                <c:pt idx="76">
                  <c:v>0.36576999999999998</c:v>
                </c:pt>
                <c:pt idx="77">
                  <c:v>0.40079999999999999</c:v>
                </c:pt>
                <c:pt idx="78">
                  <c:v>0.30010900000000001</c:v>
                </c:pt>
                <c:pt idx="79">
                  <c:v>0.36076200000000003</c:v>
                </c:pt>
                <c:pt idx="80">
                  <c:v>0.39044699999999999</c:v>
                </c:pt>
                <c:pt idx="81">
                  <c:v>0.37813099999999999</c:v>
                </c:pt>
                <c:pt idx="82">
                  <c:v>0.43604900000000002</c:v>
                </c:pt>
                <c:pt idx="83">
                  <c:v>0.31465700000000002</c:v>
                </c:pt>
                <c:pt idx="84">
                  <c:v>0.34427999999999997</c:v>
                </c:pt>
                <c:pt idx="85">
                  <c:v>0.42804900000000001</c:v>
                </c:pt>
                <c:pt idx="86">
                  <c:v>0.35920999999999997</c:v>
                </c:pt>
                <c:pt idx="87">
                  <c:v>0.33582800000000002</c:v>
                </c:pt>
                <c:pt idx="88">
                  <c:v>0.33743600000000001</c:v>
                </c:pt>
                <c:pt idx="89">
                  <c:v>0.31510199999999999</c:v>
                </c:pt>
                <c:pt idx="90">
                  <c:v>0.285862</c:v>
                </c:pt>
                <c:pt idx="91">
                  <c:v>0.38360300000000003</c:v>
                </c:pt>
                <c:pt idx="92">
                  <c:v>0.42565399999999998</c:v>
                </c:pt>
                <c:pt idx="93">
                  <c:v>0.36898399999999998</c:v>
                </c:pt>
                <c:pt idx="94">
                  <c:v>0.349937</c:v>
                </c:pt>
                <c:pt idx="95">
                  <c:v>0.50017199999999995</c:v>
                </c:pt>
                <c:pt idx="96">
                  <c:v>0.34655999999999998</c:v>
                </c:pt>
                <c:pt idx="97">
                  <c:v>0.14318400000000001</c:v>
                </c:pt>
                <c:pt idx="98">
                  <c:v>0.25251000000000001</c:v>
                </c:pt>
                <c:pt idx="99">
                  <c:v>0.47427799999999998</c:v>
                </c:pt>
                <c:pt idx="100">
                  <c:v>0.39444200000000001</c:v>
                </c:pt>
                <c:pt idx="101">
                  <c:v>0.41404600000000003</c:v>
                </c:pt>
                <c:pt idx="102">
                  <c:v>0.40638600000000002</c:v>
                </c:pt>
                <c:pt idx="103">
                  <c:v>0.31291200000000002</c:v>
                </c:pt>
                <c:pt idx="104">
                  <c:v>0.45601000000000003</c:v>
                </c:pt>
                <c:pt idx="105">
                  <c:v>0.35719000000000001</c:v>
                </c:pt>
                <c:pt idx="106">
                  <c:v>0.430037</c:v>
                </c:pt>
                <c:pt idx="107">
                  <c:v>7.0392999999999997E-2</c:v>
                </c:pt>
                <c:pt idx="108">
                  <c:v>0.18585299999999999</c:v>
                </c:pt>
                <c:pt idx="109">
                  <c:v>0.28393099999999999</c:v>
                </c:pt>
                <c:pt idx="110">
                  <c:v>0.42891600000000002</c:v>
                </c:pt>
                <c:pt idx="111">
                  <c:v>0.27765000000000001</c:v>
                </c:pt>
                <c:pt idx="112">
                  <c:v>0.53746700000000003</c:v>
                </c:pt>
                <c:pt idx="113">
                  <c:v>0.20894499999999999</c:v>
                </c:pt>
                <c:pt idx="114">
                  <c:v>0.43442999999999998</c:v>
                </c:pt>
                <c:pt idx="115">
                  <c:v>0.31353199999999998</c:v>
                </c:pt>
                <c:pt idx="116">
                  <c:v>0.35001300000000002</c:v>
                </c:pt>
                <c:pt idx="117">
                  <c:v>0.39876600000000001</c:v>
                </c:pt>
                <c:pt idx="118">
                  <c:v>0.44550899999999999</c:v>
                </c:pt>
                <c:pt idx="119">
                  <c:v>0.28477999999999998</c:v>
                </c:pt>
                <c:pt idx="120">
                  <c:v>0.32550400000000002</c:v>
                </c:pt>
                <c:pt idx="121">
                  <c:v>0.33360499999999998</c:v>
                </c:pt>
                <c:pt idx="122">
                  <c:v>0.39326499999999998</c:v>
                </c:pt>
                <c:pt idx="123">
                  <c:v>0.41028500000000001</c:v>
                </c:pt>
                <c:pt idx="124">
                  <c:v>0.35651100000000002</c:v>
                </c:pt>
                <c:pt idx="125">
                  <c:v>0.147177</c:v>
                </c:pt>
                <c:pt idx="126">
                  <c:v>0.358518</c:v>
                </c:pt>
                <c:pt idx="127">
                  <c:v>0.44801600000000003</c:v>
                </c:pt>
                <c:pt idx="128">
                  <c:v>0.332899</c:v>
                </c:pt>
                <c:pt idx="129">
                  <c:v>0.39201599999999998</c:v>
                </c:pt>
                <c:pt idx="130">
                  <c:v>0.27295700000000001</c:v>
                </c:pt>
                <c:pt idx="131">
                  <c:v>0.39571200000000001</c:v>
                </c:pt>
                <c:pt idx="132">
                  <c:v>0.35133999999999999</c:v>
                </c:pt>
                <c:pt idx="133">
                  <c:v>0.228934</c:v>
                </c:pt>
                <c:pt idx="134">
                  <c:v>0.41904799999999998</c:v>
                </c:pt>
                <c:pt idx="135">
                  <c:v>0.40476600000000001</c:v>
                </c:pt>
                <c:pt idx="136">
                  <c:v>0.32455499999999998</c:v>
                </c:pt>
                <c:pt idx="137">
                  <c:v>0.31816899999999998</c:v>
                </c:pt>
                <c:pt idx="138">
                  <c:v>0.33978000000000003</c:v>
                </c:pt>
                <c:pt idx="139">
                  <c:v>0.42832100000000001</c:v>
                </c:pt>
                <c:pt idx="140">
                  <c:v>0.20693600000000001</c:v>
                </c:pt>
                <c:pt idx="141">
                  <c:v>0.47660000000000002</c:v>
                </c:pt>
                <c:pt idx="142">
                  <c:v>0.36255999999999999</c:v>
                </c:pt>
                <c:pt idx="143">
                  <c:v>0.48207800000000001</c:v>
                </c:pt>
                <c:pt idx="144">
                  <c:v>0.29082200000000002</c:v>
                </c:pt>
                <c:pt idx="145">
                  <c:v>0.45601000000000003</c:v>
                </c:pt>
                <c:pt idx="146">
                  <c:v>0.30077100000000001</c:v>
                </c:pt>
                <c:pt idx="147">
                  <c:v>0.325069</c:v>
                </c:pt>
                <c:pt idx="148">
                  <c:v>0.15642800000000001</c:v>
                </c:pt>
                <c:pt idx="149">
                  <c:v>0.239841</c:v>
                </c:pt>
                <c:pt idx="150">
                  <c:v>0.32722099999999998</c:v>
                </c:pt>
                <c:pt idx="151">
                  <c:v>0.49201</c:v>
                </c:pt>
                <c:pt idx="152">
                  <c:v>0.44550299999999998</c:v>
                </c:pt>
                <c:pt idx="153">
                  <c:v>0.33331100000000002</c:v>
                </c:pt>
                <c:pt idx="154">
                  <c:v>0.31399100000000002</c:v>
                </c:pt>
                <c:pt idx="155">
                  <c:v>0.40245199999999998</c:v>
                </c:pt>
                <c:pt idx="156">
                  <c:v>0.46721499999999999</c:v>
                </c:pt>
                <c:pt idx="157">
                  <c:v>0.41974699999999998</c:v>
                </c:pt>
                <c:pt idx="158">
                  <c:v>0.30936900000000001</c:v>
                </c:pt>
                <c:pt idx="159">
                  <c:v>0.419904</c:v>
                </c:pt>
                <c:pt idx="160">
                  <c:v>0.15928</c:v>
                </c:pt>
                <c:pt idx="161">
                  <c:v>0.31750800000000001</c:v>
                </c:pt>
                <c:pt idx="162">
                  <c:v>0.34748000000000001</c:v>
                </c:pt>
                <c:pt idx="163">
                  <c:v>0.37509700000000001</c:v>
                </c:pt>
                <c:pt idx="164">
                  <c:v>0.32222600000000001</c:v>
                </c:pt>
                <c:pt idx="165">
                  <c:v>0.47332099999999999</c:v>
                </c:pt>
                <c:pt idx="166">
                  <c:v>0.438419</c:v>
                </c:pt>
                <c:pt idx="167">
                  <c:v>0.34738599999999997</c:v>
                </c:pt>
                <c:pt idx="168">
                  <c:v>0.40427099999999999</c:v>
                </c:pt>
                <c:pt idx="169">
                  <c:v>0.33051700000000001</c:v>
                </c:pt>
                <c:pt idx="170">
                  <c:v>0.26452399999999998</c:v>
                </c:pt>
                <c:pt idx="171">
                  <c:v>0.48243599999999998</c:v>
                </c:pt>
                <c:pt idx="172">
                  <c:v>0.45401000000000002</c:v>
                </c:pt>
                <c:pt idx="173">
                  <c:v>0.279362</c:v>
                </c:pt>
                <c:pt idx="174">
                  <c:v>0.30176199999999997</c:v>
                </c:pt>
                <c:pt idx="175">
                  <c:v>0.30186800000000003</c:v>
                </c:pt>
                <c:pt idx="176">
                  <c:v>0.293435</c:v>
                </c:pt>
                <c:pt idx="177">
                  <c:v>0.41299400000000003</c:v>
                </c:pt>
                <c:pt idx="178">
                  <c:v>0.28319899999999998</c:v>
                </c:pt>
                <c:pt idx="179">
                  <c:v>0.30907800000000002</c:v>
                </c:pt>
                <c:pt idx="180">
                  <c:v>0.36976700000000001</c:v>
                </c:pt>
                <c:pt idx="181">
                  <c:v>0.40555099999999999</c:v>
                </c:pt>
                <c:pt idx="182">
                  <c:v>0.40687699999999999</c:v>
                </c:pt>
                <c:pt idx="183">
                  <c:v>0.40379900000000002</c:v>
                </c:pt>
                <c:pt idx="184">
                  <c:v>0.33411299999999999</c:v>
                </c:pt>
                <c:pt idx="185">
                  <c:v>0.44602799999999998</c:v>
                </c:pt>
                <c:pt idx="186">
                  <c:v>0.50240200000000002</c:v>
                </c:pt>
                <c:pt idx="187">
                  <c:v>0.32763900000000001</c:v>
                </c:pt>
                <c:pt idx="188">
                  <c:v>0.32362400000000002</c:v>
                </c:pt>
                <c:pt idx="189">
                  <c:v>0.37752999999999998</c:v>
                </c:pt>
                <c:pt idx="190">
                  <c:v>0.34837800000000002</c:v>
                </c:pt>
                <c:pt idx="191">
                  <c:v>0.354294</c:v>
                </c:pt>
                <c:pt idx="192">
                  <c:v>0.33690300000000001</c:v>
                </c:pt>
                <c:pt idx="193">
                  <c:v>0.38037700000000002</c:v>
                </c:pt>
                <c:pt idx="194">
                  <c:v>0.32037300000000002</c:v>
                </c:pt>
                <c:pt idx="195">
                  <c:v>0.344779</c:v>
                </c:pt>
                <c:pt idx="196">
                  <c:v>0.33917399999999998</c:v>
                </c:pt>
                <c:pt idx="197">
                  <c:v>0.427288</c:v>
                </c:pt>
                <c:pt idx="198">
                  <c:v>0.41345199999999999</c:v>
                </c:pt>
                <c:pt idx="199">
                  <c:v>0.452015</c:v>
                </c:pt>
                <c:pt idx="200">
                  <c:v>0.44842399999999999</c:v>
                </c:pt>
                <c:pt idx="201">
                  <c:v>0.44588100000000003</c:v>
                </c:pt>
                <c:pt idx="202">
                  <c:v>0.41869600000000001</c:v>
                </c:pt>
                <c:pt idx="203">
                  <c:v>0.49764999999999998</c:v>
                </c:pt>
                <c:pt idx="204">
                  <c:v>0.43653399999999998</c:v>
                </c:pt>
                <c:pt idx="205">
                  <c:v>0.42168699999999998</c:v>
                </c:pt>
                <c:pt idx="206">
                  <c:v>0.53544700000000001</c:v>
                </c:pt>
                <c:pt idx="207">
                  <c:v>0.51222199999999996</c:v>
                </c:pt>
                <c:pt idx="208">
                  <c:v>0.51601799999999998</c:v>
                </c:pt>
                <c:pt idx="209">
                  <c:v>0.46113999999999999</c:v>
                </c:pt>
                <c:pt idx="210">
                  <c:v>0.49833499999999997</c:v>
                </c:pt>
                <c:pt idx="211">
                  <c:v>0.53039999999999998</c:v>
                </c:pt>
                <c:pt idx="212">
                  <c:v>0.38934099999999999</c:v>
                </c:pt>
                <c:pt idx="213">
                  <c:v>0.49449700000000002</c:v>
                </c:pt>
                <c:pt idx="214">
                  <c:v>0.33045099999999999</c:v>
                </c:pt>
                <c:pt idx="215">
                  <c:v>0.47326099999999999</c:v>
                </c:pt>
                <c:pt idx="216">
                  <c:v>0.53630599999999995</c:v>
                </c:pt>
                <c:pt idx="217">
                  <c:v>0.46709499999999998</c:v>
                </c:pt>
                <c:pt idx="218">
                  <c:v>0.42585299999999998</c:v>
                </c:pt>
                <c:pt idx="219">
                  <c:v>0.540717</c:v>
                </c:pt>
                <c:pt idx="220">
                  <c:v>0.45890700000000001</c:v>
                </c:pt>
                <c:pt idx="221">
                  <c:v>0.43665100000000001</c:v>
                </c:pt>
                <c:pt idx="222">
                  <c:v>0.42866500000000002</c:v>
                </c:pt>
                <c:pt idx="223">
                  <c:v>0.58023199999999997</c:v>
                </c:pt>
                <c:pt idx="224">
                  <c:v>0.43775700000000001</c:v>
                </c:pt>
                <c:pt idx="225">
                  <c:v>0.434527</c:v>
                </c:pt>
                <c:pt idx="226">
                  <c:v>0.46560499999999999</c:v>
                </c:pt>
                <c:pt idx="227">
                  <c:v>0.38333699999999998</c:v>
                </c:pt>
                <c:pt idx="228">
                  <c:v>0.67311900000000002</c:v>
                </c:pt>
                <c:pt idx="229">
                  <c:v>0.473856</c:v>
                </c:pt>
                <c:pt idx="230">
                  <c:v>0.49120000000000003</c:v>
                </c:pt>
                <c:pt idx="231">
                  <c:v>0.51696200000000003</c:v>
                </c:pt>
                <c:pt idx="232">
                  <c:v>0.46126200000000001</c:v>
                </c:pt>
                <c:pt idx="233">
                  <c:v>0.46263100000000001</c:v>
                </c:pt>
                <c:pt idx="234">
                  <c:v>0.34776400000000002</c:v>
                </c:pt>
                <c:pt idx="235">
                  <c:v>0.52522599999999997</c:v>
                </c:pt>
                <c:pt idx="236">
                  <c:v>0.42180899999999999</c:v>
                </c:pt>
                <c:pt idx="237">
                  <c:v>0.47693799999999997</c:v>
                </c:pt>
                <c:pt idx="238">
                  <c:v>0.48770799999999997</c:v>
                </c:pt>
                <c:pt idx="239">
                  <c:v>0.52790599999999999</c:v>
                </c:pt>
                <c:pt idx="240">
                  <c:v>0.42812299999999998</c:v>
                </c:pt>
                <c:pt idx="241">
                  <c:v>0.49504599999999999</c:v>
                </c:pt>
                <c:pt idx="242">
                  <c:v>0.50477000000000005</c:v>
                </c:pt>
                <c:pt idx="243">
                  <c:v>0.49032599999999998</c:v>
                </c:pt>
                <c:pt idx="244">
                  <c:v>0.55518299999999998</c:v>
                </c:pt>
                <c:pt idx="245">
                  <c:v>0.49807099999999999</c:v>
                </c:pt>
                <c:pt idx="246">
                  <c:v>0.38581300000000002</c:v>
                </c:pt>
                <c:pt idx="247">
                  <c:v>0.45388299999999998</c:v>
                </c:pt>
                <c:pt idx="248">
                  <c:v>0.456318</c:v>
                </c:pt>
                <c:pt idx="249">
                  <c:v>0.32787300000000003</c:v>
                </c:pt>
                <c:pt idx="250">
                  <c:v>0.35971599999999998</c:v>
                </c:pt>
                <c:pt idx="251">
                  <c:v>0.36571799999999999</c:v>
                </c:pt>
                <c:pt idx="252">
                  <c:v>0.41639500000000002</c:v>
                </c:pt>
                <c:pt idx="253">
                  <c:v>0.50518099999999999</c:v>
                </c:pt>
                <c:pt idx="254">
                  <c:v>0.41226200000000002</c:v>
                </c:pt>
                <c:pt idx="255">
                  <c:v>0.45111800000000002</c:v>
                </c:pt>
                <c:pt idx="256">
                  <c:v>0.39746399999999998</c:v>
                </c:pt>
                <c:pt idx="257">
                  <c:v>0.24116599999999999</c:v>
                </c:pt>
                <c:pt idx="258">
                  <c:v>0.42925600000000003</c:v>
                </c:pt>
                <c:pt idx="259">
                  <c:v>0.50974600000000003</c:v>
                </c:pt>
                <c:pt idx="260">
                  <c:v>0.35602400000000001</c:v>
                </c:pt>
                <c:pt idx="261">
                  <c:v>0.48302699999999998</c:v>
                </c:pt>
                <c:pt idx="262">
                  <c:v>0.43390200000000001</c:v>
                </c:pt>
                <c:pt idx="263">
                  <c:v>0.43566899999999997</c:v>
                </c:pt>
                <c:pt idx="264">
                  <c:v>0.41961100000000001</c:v>
                </c:pt>
                <c:pt idx="265">
                  <c:v>0.484348</c:v>
                </c:pt>
                <c:pt idx="266">
                  <c:v>0.41976799999999997</c:v>
                </c:pt>
                <c:pt idx="267">
                  <c:v>0.38126300000000002</c:v>
                </c:pt>
                <c:pt idx="268">
                  <c:v>0.38401400000000002</c:v>
                </c:pt>
                <c:pt idx="269">
                  <c:v>0.61464600000000003</c:v>
                </c:pt>
                <c:pt idx="270">
                  <c:v>0.40836699999999998</c:v>
                </c:pt>
                <c:pt idx="271">
                  <c:v>0.32150299999999998</c:v>
                </c:pt>
                <c:pt idx="272">
                  <c:v>0.432398</c:v>
                </c:pt>
                <c:pt idx="273">
                  <c:v>0.39540900000000001</c:v>
                </c:pt>
                <c:pt idx="274">
                  <c:v>0.37133899999999997</c:v>
                </c:pt>
                <c:pt idx="275">
                  <c:v>0.39361600000000002</c:v>
                </c:pt>
                <c:pt idx="276">
                  <c:v>0.43539</c:v>
                </c:pt>
                <c:pt idx="277">
                  <c:v>0.45811600000000002</c:v>
                </c:pt>
                <c:pt idx="278">
                  <c:v>0.49551600000000001</c:v>
                </c:pt>
                <c:pt idx="279">
                  <c:v>0.46266200000000002</c:v>
                </c:pt>
                <c:pt idx="280">
                  <c:v>0.28851100000000002</c:v>
                </c:pt>
                <c:pt idx="281">
                  <c:v>0.55194799999999999</c:v>
                </c:pt>
                <c:pt idx="282">
                  <c:v>0.51686699999999997</c:v>
                </c:pt>
                <c:pt idx="283">
                  <c:v>0.46542099999999997</c:v>
                </c:pt>
                <c:pt idx="284">
                  <c:v>0.56347100000000006</c:v>
                </c:pt>
                <c:pt idx="285">
                  <c:v>0.341194</c:v>
                </c:pt>
                <c:pt idx="286">
                  <c:v>0.46679599999999999</c:v>
                </c:pt>
                <c:pt idx="287">
                  <c:v>0.466532</c:v>
                </c:pt>
                <c:pt idx="288">
                  <c:v>0.47778300000000001</c:v>
                </c:pt>
                <c:pt idx="289">
                  <c:v>0.58479300000000001</c:v>
                </c:pt>
                <c:pt idx="290">
                  <c:v>0.37128699999999998</c:v>
                </c:pt>
                <c:pt idx="291">
                  <c:v>0.41257899999999997</c:v>
                </c:pt>
                <c:pt idx="292">
                  <c:v>0.32156099999999999</c:v>
                </c:pt>
                <c:pt idx="293">
                  <c:v>0.334393</c:v>
                </c:pt>
                <c:pt idx="294">
                  <c:v>0.46529799999999999</c:v>
                </c:pt>
                <c:pt idx="295">
                  <c:v>0.41034900000000002</c:v>
                </c:pt>
                <c:pt idx="296">
                  <c:v>0.246113</c:v>
                </c:pt>
                <c:pt idx="297">
                  <c:v>0.372859</c:v>
                </c:pt>
                <c:pt idx="298">
                  <c:v>0.38653199999999999</c:v>
                </c:pt>
                <c:pt idx="299">
                  <c:v>0.44604500000000002</c:v>
                </c:pt>
                <c:pt idx="300">
                  <c:v>0.31301299999999999</c:v>
                </c:pt>
                <c:pt idx="301">
                  <c:v>0.35927999999999999</c:v>
                </c:pt>
                <c:pt idx="302">
                  <c:v>0.32042500000000002</c:v>
                </c:pt>
                <c:pt idx="303">
                  <c:v>0.40778799999999998</c:v>
                </c:pt>
                <c:pt idx="304">
                  <c:v>0.369085</c:v>
                </c:pt>
                <c:pt idx="305">
                  <c:v>0.22487299999999999</c:v>
                </c:pt>
                <c:pt idx="306">
                  <c:v>0.40378700000000001</c:v>
                </c:pt>
                <c:pt idx="307">
                  <c:v>0.40864899999999998</c:v>
                </c:pt>
                <c:pt idx="308">
                  <c:v>0.38037100000000001</c:v>
                </c:pt>
                <c:pt idx="309">
                  <c:v>0.41169099999999997</c:v>
                </c:pt>
                <c:pt idx="310">
                  <c:v>0.51114099999999996</c:v>
                </c:pt>
                <c:pt idx="311">
                  <c:v>0.46365099999999998</c:v>
                </c:pt>
                <c:pt idx="312">
                  <c:v>0.39122299999999999</c:v>
                </c:pt>
                <c:pt idx="313">
                  <c:v>0.268982</c:v>
                </c:pt>
                <c:pt idx="314">
                  <c:v>0.34509400000000001</c:v>
                </c:pt>
                <c:pt idx="315">
                  <c:v>0.35682000000000003</c:v>
                </c:pt>
                <c:pt idx="316">
                  <c:v>0.35600900000000002</c:v>
                </c:pt>
                <c:pt idx="317">
                  <c:v>0.461254</c:v>
                </c:pt>
                <c:pt idx="318">
                  <c:v>0.477493</c:v>
                </c:pt>
                <c:pt idx="319">
                  <c:v>0.37238500000000002</c:v>
                </c:pt>
                <c:pt idx="320">
                  <c:v>0.332181</c:v>
                </c:pt>
                <c:pt idx="321">
                  <c:v>0.40625299999999998</c:v>
                </c:pt>
                <c:pt idx="322">
                  <c:v>0.34404899999999999</c:v>
                </c:pt>
                <c:pt idx="323">
                  <c:v>0.33089600000000002</c:v>
                </c:pt>
                <c:pt idx="324">
                  <c:v>0.45912599999999998</c:v>
                </c:pt>
                <c:pt idx="325">
                  <c:v>0.51337999999999995</c:v>
                </c:pt>
                <c:pt idx="326">
                  <c:v>0.42832100000000001</c:v>
                </c:pt>
                <c:pt idx="327">
                  <c:v>0.45367099999999999</c:v>
                </c:pt>
                <c:pt idx="328">
                  <c:v>0.49174099999999998</c:v>
                </c:pt>
                <c:pt idx="329">
                  <c:v>0.48410399999999998</c:v>
                </c:pt>
                <c:pt idx="330">
                  <c:v>0.230966</c:v>
                </c:pt>
                <c:pt idx="331">
                  <c:v>0.33566600000000002</c:v>
                </c:pt>
                <c:pt idx="332">
                  <c:v>0.39466000000000001</c:v>
                </c:pt>
                <c:pt idx="333">
                  <c:v>0.38841100000000001</c:v>
                </c:pt>
                <c:pt idx="334">
                  <c:v>0.341254</c:v>
                </c:pt>
                <c:pt idx="335">
                  <c:v>0.43031399999999997</c:v>
                </c:pt>
                <c:pt idx="336">
                  <c:v>0.44259500000000002</c:v>
                </c:pt>
                <c:pt idx="337">
                  <c:v>0.25002600000000003</c:v>
                </c:pt>
                <c:pt idx="338">
                  <c:v>0.29782399999999998</c:v>
                </c:pt>
                <c:pt idx="339">
                  <c:v>0.33946900000000002</c:v>
                </c:pt>
                <c:pt idx="340">
                  <c:v>0.40773100000000001</c:v>
                </c:pt>
                <c:pt idx="341">
                  <c:v>0.44731799999999999</c:v>
                </c:pt>
                <c:pt idx="342">
                  <c:v>0.457841</c:v>
                </c:pt>
                <c:pt idx="343">
                  <c:v>0.40319700000000003</c:v>
                </c:pt>
                <c:pt idx="344">
                  <c:v>0.44550800000000002</c:v>
                </c:pt>
                <c:pt idx="345">
                  <c:v>0.412468</c:v>
                </c:pt>
                <c:pt idx="346">
                  <c:v>0.29237200000000002</c:v>
                </c:pt>
                <c:pt idx="347">
                  <c:v>0.34051799999999999</c:v>
                </c:pt>
                <c:pt idx="348">
                  <c:v>0.38198799999999999</c:v>
                </c:pt>
                <c:pt idx="349">
                  <c:v>0.36132599999999998</c:v>
                </c:pt>
                <c:pt idx="350">
                  <c:v>0.32073600000000002</c:v>
                </c:pt>
                <c:pt idx="351">
                  <c:v>0.48611900000000002</c:v>
                </c:pt>
                <c:pt idx="352">
                  <c:v>0.452015</c:v>
                </c:pt>
                <c:pt idx="353">
                  <c:v>0.35689100000000001</c:v>
                </c:pt>
                <c:pt idx="354">
                  <c:v>0.55715199999999998</c:v>
                </c:pt>
                <c:pt idx="355">
                  <c:v>0.37674200000000002</c:v>
                </c:pt>
                <c:pt idx="356">
                  <c:v>0.507135</c:v>
                </c:pt>
                <c:pt idx="357">
                  <c:v>0.53812300000000002</c:v>
                </c:pt>
                <c:pt idx="358">
                  <c:v>0.41699900000000001</c:v>
                </c:pt>
                <c:pt idx="359">
                  <c:v>0.34638600000000003</c:v>
                </c:pt>
                <c:pt idx="360">
                  <c:v>0.38367600000000002</c:v>
                </c:pt>
                <c:pt idx="361">
                  <c:v>0.46502199999999999</c:v>
                </c:pt>
                <c:pt idx="362">
                  <c:v>0.30154900000000001</c:v>
                </c:pt>
                <c:pt idx="363">
                  <c:v>0.38259599999999999</c:v>
                </c:pt>
                <c:pt idx="364">
                  <c:v>0.38585999999999998</c:v>
                </c:pt>
                <c:pt idx="365">
                  <c:v>0.36271199999999998</c:v>
                </c:pt>
                <c:pt idx="366">
                  <c:v>0.344779</c:v>
                </c:pt>
                <c:pt idx="367">
                  <c:v>0.345387</c:v>
                </c:pt>
                <c:pt idx="368">
                  <c:v>0.38798700000000003</c:v>
                </c:pt>
                <c:pt idx="369">
                  <c:v>0.21967900000000001</c:v>
                </c:pt>
                <c:pt idx="370">
                  <c:v>0.326548</c:v>
                </c:pt>
                <c:pt idx="371">
                  <c:v>0.30671900000000002</c:v>
                </c:pt>
                <c:pt idx="372">
                  <c:v>0.41259400000000002</c:v>
                </c:pt>
                <c:pt idx="373">
                  <c:v>0.37972699999999998</c:v>
                </c:pt>
                <c:pt idx="374">
                  <c:v>0.44423299999999999</c:v>
                </c:pt>
                <c:pt idx="375">
                  <c:v>0.38787500000000003</c:v>
                </c:pt>
                <c:pt idx="376">
                  <c:v>0.25712299999999999</c:v>
                </c:pt>
                <c:pt idx="377">
                  <c:v>0.39144600000000002</c:v>
                </c:pt>
                <c:pt idx="378">
                  <c:v>0.46678999999999998</c:v>
                </c:pt>
                <c:pt idx="379">
                  <c:v>0.34968199999999999</c:v>
                </c:pt>
                <c:pt idx="380">
                  <c:v>0.47471999999999998</c:v>
                </c:pt>
                <c:pt idx="381">
                  <c:v>0.46440599999999999</c:v>
                </c:pt>
                <c:pt idx="382">
                  <c:v>0.46407999999999999</c:v>
                </c:pt>
                <c:pt idx="383">
                  <c:v>0.45332800000000001</c:v>
                </c:pt>
                <c:pt idx="384">
                  <c:v>0.394538</c:v>
                </c:pt>
                <c:pt idx="385">
                  <c:v>0.30910100000000001</c:v>
                </c:pt>
                <c:pt idx="386">
                  <c:v>0.43222300000000002</c:v>
                </c:pt>
                <c:pt idx="387">
                  <c:v>0.37395099999999998</c:v>
                </c:pt>
                <c:pt idx="388">
                  <c:v>0.49508999999999997</c:v>
                </c:pt>
                <c:pt idx="389">
                  <c:v>0.32815699999999998</c:v>
                </c:pt>
                <c:pt idx="390">
                  <c:v>0.43900400000000001</c:v>
                </c:pt>
                <c:pt idx="391">
                  <c:v>0.28939399999999998</c:v>
                </c:pt>
                <c:pt idx="392">
                  <c:v>0.51605900000000005</c:v>
                </c:pt>
                <c:pt idx="393">
                  <c:v>0.62145700000000004</c:v>
                </c:pt>
                <c:pt idx="394">
                  <c:v>0.29788300000000001</c:v>
                </c:pt>
                <c:pt idx="395">
                  <c:v>0.35885099999999998</c:v>
                </c:pt>
                <c:pt idx="396">
                  <c:v>0.29822300000000002</c:v>
                </c:pt>
                <c:pt idx="397">
                  <c:v>0.32963399999999998</c:v>
                </c:pt>
                <c:pt idx="398">
                  <c:v>0.39913900000000002</c:v>
                </c:pt>
                <c:pt idx="399">
                  <c:v>0.42239900000000002</c:v>
                </c:pt>
                <c:pt idx="400">
                  <c:v>0.49840499999999999</c:v>
                </c:pt>
                <c:pt idx="401">
                  <c:v>0.40558</c:v>
                </c:pt>
                <c:pt idx="402">
                  <c:v>0.33157599999999998</c:v>
                </c:pt>
                <c:pt idx="403">
                  <c:v>0.37917000000000001</c:v>
                </c:pt>
                <c:pt idx="404">
                  <c:v>0.47262599999999999</c:v>
                </c:pt>
                <c:pt idx="405">
                  <c:v>0.35850500000000002</c:v>
                </c:pt>
                <c:pt idx="406">
                  <c:v>0.46715600000000002</c:v>
                </c:pt>
                <c:pt idx="407">
                  <c:v>0.52350399999999997</c:v>
                </c:pt>
                <c:pt idx="408">
                  <c:v>0.49173499999999998</c:v>
                </c:pt>
                <c:pt idx="409">
                  <c:v>0.40040999999999999</c:v>
                </c:pt>
                <c:pt idx="410">
                  <c:v>3.0759999999999999E-2</c:v>
                </c:pt>
                <c:pt idx="411">
                  <c:v>0.30854900000000002</c:v>
                </c:pt>
                <c:pt idx="412">
                  <c:v>0.39363799999999999</c:v>
                </c:pt>
                <c:pt idx="413">
                  <c:v>0.32521699999999998</c:v>
                </c:pt>
                <c:pt idx="414">
                  <c:v>0.47867599999999999</c:v>
                </c:pt>
                <c:pt idx="415">
                  <c:v>0.41929100000000002</c:v>
                </c:pt>
                <c:pt idx="416">
                  <c:v>0.38306400000000002</c:v>
                </c:pt>
                <c:pt idx="417">
                  <c:v>0.487958</c:v>
                </c:pt>
                <c:pt idx="418">
                  <c:v>0.36757499999999999</c:v>
                </c:pt>
                <c:pt idx="419">
                  <c:v>0.55684900000000004</c:v>
                </c:pt>
                <c:pt idx="420">
                  <c:v>0.43604900000000002</c:v>
                </c:pt>
                <c:pt idx="421">
                  <c:v>0.408636</c:v>
                </c:pt>
                <c:pt idx="422">
                  <c:v>0.49140800000000001</c:v>
                </c:pt>
                <c:pt idx="423">
                  <c:v>0.44797100000000001</c:v>
                </c:pt>
                <c:pt idx="424">
                  <c:v>0.40467199999999998</c:v>
                </c:pt>
                <c:pt idx="425">
                  <c:v>0.52246400000000004</c:v>
                </c:pt>
                <c:pt idx="426">
                  <c:v>0.40413100000000002</c:v>
                </c:pt>
                <c:pt idx="427">
                  <c:v>0.44087900000000002</c:v>
                </c:pt>
                <c:pt idx="428">
                  <c:v>0.30991000000000002</c:v>
                </c:pt>
                <c:pt idx="429">
                  <c:v>0.30854900000000002</c:v>
                </c:pt>
                <c:pt idx="430">
                  <c:v>0.27116499999999999</c:v>
                </c:pt>
                <c:pt idx="431">
                  <c:v>0.41253600000000001</c:v>
                </c:pt>
                <c:pt idx="432">
                  <c:v>0.43450299999999997</c:v>
                </c:pt>
                <c:pt idx="433">
                  <c:v>0.42778500000000003</c:v>
                </c:pt>
                <c:pt idx="434">
                  <c:v>0.45369399999999999</c:v>
                </c:pt>
                <c:pt idx="435">
                  <c:v>0.345777</c:v>
                </c:pt>
                <c:pt idx="436">
                  <c:v>0.38432699999999997</c:v>
                </c:pt>
                <c:pt idx="437">
                  <c:v>0.25042199999999998</c:v>
                </c:pt>
                <c:pt idx="438">
                  <c:v>0.397509</c:v>
                </c:pt>
                <c:pt idx="439">
                  <c:v>0.420207</c:v>
                </c:pt>
                <c:pt idx="440">
                  <c:v>0.40107999999999999</c:v>
                </c:pt>
                <c:pt idx="441">
                  <c:v>0.39458300000000002</c:v>
                </c:pt>
                <c:pt idx="442">
                  <c:v>0.51980199999999999</c:v>
                </c:pt>
                <c:pt idx="443">
                  <c:v>0.46985199999999999</c:v>
                </c:pt>
                <c:pt idx="444">
                  <c:v>0.46249400000000002</c:v>
                </c:pt>
                <c:pt idx="445">
                  <c:v>0.40456999999999999</c:v>
                </c:pt>
                <c:pt idx="446">
                  <c:v>0.51098600000000005</c:v>
                </c:pt>
                <c:pt idx="447">
                  <c:v>0.56886000000000003</c:v>
                </c:pt>
                <c:pt idx="448">
                  <c:v>0.35177900000000001</c:v>
                </c:pt>
                <c:pt idx="449">
                  <c:v>0.32325900000000002</c:v>
                </c:pt>
                <c:pt idx="450">
                  <c:v>0.50677099999999997</c:v>
                </c:pt>
                <c:pt idx="451">
                  <c:v>0.364118</c:v>
                </c:pt>
                <c:pt idx="452">
                  <c:v>0.507714</c:v>
                </c:pt>
                <c:pt idx="453">
                  <c:v>0.33804099999999998</c:v>
                </c:pt>
                <c:pt idx="454">
                  <c:v>0.56615700000000002</c:v>
                </c:pt>
                <c:pt idx="455">
                  <c:v>0.42933900000000003</c:v>
                </c:pt>
                <c:pt idx="456">
                  <c:v>0.38362000000000002</c:v>
                </c:pt>
                <c:pt idx="457">
                  <c:v>0.43407400000000002</c:v>
                </c:pt>
                <c:pt idx="458">
                  <c:v>0.37382199999999999</c:v>
                </c:pt>
                <c:pt idx="459">
                  <c:v>0.36440699999999998</c:v>
                </c:pt>
                <c:pt idx="460">
                  <c:v>0.439029</c:v>
                </c:pt>
                <c:pt idx="461">
                  <c:v>0.43314999999999998</c:v>
                </c:pt>
                <c:pt idx="462">
                  <c:v>0.37110799999999999</c:v>
                </c:pt>
                <c:pt idx="463">
                  <c:v>0.50356199999999995</c:v>
                </c:pt>
                <c:pt idx="464">
                  <c:v>0.58407600000000004</c:v>
                </c:pt>
                <c:pt idx="465">
                  <c:v>0.21639700000000001</c:v>
                </c:pt>
                <c:pt idx="466">
                  <c:v>0.443158</c:v>
                </c:pt>
                <c:pt idx="467">
                  <c:v>0.26771499999999998</c:v>
                </c:pt>
                <c:pt idx="468">
                  <c:v>0.32185900000000001</c:v>
                </c:pt>
                <c:pt idx="469">
                  <c:v>0.28931000000000001</c:v>
                </c:pt>
                <c:pt idx="470">
                  <c:v>0.39909899999999998</c:v>
                </c:pt>
                <c:pt idx="471">
                  <c:v>0.28935499999999997</c:v>
                </c:pt>
                <c:pt idx="472">
                  <c:v>0.247055</c:v>
                </c:pt>
                <c:pt idx="473">
                  <c:v>0.308388</c:v>
                </c:pt>
                <c:pt idx="474">
                  <c:v>0.38895200000000002</c:v>
                </c:pt>
                <c:pt idx="475">
                  <c:v>0.36028399999999999</c:v>
                </c:pt>
                <c:pt idx="476">
                  <c:v>0.37625700000000001</c:v>
                </c:pt>
                <c:pt idx="477">
                  <c:v>0.38566</c:v>
                </c:pt>
                <c:pt idx="478">
                  <c:v>0.44419399999999998</c:v>
                </c:pt>
                <c:pt idx="479">
                  <c:v>0.30731599999999998</c:v>
                </c:pt>
                <c:pt idx="480">
                  <c:v>0.38794299999999998</c:v>
                </c:pt>
                <c:pt idx="481">
                  <c:v>0.36024800000000001</c:v>
                </c:pt>
                <c:pt idx="482">
                  <c:v>0.40426699999999999</c:v>
                </c:pt>
                <c:pt idx="483">
                  <c:v>0.52219000000000004</c:v>
                </c:pt>
                <c:pt idx="484">
                  <c:v>0.53426300000000004</c:v>
                </c:pt>
                <c:pt idx="485">
                  <c:v>0.50041000000000002</c:v>
                </c:pt>
                <c:pt idx="486">
                  <c:v>0.39244400000000002</c:v>
                </c:pt>
                <c:pt idx="487">
                  <c:v>0.311114</c:v>
                </c:pt>
                <c:pt idx="488">
                  <c:v>0.43687900000000002</c:v>
                </c:pt>
                <c:pt idx="489">
                  <c:v>0.34177999999999997</c:v>
                </c:pt>
                <c:pt idx="490">
                  <c:v>0.34422399999999997</c:v>
                </c:pt>
                <c:pt idx="491">
                  <c:v>0.382436</c:v>
                </c:pt>
                <c:pt idx="492">
                  <c:v>0.474966</c:v>
                </c:pt>
                <c:pt idx="493">
                  <c:v>0.35380499999999998</c:v>
                </c:pt>
                <c:pt idx="494">
                  <c:v>0.388291</c:v>
                </c:pt>
                <c:pt idx="495">
                  <c:v>0.40204499999999999</c:v>
                </c:pt>
                <c:pt idx="496">
                  <c:v>0.35885099999999998</c:v>
                </c:pt>
                <c:pt idx="497">
                  <c:v>0.24391099999999999</c:v>
                </c:pt>
                <c:pt idx="498">
                  <c:v>0.514768</c:v>
                </c:pt>
                <c:pt idx="499">
                  <c:v>0.48311500000000002</c:v>
                </c:pt>
                <c:pt idx="500">
                  <c:v>0.38766899999999999</c:v>
                </c:pt>
                <c:pt idx="501">
                  <c:v>0.384627</c:v>
                </c:pt>
                <c:pt idx="502">
                  <c:v>0.34966700000000001</c:v>
                </c:pt>
                <c:pt idx="503">
                  <c:v>0.332181</c:v>
                </c:pt>
                <c:pt idx="504">
                  <c:v>0.37837700000000002</c:v>
                </c:pt>
                <c:pt idx="505">
                  <c:v>0.39613999999999999</c:v>
                </c:pt>
                <c:pt idx="506">
                  <c:v>0.40434100000000001</c:v>
                </c:pt>
                <c:pt idx="507">
                  <c:v>0.412468</c:v>
                </c:pt>
                <c:pt idx="508">
                  <c:v>0.195468</c:v>
                </c:pt>
                <c:pt idx="509">
                  <c:v>0.32315500000000003</c:v>
                </c:pt>
                <c:pt idx="510">
                  <c:v>0.30463800000000002</c:v>
                </c:pt>
                <c:pt idx="511">
                  <c:v>0.33809299999999998</c:v>
                </c:pt>
                <c:pt idx="512">
                  <c:v>0.40640500000000002</c:v>
                </c:pt>
                <c:pt idx="513">
                  <c:v>0.35126299999999999</c:v>
                </c:pt>
                <c:pt idx="514">
                  <c:v>0.47015699999999999</c:v>
                </c:pt>
                <c:pt idx="515">
                  <c:v>0.40021600000000002</c:v>
                </c:pt>
                <c:pt idx="516">
                  <c:v>0.39202199999999998</c:v>
                </c:pt>
                <c:pt idx="517">
                  <c:v>0.432008</c:v>
                </c:pt>
                <c:pt idx="518">
                  <c:v>0.41936699999999999</c:v>
                </c:pt>
                <c:pt idx="519">
                  <c:v>0.289381</c:v>
                </c:pt>
                <c:pt idx="520">
                  <c:v>0.31261699999999998</c:v>
                </c:pt>
                <c:pt idx="521">
                  <c:v>0.22828599999999999</c:v>
                </c:pt>
                <c:pt idx="522">
                  <c:v>0.30982599999999999</c:v>
                </c:pt>
                <c:pt idx="523">
                  <c:v>0.29457</c:v>
                </c:pt>
                <c:pt idx="524">
                  <c:v>0.372589</c:v>
                </c:pt>
                <c:pt idx="525">
                  <c:v>0.46730300000000002</c:v>
                </c:pt>
                <c:pt idx="526">
                  <c:v>0.40585300000000002</c:v>
                </c:pt>
                <c:pt idx="527">
                  <c:v>0.368367</c:v>
                </c:pt>
                <c:pt idx="528">
                  <c:v>0.47839999999999999</c:v>
                </c:pt>
                <c:pt idx="529">
                  <c:v>0.373664</c:v>
                </c:pt>
                <c:pt idx="530">
                  <c:v>0.38746000000000003</c:v>
                </c:pt>
                <c:pt idx="531">
                  <c:v>0.45765099999999997</c:v>
                </c:pt>
                <c:pt idx="532">
                  <c:v>0.42054200000000003</c:v>
                </c:pt>
                <c:pt idx="533">
                  <c:v>0.341833</c:v>
                </c:pt>
                <c:pt idx="534">
                  <c:v>0.34819299999999997</c:v>
                </c:pt>
                <c:pt idx="535">
                  <c:v>0.36132799999999998</c:v>
                </c:pt>
                <c:pt idx="536">
                  <c:v>0.24294099999999999</c:v>
                </c:pt>
                <c:pt idx="537">
                  <c:v>0.21068600000000001</c:v>
                </c:pt>
                <c:pt idx="538">
                  <c:v>0.35950399999999999</c:v>
                </c:pt>
                <c:pt idx="539">
                  <c:v>0.28715600000000002</c:v>
                </c:pt>
                <c:pt idx="540">
                  <c:v>0.29715599999999998</c:v>
                </c:pt>
                <c:pt idx="541">
                  <c:v>0.39138800000000001</c:v>
                </c:pt>
                <c:pt idx="542">
                  <c:v>0.38014500000000001</c:v>
                </c:pt>
                <c:pt idx="543">
                  <c:v>0.41226099999999999</c:v>
                </c:pt>
                <c:pt idx="544">
                  <c:v>0.37837399999999999</c:v>
                </c:pt>
                <c:pt idx="545">
                  <c:v>0.35310399999999997</c:v>
                </c:pt>
                <c:pt idx="546">
                  <c:v>0.40038600000000002</c:v>
                </c:pt>
                <c:pt idx="547">
                  <c:v>0.37207600000000002</c:v>
                </c:pt>
                <c:pt idx="548">
                  <c:v>0.44393899999999997</c:v>
                </c:pt>
                <c:pt idx="549">
                  <c:v>-0.11182599999999999</c:v>
                </c:pt>
                <c:pt idx="550">
                  <c:v>-3.4645000000000002E-2</c:v>
                </c:pt>
                <c:pt idx="551">
                  <c:v>0.267289</c:v>
                </c:pt>
                <c:pt idx="552">
                  <c:v>0.24554400000000001</c:v>
                </c:pt>
                <c:pt idx="553">
                  <c:v>0.215693</c:v>
                </c:pt>
                <c:pt idx="554">
                  <c:v>0.190604</c:v>
                </c:pt>
                <c:pt idx="555">
                  <c:v>0.30672100000000002</c:v>
                </c:pt>
                <c:pt idx="556">
                  <c:v>0.30233100000000002</c:v>
                </c:pt>
                <c:pt idx="557">
                  <c:v>0.36814599999999997</c:v>
                </c:pt>
                <c:pt idx="558">
                  <c:v>0.25033499999999997</c:v>
                </c:pt>
                <c:pt idx="559">
                  <c:v>0.37517699999999998</c:v>
                </c:pt>
                <c:pt idx="560">
                  <c:v>0.35958000000000001</c:v>
                </c:pt>
                <c:pt idx="561">
                  <c:v>0.46299699999999999</c:v>
                </c:pt>
                <c:pt idx="562">
                  <c:v>0.34046199999999999</c:v>
                </c:pt>
                <c:pt idx="563">
                  <c:v>0.41239500000000001</c:v>
                </c:pt>
                <c:pt idx="564">
                  <c:v>0.344306</c:v>
                </c:pt>
                <c:pt idx="565">
                  <c:v>0.51695800000000003</c:v>
                </c:pt>
                <c:pt idx="566">
                  <c:v>0.300118</c:v>
                </c:pt>
                <c:pt idx="567">
                  <c:v>0.393785</c:v>
                </c:pt>
                <c:pt idx="568">
                  <c:v>0.217612</c:v>
                </c:pt>
                <c:pt idx="569">
                  <c:v>0.23983199999999999</c:v>
                </c:pt>
                <c:pt idx="570">
                  <c:v>0.35236499999999998</c:v>
                </c:pt>
                <c:pt idx="571">
                  <c:v>0.33996900000000002</c:v>
                </c:pt>
                <c:pt idx="572">
                  <c:v>0.18773699999999999</c:v>
                </c:pt>
                <c:pt idx="573">
                  <c:v>0.24902199999999999</c:v>
                </c:pt>
                <c:pt idx="574">
                  <c:v>0.28193800000000002</c:v>
                </c:pt>
                <c:pt idx="575">
                  <c:v>0.186219</c:v>
                </c:pt>
                <c:pt idx="576">
                  <c:v>0.39821400000000001</c:v>
                </c:pt>
                <c:pt idx="577">
                  <c:v>0.48644100000000001</c:v>
                </c:pt>
                <c:pt idx="578">
                  <c:v>0.28137499999999999</c:v>
                </c:pt>
                <c:pt idx="579">
                  <c:v>0.319135</c:v>
                </c:pt>
                <c:pt idx="580">
                  <c:v>0.37130800000000003</c:v>
                </c:pt>
                <c:pt idx="581">
                  <c:v>0.35096300000000002</c:v>
                </c:pt>
                <c:pt idx="582">
                  <c:v>0.55156799999999995</c:v>
                </c:pt>
                <c:pt idx="583">
                  <c:v>0.46203300000000003</c:v>
                </c:pt>
                <c:pt idx="584">
                  <c:v>-4.2826999999999997E-2</c:v>
                </c:pt>
                <c:pt idx="585">
                  <c:v>0.205763</c:v>
                </c:pt>
                <c:pt idx="586">
                  <c:v>0.32763900000000001</c:v>
                </c:pt>
                <c:pt idx="587">
                  <c:v>0.39694499999999999</c:v>
                </c:pt>
                <c:pt idx="588">
                  <c:v>0.36133300000000002</c:v>
                </c:pt>
                <c:pt idx="589">
                  <c:v>0.193304</c:v>
                </c:pt>
                <c:pt idx="590">
                  <c:v>0.22476399999999999</c:v>
                </c:pt>
                <c:pt idx="591">
                  <c:v>0.36543599999999998</c:v>
                </c:pt>
                <c:pt idx="592">
                  <c:v>0.28059800000000001</c:v>
                </c:pt>
                <c:pt idx="593">
                  <c:v>0.31196299999999999</c:v>
                </c:pt>
                <c:pt idx="594">
                  <c:v>0.33128000000000002</c:v>
                </c:pt>
                <c:pt idx="595">
                  <c:v>0.27884599999999998</c:v>
                </c:pt>
                <c:pt idx="596">
                  <c:v>0.38569900000000001</c:v>
                </c:pt>
                <c:pt idx="597">
                  <c:v>0.469887</c:v>
                </c:pt>
                <c:pt idx="598">
                  <c:v>0.41728799999999999</c:v>
                </c:pt>
                <c:pt idx="599">
                  <c:v>0.40364499999999998</c:v>
                </c:pt>
                <c:pt idx="600">
                  <c:v>0.24410299999999999</c:v>
                </c:pt>
                <c:pt idx="601">
                  <c:v>0.21302699999999999</c:v>
                </c:pt>
                <c:pt idx="602">
                  <c:v>0.38367600000000002</c:v>
                </c:pt>
                <c:pt idx="603">
                  <c:v>0.38771899999999998</c:v>
                </c:pt>
                <c:pt idx="604">
                  <c:v>0.33727099999999999</c:v>
                </c:pt>
                <c:pt idx="605">
                  <c:v>0.35994999999999999</c:v>
                </c:pt>
                <c:pt idx="606">
                  <c:v>0.28989300000000001</c:v>
                </c:pt>
                <c:pt idx="607">
                  <c:v>-5.3363000000000001E-2</c:v>
                </c:pt>
                <c:pt idx="608">
                  <c:v>0.31443700000000002</c:v>
                </c:pt>
                <c:pt idx="609">
                  <c:v>0.35595500000000002</c:v>
                </c:pt>
                <c:pt idx="610">
                  <c:v>0.31132199999999999</c:v>
                </c:pt>
                <c:pt idx="611">
                  <c:v>0.439245</c:v>
                </c:pt>
                <c:pt idx="612">
                  <c:v>0.325795</c:v>
                </c:pt>
                <c:pt idx="613">
                  <c:v>0.40979900000000002</c:v>
                </c:pt>
                <c:pt idx="614">
                  <c:v>0.324961</c:v>
                </c:pt>
                <c:pt idx="615">
                  <c:v>0.32073200000000002</c:v>
                </c:pt>
                <c:pt idx="616">
                  <c:v>0.44597700000000001</c:v>
                </c:pt>
                <c:pt idx="617">
                  <c:v>0.38798700000000003</c:v>
                </c:pt>
                <c:pt idx="618">
                  <c:v>-0.108761</c:v>
                </c:pt>
                <c:pt idx="619">
                  <c:v>0.37594100000000003</c:v>
                </c:pt>
                <c:pt idx="620">
                  <c:v>0.22924</c:v>
                </c:pt>
                <c:pt idx="621">
                  <c:v>0.25520500000000002</c:v>
                </c:pt>
                <c:pt idx="622">
                  <c:v>0.32090000000000002</c:v>
                </c:pt>
                <c:pt idx="623">
                  <c:v>0.26228000000000001</c:v>
                </c:pt>
                <c:pt idx="624">
                  <c:v>0.42056700000000002</c:v>
                </c:pt>
                <c:pt idx="625">
                  <c:v>0.425367</c:v>
                </c:pt>
                <c:pt idx="626">
                  <c:v>0.35748000000000002</c:v>
                </c:pt>
                <c:pt idx="627">
                  <c:v>0.27581299999999997</c:v>
                </c:pt>
                <c:pt idx="628">
                  <c:v>0.33816200000000002</c:v>
                </c:pt>
                <c:pt idx="629">
                  <c:v>0.29938999999999999</c:v>
                </c:pt>
                <c:pt idx="630">
                  <c:v>0.41097099999999998</c:v>
                </c:pt>
                <c:pt idx="631">
                  <c:v>0.18870200000000001</c:v>
                </c:pt>
                <c:pt idx="632">
                  <c:v>0.23016900000000001</c:v>
                </c:pt>
                <c:pt idx="633">
                  <c:v>0.37009900000000001</c:v>
                </c:pt>
                <c:pt idx="634">
                  <c:v>0.27674100000000001</c:v>
                </c:pt>
                <c:pt idx="635">
                  <c:v>0.36568000000000001</c:v>
                </c:pt>
                <c:pt idx="636">
                  <c:v>0.39926400000000001</c:v>
                </c:pt>
                <c:pt idx="637">
                  <c:v>-4.2116000000000001E-2</c:v>
                </c:pt>
                <c:pt idx="638">
                  <c:v>0.56131399999999998</c:v>
                </c:pt>
                <c:pt idx="639">
                  <c:v>0.22386800000000001</c:v>
                </c:pt>
                <c:pt idx="640">
                  <c:v>0.22973499999999999</c:v>
                </c:pt>
                <c:pt idx="641">
                  <c:v>0.361008</c:v>
                </c:pt>
                <c:pt idx="642">
                  <c:v>0.41189399999999998</c:v>
                </c:pt>
                <c:pt idx="643">
                  <c:v>0.16916400000000001</c:v>
                </c:pt>
                <c:pt idx="644">
                  <c:v>0.340387</c:v>
                </c:pt>
                <c:pt idx="645">
                  <c:v>0.32344499999999998</c:v>
                </c:pt>
                <c:pt idx="646">
                  <c:v>0.45648300000000003</c:v>
                </c:pt>
                <c:pt idx="647">
                  <c:v>0.281053</c:v>
                </c:pt>
                <c:pt idx="648">
                  <c:v>0.14160200000000001</c:v>
                </c:pt>
                <c:pt idx="649">
                  <c:v>-1.2423999999999999E-2</c:v>
                </c:pt>
                <c:pt idx="650">
                  <c:v>0.206344</c:v>
                </c:pt>
                <c:pt idx="651">
                  <c:v>-7.1552000000000004E-2</c:v>
                </c:pt>
                <c:pt idx="652">
                  <c:v>0.34322399999999997</c:v>
                </c:pt>
                <c:pt idx="653">
                  <c:v>0.32625999999999999</c:v>
                </c:pt>
                <c:pt idx="654">
                  <c:v>0.35242499999999999</c:v>
                </c:pt>
                <c:pt idx="655">
                  <c:v>0.38903799999999999</c:v>
                </c:pt>
                <c:pt idx="656">
                  <c:v>0.40715600000000002</c:v>
                </c:pt>
                <c:pt idx="657">
                  <c:v>0.246833</c:v>
                </c:pt>
                <c:pt idx="658">
                  <c:v>0.26556999999999997</c:v>
                </c:pt>
                <c:pt idx="659">
                  <c:v>0.33744000000000002</c:v>
                </c:pt>
                <c:pt idx="660">
                  <c:v>0.35117100000000001</c:v>
                </c:pt>
                <c:pt idx="661">
                  <c:v>0.33824900000000002</c:v>
                </c:pt>
                <c:pt idx="662">
                  <c:v>0.27986299999999997</c:v>
                </c:pt>
                <c:pt idx="663">
                  <c:v>0.46221699999999999</c:v>
                </c:pt>
                <c:pt idx="664">
                  <c:v>0.44453199999999998</c:v>
                </c:pt>
                <c:pt idx="665">
                  <c:v>0.47645700000000002</c:v>
                </c:pt>
                <c:pt idx="666">
                  <c:v>0.32091399999999998</c:v>
                </c:pt>
                <c:pt idx="667">
                  <c:v>0.512436</c:v>
                </c:pt>
                <c:pt idx="668">
                  <c:v>0.280333</c:v>
                </c:pt>
                <c:pt idx="669">
                  <c:v>0.347773</c:v>
                </c:pt>
                <c:pt idx="670">
                  <c:v>0.28699000000000002</c:v>
                </c:pt>
                <c:pt idx="671">
                  <c:v>0.41016900000000001</c:v>
                </c:pt>
                <c:pt idx="672">
                  <c:v>0.23378499999999999</c:v>
                </c:pt>
                <c:pt idx="673">
                  <c:v>0.49924000000000002</c:v>
                </c:pt>
                <c:pt idx="674">
                  <c:v>0.333011</c:v>
                </c:pt>
                <c:pt idx="675">
                  <c:v>0.33984500000000001</c:v>
                </c:pt>
                <c:pt idx="676">
                  <c:v>0.23568</c:v>
                </c:pt>
                <c:pt idx="677">
                  <c:v>0.26617000000000002</c:v>
                </c:pt>
                <c:pt idx="678">
                  <c:v>0.332899</c:v>
                </c:pt>
                <c:pt idx="679">
                  <c:v>0.35026200000000002</c:v>
                </c:pt>
                <c:pt idx="680">
                  <c:v>0.37816899999999998</c:v>
                </c:pt>
                <c:pt idx="681">
                  <c:v>0.38680999999999999</c:v>
                </c:pt>
                <c:pt idx="682">
                  <c:v>0.481049</c:v>
                </c:pt>
                <c:pt idx="683">
                  <c:v>0.40736600000000001</c:v>
                </c:pt>
                <c:pt idx="684">
                  <c:v>0.34406100000000001</c:v>
                </c:pt>
                <c:pt idx="685">
                  <c:v>0.32561099999999998</c:v>
                </c:pt>
                <c:pt idx="686">
                  <c:v>0.33959699999999998</c:v>
                </c:pt>
                <c:pt idx="687">
                  <c:v>0.35658499999999999</c:v>
                </c:pt>
                <c:pt idx="688">
                  <c:v>0.43571900000000002</c:v>
                </c:pt>
                <c:pt idx="689">
                  <c:v>0.21135699999999999</c:v>
                </c:pt>
                <c:pt idx="690">
                  <c:v>0.25391799999999998</c:v>
                </c:pt>
                <c:pt idx="691">
                  <c:v>0.29321199999999997</c:v>
                </c:pt>
                <c:pt idx="692">
                  <c:v>0.30706099999999997</c:v>
                </c:pt>
                <c:pt idx="693">
                  <c:v>0.32266899999999998</c:v>
                </c:pt>
                <c:pt idx="694">
                  <c:v>0.55100800000000005</c:v>
                </c:pt>
                <c:pt idx="695">
                  <c:v>0.18573899999999999</c:v>
                </c:pt>
                <c:pt idx="696">
                  <c:v>0.329681</c:v>
                </c:pt>
                <c:pt idx="697">
                  <c:v>0.157418</c:v>
                </c:pt>
                <c:pt idx="698">
                  <c:v>0.16711899999999999</c:v>
                </c:pt>
                <c:pt idx="699">
                  <c:v>0.176204</c:v>
                </c:pt>
                <c:pt idx="700">
                  <c:v>0.36608200000000002</c:v>
                </c:pt>
                <c:pt idx="701">
                  <c:v>0.38340600000000002</c:v>
                </c:pt>
                <c:pt idx="702">
                  <c:v>0.34404899999999999</c:v>
                </c:pt>
                <c:pt idx="703">
                  <c:v>0.26873599999999997</c:v>
                </c:pt>
                <c:pt idx="704">
                  <c:v>0.33660699999999999</c:v>
                </c:pt>
                <c:pt idx="705">
                  <c:v>0.33824900000000002</c:v>
                </c:pt>
                <c:pt idx="706">
                  <c:v>0.33800400000000003</c:v>
                </c:pt>
                <c:pt idx="707">
                  <c:v>0.34996500000000003</c:v>
                </c:pt>
                <c:pt idx="708">
                  <c:v>0.36616100000000001</c:v>
                </c:pt>
                <c:pt idx="709">
                  <c:v>0.34687099999999998</c:v>
                </c:pt>
                <c:pt idx="710">
                  <c:v>0.290493</c:v>
                </c:pt>
                <c:pt idx="711">
                  <c:v>0.412879</c:v>
                </c:pt>
                <c:pt idx="712">
                  <c:v>0.53077399999999997</c:v>
                </c:pt>
                <c:pt idx="713">
                  <c:v>-2.1208999999999999E-2</c:v>
                </c:pt>
                <c:pt idx="714">
                  <c:v>0.31510199999999999</c:v>
                </c:pt>
                <c:pt idx="715">
                  <c:v>0.32708799999999999</c:v>
                </c:pt>
                <c:pt idx="716">
                  <c:v>0.24988199999999999</c:v>
                </c:pt>
                <c:pt idx="717">
                  <c:v>0.34392</c:v>
                </c:pt>
                <c:pt idx="718">
                  <c:v>0.43617099999999998</c:v>
                </c:pt>
                <c:pt idx="719">
                  <c:v>0.27617399999999998</c:v>
                </c:pt>
                <c:pt idx="720">
                  <c:v>0.281389</c:v>
                </c:pt>
                <c:pt idx="721">
                  <c:v>0.203514</c:v>
                </c:pt>
                <c:pt idx="722">
                  <c:v>0.18232100000000001</c:v>
                </c:pt>
                <c:pt idx="723">
                  <c:v>0.32625100000000001</c:v>
                </c:pt>
                <c:pt idx="724">
                  <c:v>0.22656399999999999</c:v>
                </c:pt>
                <c:pt idx="725">
                  <c:v>0.28964699999999999</c:v>
                </c:pt>
                <c:pt idx="726">
                  <c:v>0.24945300000000001</c:v>
                </c:pt>
                <c:pt idx="727">
                  <c:v>0.33954299999999998</c:v>
                </c:pt>
                <c:pt idx="728">
                  <c:v>0.29394999999999999</c:v>
                </c:pt>
                <c:pt idx="729">
                  <c:v>0.424958</c:v>
                </c:pt>
                <c:pt idx="730">
                  <c:v>0.320884</c:v>
                </c:pt>
                <c:pt idx="731">
                  <c:v>0.41401100000000002</c:v>
                </c:pt>
                <c:pt idx="732">
                  <c:v>0.34709000000000001</c:v>
                </c:pt>
                <c:pt idx="733">
                  <c:v>0.66198900000000005</c:v>
                </c:pt>
                <c:pt idx="734">
                  <c:v>0.47355700000000001</c:v>
                </c:pt>
                <c:pt idx="735">
                  <c:v>0.29701300000000003</c:v>
                </c:pt>
                <c:pt idx="736">
                  <c:v>0.38222899999999999</c:v>
                </c:pt>
                <c:pt idx="737">
                  <c:v>0.35503699999999999</c:v>
                </c:pt>
                <c:pt idx="738">
                  <c:v>0.366421</c:v>
                </c:pt>
                <c:pt idx="739">
                  <c:v>0.40889399999999998</c:v>
                </c:pt>
                <c:pt idx="740">
                  <c:v>0.36849300000000001</c:v>
                </c:pt>
                <c:pt idx="741">
                  <c:v>0.33440999999999999</c:v>
                </c:pt>
                <c:pt idx="742">
                  <c:v>0.32464100000000001</c:v>
                </c:pt>
                <c:pt idx="743">
                  <c:v>0.308388</c:v>
                </c:pt>
                <c:pt idx="744">
                  <c:v>0.19073899999999999</c:v>
                </c:pt>
                <c:pt idx="745">
                  <c:v>0.33325700000000003</c:v>
                </c:pt>
                <c:pt idx="746">
                  <c:v>0.10784299999999999</c:v>
                </c:pt>
                <c:pt idx="747">
                  <c:v>0.121986</c:v>
                </c:pt>
                <c:pt idx="748">
                  <c:v>0.33224199999999998</c:v>
                </c:pt>
                <c:pt idx="749">
                  <c:v>0.18304100000000001</c:v>
                </c:pt>
                <c:pt idx="750">
                  <c:v>0.234457</c:v>
                </c:pt>
                <c:pt idx="751">
                  <c:v>0.35750399999999999</c:v>
                </c:pt>
                <c:pt idx="752">
                  <c:v>0.46951999999999999</c:v>
                </c:pt>
                <c:pt idx="753">
                  <c:v>0.27851799999999999</c:v>
                </c:pt>
                <c:pt idx="754">
                  <c:v>0.42650399999999999</c:v>
                </c:pt>
                <c:pt idx="755">
                  <c:v>0.39363599999999999</c:v>
                </c:pt>
                <c:pt idx="756">
                  <c:v>0.44853999999999999</c:v>
                </c:pt>
                <c:pt idx="757">
                  <c:v>0.49803199999999997</c:v>
                </c:pt>
                <c:pt idx="758">
                  <c:v>0.548767</c:v>
                </c:pt>
                <c:pt idx="759">
                  <c:v>0.51260300000000003</c:v>
                </c:pt>
                <c:pt idx="760">
                  <c:v>0.49520599999999998</c:v>
                </c:pt>
                <c:pt idx="761">
                  <c:v>0.467638</c:v>
                </c:pt>
                <c:pt idx="762">
                  <c:v>0.25134499999999999</c:v>
                </c:pt>
                <c:pt idx="763">
                  <c:v>0.34181699999999998</c:v>
                </c:pt>
                <c:pt idx="764">
                  <c:v>0.32850000000000001</c:v>
                </c:pt>
                <c:pt idx="765">
                  <c:v>0.40731699999999998</c:v>
                </c:pt>
                <c:pt idx="766">
                  <c:v>0.25662800000000002</c:v>
                </c:pt>
                <c:pt idx="767">
                  <c:v>0.43440099999999998</c:v>
                </c:pt>
                <c:pt idx="768">
                  <c:v>0.29051700000000003</c:v>
                </c:pt>
                <c:pt idx="769">
                  <c:v>0.14060300000000001</c:v>
                </c:pt>
                <c:pt idx="770">
                  <c:v>0.399893</c:v>
                </c:pt>
                <c:pt idx="771">
                  <c:v>0.37752999999999998</c:v>
                </c:pt>
                <c:pt idx="772">
                  <c:v>0.249555</c:v>
                </c:pt>
                <c:pt idx="773">
                  <c:v>0.11569</c:v>
                </c:pt>
                <c:pt idx="774">
                  <c:v>0.27044400000000002</c:v>
                </c:pt>
                <c:pt idx="775">
                  <c:v>0.43044199999999999</c:v>
                </c:pt>
                <c:pt idx="776">
                  <c:v>0.56459400000000004</c:v>
                </c:pt>
                <c:pt idx="777">
                  <c:v>0.63552600000000004</c:v>
                </c:pt>
                <c:pt idx="778">
                  <c:v>0.73090299999999997</c:v>
                </c:pt>
                <c:pt idx="779">
                  <c:v>0.56569700000000001</c:v>
                </c:pt>
                <c:pt idx="780">
                  <c:v>0.254025</c:v>
                </c:pt>
                <c:pt idx="781">
                  <c:v>0.457152</c:v>
                </c:pt>
                <c:pt idx="782">
                  <c:v>0.54273199999999999</c:v>
                </c:pt>
                <c:pt idx="783">
                  <c:v>0.46886699999999998</c:v>
                </c:pt>
                <c:pt idx="784">
                  <c:v>0.510046</c:v>
                </c:pt>
                <c:pt idx="785">
                  <c:v>0.32878000000000002</c:v>
                </c:pt>
                <c:pt idx="786">
                  <c:v>0.35286200000000001</c:v>
                </c:pt>
                <c:pt idx="787">
                  <c:v>0.31511099999999997</c:v>
                </c:pt>
                <c:pt idx="788">
                  <c:v>0.29657800000000001</c:v>
                </c:pt>
                <c:pt idx="789">
                  <c:v>0.119475</c:v>
                </c:pt>
                <c:pt idx="790">
                  <c:v>0.229598</c:v>
                </c:pt>
                <c:pt idx="791">
                  <c:v>0.30279600000000001</c:v>
                </c:pt>
                <c:pt idx="792">
                  <c:v>0.22614200000000001</c:v>
                </c:pt>
                <c:pt idx="793">
                  <c:v>0.419016</c:v>
                </c:pt>
                <c:pt idx="794">
                  <c:v>0.27557900000000002</c:v>
                </c:pt>
                <c:pt idx="795">
                  <c:v>0.47955799999999998</c:v>
                </c:pt>
                <c:pt idx="796">
                  <c:v>0.42999300000000001</c:v>
                </c:pt>
                <c:pt idx="797">
                  <c:v>0.43071199999999998</c:v>
                </c:pt>
                <c:pt idx="798">
                  <c:v>0.46170099999999997</c:v>
                </c:pt>
                <c:pt idx="799">
                  <c:v>0.57560900000000004</c:v>
                </c:pt>
                <c:pt idx="800">
                  <c:v>0.490004</c:v>
                </c:pt>
                <c:pt idx="801">
                  <c:v>0.200017</c:v>
                </c:pt>
                <c:pt idx="802">
                  <c:v>0.27278000000000002</c:v>
                </c:pt>
                <c:pt idx="803">
                  <c:v>0.35596299999999997</c:v>
                </c:pt>
                <c:pt idx="804">
                  <c:v>0.23452600000000001</c:v>
                </c:pt>
                <c:pt idx="805">
                  <c:v>0.20715500000000001</c:v>
                </c:pt>
                <c:pt idx="806">
                  <c:v>0.30894300000000002</c:v>
                </c:pt>
                <c:pt idx="807">
                  <c:v>0.19388900000000001</c:v>
                </c:pt>
                <c:pt idx="808">
                  <c:v>0.25138100000000002</c:v>
                </c:pt>
                <c:pt idx="809">
                  <c:v>0.22168099999999999</c:v>
                </c:pt>
                <c:pt idx="810">
                  <c:v>0.423485</c:v>
                </c:pt>
                <c:pt idx="811">
                  <c:v>0.32955899999999999</c:v>
                </c:pt>
                <c:pt idx="812">
                  <c:v>0.41551700000000003</c:v>
                </c:pt>
                <c:pt idx="813">
                  <c:v>0.24679300000000001</c:v>
                </c:pt>
                <c:pt idx="814">
                  <c:v>0.34966700000000001</c:v>
                </c:pt>
                <c:pt idx="815">
                  <c:v>0.46591300000000002</c:v>
                </c:pt>
                <c:pt idx="816">
                  <c:v>0.44571499999999997</c:v>
                </c:pt>
                <c:pt idx="817">
                  <c:v>0.313357</c:v>
                </c:pt>
                <c:pt idx="818">
                  <c:v>0.29073599999999999</c:v>
                </c:pt>
                <c:pt idx="819">
                  <c:v>0.30279600000000001</c:v>
                </c:pt>
                <c:pt idx="820">
                  <c:v>0.265982</c:v>
                </c:pt>
                <c:pt idx="821">
                  <c:v>0.34084399999999998</c:v>
                </c:pt>
                <c:pt idx="822">
                  <c:v>0.34340599999999999</c:v>
                </c:pt>
                <c:pt idx="823">
                  <c:v>1.3181E-2</c:v>
                </c:pt>
                <c:pt idx="824">
                  <c:v>-0.141231</c:v>
                </c:pt>
                <c:pt idx="825">
                  <c:v>0.34818300000000002</c:v>
                </c:pt>
                <c:pt idx="826">
                  <c:v>0.293346</c:v>
                </c:pt>
                <c:pt idx="827">
                  <c:v>0.36154799999999998</c:v>
                </c:pt>
                <c:pt idx="828">
                  <c:v>0.47914200000000001</c:v>
                </c:pt>
                <c:pt idx="829">
                  <c:v>0.25859100000000002</c:v>
                </c:pt>
                <c:pt idx="830">
                  <c:v>0.49655199999999999</c:v>
                </c:pt>
                <c:pt idx="831">
                  <c:v>0.50041999999999998</c:v>
                </c:pt>
                <c:pt idx="832">
                  <c:v>0.37982100000000002</c:v>
                </c:pt>
                <c:pt idx="833">
                  <c:v>0.31956800000000002</c:v>
                </c:pt>
                <c:pt idx="834">
                  <c:v>0.33512500000000001</c:v>
                </c:pt>
                <c:pt idx="835">
                  <c:v>0.34781099999999998</c:v>
                </c:pt>
                <c:pt idx="836">
                  <c:v>0.27638699999999999</c:v>
                </c:pt>
                <c:pt idx="837">
                  <c:v>0.24818299999999999</c:v>
                </c:pt>
                <c:pt idx="838">
                  <c:v>0.246111</c:v>
                </c:pt>
                <c:pt idx="839">
                  <c:v>0.28600999999999999</c:v>
                </c:pt>
                <c:pt idx="840">
                  <c:v>-1.5480000000000001E-2</c:v>
                </c:pt>
                <c:pt idx="841">
                  <c:v>0.28175299999999998</c:v>
                </c:pt>
                <c:pt idx="842">
                  <c:v>0.30590600000000001</c:v>
                </c:pt>
                <c:pt idx="843">
                  <c:v>0.42451</c:v>
                </c:pt>
                <c:pt idx="844">
                  <c:v>0.37878699999999998</c:v>
                </c:pt>
                <c:pt idx="845">
                  <c:v>0.45066000000000001</c:v>
                </c:pt>
                <c:pt idx="846">
                  <c:v>0.35363899999999998</c:v>
                </c:pt>
                <c:pt idx="847">
                  <c:v>0.41208299999999998</c:v>
                </c:pt>
                <c:pt idx="848">
                  <c:v>0.370004</c:v>
                </c:pt>
                <c:pt idx="849">
                  <c:v>0.27819100000000002</c:v>
                </c:pt>
                <c:pt idx="850">
                  <c:v>0.36454399999999998</c:v>
                </c:pt>
                <c:pt idx="851">
                  <c:v>0.27817399999999998</c:v>
                </c:pt>
                <c:pt idx="852">
                  <c:v>0.31504799999999999</c:v>
                </c:pt>
                <c:pt idx="853">
                  <c:v>0.29382900000000001</c:v>
                </c:pt>
                <c:pt idx="854">
                  <c:v>0.46982600000000002</c:v>
                </c:pt>
                <c:pt idx="855">
                  <c:v>0.411746</c:v>
                </c:pt>
                <c:pt idx="856">
                  <c:v>0.49202699999999999</c:v>
                </c:pt>
                <c:pt idx="857">
                  <c:v>0.31433899999999998</c:v>
                </c:pt>
                <c:pt idx="858">
                  <c:v>0.51949800000000002</c:v>
                </c:pt>
                <c:pt idx="859">
                  <c:v>0.305093</c:v>
                </c:pt>
                <c:pt idx="860">
                  <c:v>0.34715299999999999</c:v>
                </c:pt>
                <c:pt idx="861">
                  <c:v>0.37267099999999997</c:v>
                </c:pt>
                <c:pt idx="862">
                  <c:v>0.42600500000000002</c:v>
                </c:pt>
                <c:pt idx="863">
                  <c:v>0.35148099999999999</c:v>
                </c:pt>
                <c:pt idx="864">
                  <c:v>0.50320799999999999</c:v>
                </c:pt>
                <c:pt idx="865">
                  <c:v>0.33954299999999998</c:v>
                </c:pt>
                <c:pt idx="866">
                  <c:v>0.57570299999999996</c:v>
                </c:pt>
                <c:pt idx="867">
                  <c:v>0.55606299999999997</c:v>
                </c:pt>
                <c:pt idx="868">
                  <c:v>0.53453200000000001</c:v>
                </c:pt>
                <c:pt idx="869">
                  <c:v>0.41792000000000001</c:v>
                </c:pt>
                <c:pt idx="870">
                  <c:v>0.35703400000000002</c:v>
                </c:pt>
                <c:pt idx="871">
                  <c:v>0.43224499999999999</c:v>
                </c:pt>
                <c:pt idx="872">
                  <c:v>0.40516400000000002</c:v>
                </c:pt>
                <c:pt idx="873">
                  <c:v>0.450984</c:v>
                </c:pt>
                <c:pt idx="874">
                  <c:v>0.42908299999999999</c:v>
                </c:pt>
                <c:pt idx="875">
                  <c:v>0.49524800000000002</c:v>
                </c:pt>
                <c:pt idx="876">
                  <c:v>0.627054</c:v>
                </c:pt>
                <c:pt idx="877">
                  <c:v>0.61733700000000002</c:v>
                </c:pt>
                <c:pt idx="878">
                  <c:v>8.9532E-2</c:v>
                </c:pt>
                <c:pt idx="879">
                  <c:v>0.34112199999999998</c:v>
                </c:pt>
                <c:pt idx="880">
                  <c:v>0.27886699999999998</c:v>
                </c:pt>
                <c:pt idx="881">
                  <c:v>0.344028</c:v>
                </c:pt>
                <c:pt idx="882">
                  <c:v>0.39056400000000002</c:v>
                </c:pt>
                <c:pt idx="883">
                  <c:v>0.50870400000000005</c:v>
                </c:pt>
                <c:pt idx="884">
                  <c:v>0.63829800000000003</c:v>
                </c:pt>
                <c:pt idx="885">
                  <c:v>0.49377900000000002</c:v>
                </c:pt>
                <c:pt idx="886">
                  <c:v>0.51081799999999999</c:v>
                </c:pt>
                <c:pt idx="887">
                  <c:v>0.40485100000000002</c:v>
                </c:pt>
                <c:pt idx="888">
                  <c:v>0.417939</c:v>
                </c:pt>
                <c:pt idx="889">
                  <c:v>0.38115599999999999</c:v>
                </c:pt>
                <c:pt idx="890">
                  <c:v>0.394206</c:v>
                </c:pt>
                <c:pt idx="891">
                  <c:v>0.41655700000000001</c:v>
                </c:pt>
                <c:pt idx="892">
                  <c:v>0.41260000000000002</c:v>
                </c:pt>
                <c:pt idx="893">
                  <c:v>0.45234200000000002</c:v>
                </c:pt>
                <c:pt idx="894">
                  <c:v>0.42747600000000002</c:v>
                </c:pt>
                <c:pt idx="895">
                  <c:v>0.35556700000000002</c:v>
                </c:pt>
                <c:pt idx="896">
                  <c:v>0.35520699999999999</c:v>
                </c:pt>
                <c:pt idx="897">
                  <c:v>0.51055300000000003</c:v>
                </c:pt>
                <c:pt idx="898">
                  <c:v>0.49560900000000002</c:v>
                </c:pt>
                <c:pt idx="899">
                  <c:v>0.48794100000000001</c:v>
                </c:pt>
                <c:pt idx="900">
                  <c:v>0.48560900000000001</c:v>
                </c:pt>
                <c:pt idx="901">
                  <c:v>0.336976</c:v>
                </c:pt>
                <c:pt idx="902">
                  <c:v>0.33262900000000001</c:v>
                </c:pt>
                <c:pt idx="903">
                  <c:v>0.28601500000000002</c:v>
                </c:pt>
                <c:pt idx="904">
                  <c:v>0.35989500000000002</c:v>
                </c:pt>
                <c:pt idx="905">
                  <c:v>0.37274000000000002</c:v>
                </c:pt>
                <c:pt idx="906">
                  <c:v>0.51380000000000003</c:v>
                </c:pt>
                <c:pt idx="907">
                  <c:v>0.447571</c:v>
                </c:pt>
                <c:pt idx="908">
                  <c:v>0.61822100000000002</c:v>
                </c:pt>
                <c:pt idx="909">
                  <c:v>0.44673200000000002</c:v>
                </c:pt>
                <c:pt idx="910">
                  <c:v>0.52504200000000001</c:v>
                </c:pt>
                <c:pt idx="911">
                  <c:v>0.53285400000000005</c:v>
                </c:pt>
                <c:pt idx="912">
                  <c:v>0.48549300000000001</c:v>
                </c:pt>
                <c:pt idx="913">
                  <c:v>0.39844499999999999</c:v>
                </c:pt>
                <c:pt idx="914">
                  <c:v>0.41106900000000002</c:v>
                </c:pt>
                <c:pt idx="915">
                  <c:v>0.59706700000000001</c:v>
                </c:pt>
                <c:pt idx="916">
                  <c:v>0.47695799999999999</c:v>
                </c:pt>
                <c:pt idx="917">
                  <c:v>0.461922</c:v>
                </c:pt>
                <c:pt idx="918">
                  <c:v>0.51423700000000006</c:v>
                </c:pt>
                <c:pt idx="919">
                  <c:v>0.41411100000000001</c:v>
                </c:pt>
                <c:pt idx="920">
                  <c:v>0.42824800000000002</c:v>
                </c:pt>
                <c:pt idx="921">
                  <c:v>0.48957000000000001</c:v>
                </c:pt>
                <c:pt idx="922">
                  <c:v>0.40302100000000002</c:v>
                </c:pt>
                <c:pt idx="923">
                  <c:v>0.30254199999999998</c:v>
                </c:pt>
                <c:pt idx="924">
                  <c:v>0.45689800000000003</c:v>
                </c:pt>
                <c:pt idx="925">
                  <c:v>0.20633099999999999</c:v>
                </c:pt>
                <c:pt idx="926">
                  <c:v>0.37551800000000002</c:v>
                </c:pt>
                <c:pt idx="927">
                  <c:v>0.44488100000000003</c:v>
                </c:pt>
                <c:pt idx="928">
                  <c:v>0.32843699999999998</c:v>
                </c:pt>
                <c:pt idx="929">
                  <c:v>0.35845300000000002</c:v>
                </c:pt>
                <c:pt idx="930">
                  <c:v>0.40889399999999998</c:v>
                </c:pt>
                <c:pt idx="931">
                  <c:v>0.62880400000000003</c:v>
                </c:pt>
                <c:pt idx="932">
                  <c:v>0.65493999999999997</c:v>
                </c:pt>
                <c:pt idx="933">
                  <c:v>0.50028099999999998</c:v>
                </c:pt>
                <c:pt idx="934">
                  <c:v>0.56025700000000001</c:v>
                </c:pt>
                <c:pt idx="935">
                  <c:v>0.48687000000000002</c:v>
                </c:pt>
                <c:pt idx="936">
                  <c:v>0.53995199999999999</c:v>
                </c:pt>
                <c:pt idx="937">
                  <c:v>0.43300300000000003</c:v>
                </c:pt>
                <c:pt idx="938">
                  <c:v>0.52536000000000005</c:v>
                </c:pt>
                <c:pt idx="939">
                  <c:v>0.49229600000000001</c:v>
                </c:pt>
                <c:pt idx="940">
                  <c:v>0.43048599999999998</c:v>
                </c:pt>
                <c:pt idx="941">
                  <c:v>0.48406199999999999</c:v>
                </c:pt>
                <c:pt idx="942">
                  <c:v>0.41828100000000001</c:v>
                </c:pt>
                <c:pt idx="943">
                  <c:v>0.383324</c:v>
                </c:pt>
                <c:pt idx="944">
                  <c:v>0.461729</c:v>
                </c:pt>
                <c:pt idx="945">
                  <c:v>0.52463700000000002</c:v>
                </c:pt>
                <c:pt idx="946">
                  <c:v>0.45953500000000003</c:v>
                </c:pt>
                <c:pt idx="947">
                  <c:v>0.55936600000000003</c:v>
                </c:pt>
                <c:pt idx="948">
                  <c:v>0.436359</c:v>
                </c:pt>
                <c:pt idx="949">
                  <c:v>0.41159600000000002</c:v>
                </c:pt>
                <c:pt idx="950">
                  <c:v>0.36096400000000001</c:v>
                </c:pt>
                <c:pt idx="951">
                  <c:v>0.40514600000000001</c:v>
                </c:pt>
                <c:pt idx="952">
                  <c:v>0.43281399999999998</c:v>
                </c:pt>
                <c:pt idx="953">
                  <c:v>0.42910700000000002</c:v>
                </c:pt>
                <c:pt idx="954">
                  <c:v>0.33771600000000002</c:v>
                </c:pt>
                <c:pt idx="955">
                  <c:v>0.36827599999999999</c:v>
                </c:pt>
                <c:pt idx="956">
                  <c:v>0.42044999999999999</c:v>
                </c:pt>
                <c:pt idx="957">
                  <c:v>0.39325100000000002</c:v>
                </c:pt>
                <c:pt idx="958">
                  <c:v>0.48418499999999998</c:v>
                </c:pt>
                <c:pt idx="959">
                  <c:v>0.56510300000000002</c:v>
                </c:pt>
                <c:pt idx="960">
                  <c:v>0.41035300000000002</c:v>
                </c:pt>
                <c:pt idx="961">
                  <c:v>0.42161100000000001</c:v>
                </c:pt>
                <c:pt idx="962">
                  <c:v>0.46334799999999998</c:v>
                </c:pt>
                <c:pt idx="963">
                  <c:v>0.39762599999999998</c:v>
                </c:pt>
                <c:pt idx="964">
                  <c:v>0.49473200000000001</c:v>
                </c:pt>
                <c:pt idx="965">
                  <c:v>0.33426899999999998</c:v>
                </c:pt>
                <c:pt idx="966">
                  <c:v>0.46598200000000001</c:v>
                </c:pt>
                <c:pt idx="967">
                  <c:v>0.54786199999999996</c:v>
                </c:pt>
                <c:pt idx="968">
                  <c:v>0.43029800000000001</c:v>
                </c:pt>
                <c:pt idx="969">
                  <c:v>0.40386499999999997</c:v>
                </c:pt>
                <c:pt idx="970">
                  <c:v>0.36406899999999998</c:v>
                </c:pt>
                <c:pt idx="971">
                  <c:v>0.43963200000000002</c:v>
                </c:pt>
                <c:pt idx="972">
                  <c:v>0.45597700000000002</c:v>
                </c:pt>
                <c:pt idx="973">
                  <c:v>0.53257399999999999</c:v>
                </c:pt>
                <c:pt idx="974">
                  <c:v>0.26352500000000001</c:v>
                </c:pt>
                <c:pt idx="975">
                  <c:v>0.34213100000000002</c:v>
                </c:pt>
                <c:pt idx="976">
                  <c:v>0.426902</c:v>
                </c:pt>
                <c:pt idx="977">
                  <c:v>0.44507799999999997</c:v>
                </c:pt>
                <c:pt idx="978">
                  <c:v>0.38516899999999998</c:v>
                </c:pt>
                <c:pt idx="979">
                  <c:v>0.34262199999999998</c:v>
                </c:pt>
                <c:pt idx="980">
                  <c:v>0.39698800000000001</c:v>
                </c:pt>
                <c:pt idx="981">
                  <c:v>0.34454899999999999</c:v>
                </c:pt>
                <c:pt idx="982">
                  <c:v>0.34617100000000001</c:v>
                </c:pt>
                <c:pt idx="983">
                  <c:v>0.47077999999999998</c:v>
                </c:pt>
                <c:pt idx="984">
                  <c:v>0.49999399999999999</c:v>
                </c:pt>
                <c:pt idx="985">
                  <c:v>0.42293599999999998</c:v>
                </c:pt>
                <c:pt idx="986">
                  <c:v>0.46162599999999998</c:v>
                </c:pt>
                <c:pt idx="987">
                  <c:v>0.55100800000000005</c:v>
                </c:pt>
                <c:pt idx="988">
                  <c:v>0.47476499999999999</c:v>
                </c:pt>
                <c:pt idx="989">
                  <c:v>0.38964300000000002</c:v>
                </c:pt>
                <c:pt idx="990">
                  <c:v>0.433172</c:v>
                </c:pt>
                <c:pt idx="991">
                  <c:v>0.45332299999999998</c:v>
                </c:pt>
                <c:pt idx="992">
                  <c:v>0.48238399999999998</c:v>
                </c:pt>
                <c:pt idx="993">
                  <c:v>0.35136000000000001</c:v>
                </c:pt>
                <c:pt idx="994">
                  <c:v>0.35411700000000002</c:v>
                </c:pt>
                <c:pt idx="995">
                  <c:v>0.37857600000000002</c:v>
                </c:pt>
                <c:pt idx="996">
                  <c:v>0.36440299999999998</c:v>
                </c:pt>
                <c:pt idx="997">
                  <c:v>0.33627200000000002</c:v>
                </c:pt>
                <c:pt idx="998">
                  <c:v>0.36525999999999997</c:v>
                </c:pt>
                <c:pt idx="999">
                  <c:v>0.365763</c:v>
                </c:pt>
                <c:pt idx="1000">
                  <c:v>0.42006500000000002</c:v>
                </c:pt>
                <c:pt idx="1001">
                  <c:v>0.33191300000000001</c:v>
                </c:pt>
                <c:pt idx="1002">
                  <c:v>0.45337300000000003</c:v>
                </c:pt>
                <c:pt idx="1003">
                  <c:v>0.41499599999999998</c:v>
                </c:pt>
                <c:pt idx="1004">
                  <c:v>0.34207399999999999</c:v>
                </c:pt>
                <c:pt idx="1005">
                  <c:v>0.37265900000000002</c:v>
                </c:pt>
                <c:pt idx="1006">
                  <c:v>0.42324099999999998</c:v>
                </c:pt>
                <c:pt idx="1007">
                  <c:v>0.32822800000000002</c:v>
                </c:pt>
                <c:pt idx="1008">
                  <c:v>0.42779200000000001</c:v>
                </c:pt>
                <c:pt idx="1009">
                  <c:v>0.50960899999999998</c:v>
                </c:pt>
                <c:pt idx="1010">
                  <c:v>0.45029200000000003</c:v>
                </c:pt>
                <c:pt idx="1011">
                  <c:v>0.53458399999999995</c:v>
                </c:pt>
                <c:pt idx="1012">
                  <c:v>0.44239000000000001</c:v>
                </c:pt>
                <c:pt idx="1013">
                  <c:v>0.36751299999999998</c:v>
                </c:pt>
                <c:pt idx="1014">
                  <c:v>0.35820299999999999</c:v>
                </c:pt>
                <c:pt idx="1015">
                  <c:v>0.45482299999999998</c:v>
                </c:pt>
                <c:pt idx="1016">
                  <c:v>0.51883800000000002</c:v>
                </c:pt>
                <c:pt idx="1017">
                  <c:v>0.46617399999999998</c:v>
                </c:pt>
                <c:pt idx="1018">
                  <c:v>0.68642300000000001</c:v>
                </c:pt>
                <c:pt idx="1019">
                  <c:v>0.51408900000000002</c:v>
                </c:pt>
                <c:pt idx="1020">
                  <c:v>0.42980099999999999</c:v>
                </c:pt>
                <c:pt idx="1021">
                  <c:v>0.41281800000000002</c:v>
                </c:pt>
                <c:pt idx="1022">
                  <c:v>0.35039700000000001</c:v>
                </c:pt>
                <c:pt idx="1023">
                  <c:v>0.442193</c:v>
                </c:pt>
                <c:pt idx="1024">
                  <c:v>0.61472599999999999</c:v>
                </c:pt>
                <c:pt idx="1025">
                  <c:v>0.53797200000000001</c:v>
                </c:pt>
                <c:pt idx="1026">
                  <c:v>0.44120700000000002</c:v>
                </c:pt>
                <c:pt idx="1027">
                  <c:v>0.349995</c:v>
                </c:pt>
                <c:pt idx="1028">
                  <c:v>0.483485</c:v>
                </c:pt>
                <c:pt idx="1029">
                  <c:v>0.48349399999999998</c:v>
                </c:pt>
                <c:pt idx="1030">
                  <c:v>0.46530700000000003</c:v>
                </c:pt>
                <c:pt idx="1031">
                  <c:v>0.47203499999999998</c:v>
                </c:pt>
                <c:pt idx="1032">
                  <c:v>0.51078999999999997</c:v>
                </c:pt>
                <c:pt idx="1033">
                  <c:v>0.346057</c:v>
                </c:pt>
                <c:pt idx="1034">
                  <c:v>0.49071799999999999</c:v>
                </c:pt>
                <c:pt idx="1035">
                  <c:v>0.43378899999999998</c:v>
                </c:pt>
                <c:pt idx="1036">
                  <c:v>0.32075999999999999</c:v>
                </c:pt>
                <c:pt idx="1037">
                  <c:v>0.42500100000000002</c:v>
                </c:pt>
                <c:pt idx="1038">
                  <c:v>0.54440299999999997</c:v>
                </c:pt>
                <c:pt idx="1039">
                  <c:v>0.55845599999999995</c:v>
                </c:pt>
                <c:pt idx="1040">
                  <c:v>0.54300599999999999</c:v>
                </c:pt>
                <c:pt idx="1041">
                  <c:v>0.47391299999999997</c:v>
                </c:pt>
                <c:pt idx="1042">
                  <c:v>0.56898099999999996</c:v>
                </c:pt>
                <c:pt idx="1043">
                  <c:v>0.50563599999999997</c:v>
                </c:pt>
                <c:pt idx="1044">
                  <c:v>0.51350499999999999</c:v>
                </c:pt>
                <c:pt idx="1045">
                  <c:v>0.45713900000000002</c:v>
                </c:pt>
                <c:pt idx="1046">
                  <c:v>0.48947400000000002</c:v>
                </c:pt>
                <c:pt idx="1047">
                  <c:v>0.50500199999999995</c:v>
                </c:pt>
                <c:pt idx="1048">
                  <c:v>0.47688599999999998</c:v>
                </c:pt>
                <c:pt idx="1049">
                  <c:v>0.367502</c:v>
                </c:pt>
                <c:pt idx="1050">
                  <c:v>0.42315999999999998</c:v>
                </c:pt>
                <c:pt idx="1051">
                  <c:v>0.37980799999999998</c:v>
                </c:pt>
                <c:pt idx="1052">
                  <c:v>0.55861899999999998</c:v>
                </c:pt>
                <c:pt idx="1053">
                  <c:v>0.462978</c:v>
                </c:pt>
                <c:pt idx="1054">
                  <c:v>0.58891899999999997</c:v>
                </c:pt>
                <c:pt idx="1055">
                  <c:v>0.59664600000000001</c:v>
                </c:pt>
                <c:pt idx="1056">
                  <c:v>0.42880200000000002</c:v>
                </c:pt>
                <c:pt idx="1057">
                  <c:v>0.43380200000000002</c:v>
                </c:pt>
                <c:pt idx="1058">
                  <c:v>0.56593599999999999</c:v>
                </c:pt>
                <c:pt idx="1059">
                  <c:v>0.49230000000000002</c:v>
                </c:pt>
                <c:pt idx="1060">
                  <c:v>0.50713299999999994</c:v>
                </c:pt>
                <c:pt idx="1061">
                  <c:v>0.33845700000000001</c:v>
                </c:pt>
                <c:pt idx="1062">
                  <c:v>0.42564099999999999</c:v>
                </c:pt>
                <c:pt idx="1063">
                  <c:v>0.39341500000000001</c:v>
                </c:pt>
                <c:pt idx="1064">
                  <c:v>0.55493400000000004</c:v>
                </c:pt>
                <c:pt idx="1065">
                  <c:v>0.49429600000000001</c:v>
                </c:pt>
                <c:pt idx="1066">
                  <c:v>0.51552500000000001</c:v>
                </c:pt>
                <c:pt idx="1067">
                  <c:v>0.49851600000000001</c:v>
                </c:pt>
                <c:pt idx="1068">
                  <c:v>0.44520399999999999</c:v>
                </c:pt>
                <c:pt idx="1069">
                  <c:v>0.36794300000000002</c:v>
                </c:pt>
                <c:pt idx="1070">
                  <c:v>0.503687</c:v>
                </c:pt>
                <c:pt idx="1071">
                  <c:v>0.48669000000000001</c:v>
                </c:pt>
                <c:pt idx="1072">
                  <c:v>0.44428200000000001</c:v>
                </c:pt>
                <c:pt idx="1073">
                  <c:v>0.65594200000000003</c:v>
                </c:pt>
                <c:pt idx="1074">
                  <c:v>0.32278200000000001</c:v>
                </c:pt>
                <c:pt idx="1075">
                  <c:v>0.55268700000000004</c:v>
                </c:pt>
                <c:pt idx="1076">
                  <c:v>0.409696</c:v>
                </c:pt>
                <c:pt idx="1077">
                  <c:v>0.55861899999999998</c:v>
                </c:pt>
                <c:pt idx="1078">
                  <c:v>0.43673499999999998</c:v>
                </c:pt>
                <c:pt idx="1079">
                  <c:v>0.29642299999999999</c:v>
                </c:pt>
                <c:pt idx="1080">
                  <c:v>0.371253</c:v>
                </c:pt>
                <c:pt idx="1081">
                  <c:v>0.45198500000000003</c:v>
                </c:pt>
                <c:pt idx="1082">
                  <c:v>0.497359</c:v>
                </c:pt>
                <c:pt idx="1083">
                  <c:v>0.34558100000000003</c:v>
                </c:pt>
                <c:pt idx="1084">
                  <c:v>0.74610900000000002</c:v>
                </c:pt>
                <c:pt idx="1085">
                  <c:v>0.57933599999999996</c:v>
                </c:pt>
                <c:pt idx="1086">
                  <c:v>0.67850900000000003</c:v>
                </c:pt>
                <c:pt idx="1087">
                  <c:v>0.52184200000000003</c:v>
                </c:pt>
                <c:pt idx="1088">
                  <c:v>0.61518499999999998</c:v>
                </c:pt>
                <c:pt idx="1089">
                  <c:v>0.42238300000000001</c:v>
                </c:pt>
                <c:pt idx="1090">
                  <c:v>0.40338800000000002</c:v>
                </c:pt>
                <c:pt idx="1091">
                  <c:v>0.37884000000000001</c:v>
                </c:pt>
                <c:pt idx="1092">
                  <c:v>0.46679900000000002</c:v>
                </c:pt>
                <c:pt idx="1093">
                  <c:v>0.45307399999999998</c:v>
                </c:pt>
                <c:pt idx="1094">
                  <c:v>0.47228799999999999</c:v>
                </c:pt>
                <c:pt idx="1095">
                  <c:v>0.45202300000000001</c:v>
                </c:pt>
                <c:pt idx="1096">
                  <c:v>0.40280100000000002</c:v>
                </c:pt>
                <c:pt idx="1097">
                  <c:v>0.59149099999999999</c:v>
                </c:pt>
                <c:pt idx="1098">
                  <c:v>0.48225099999999999</c:v>
                </c:pt>
                <c:pt idx="1099">
                  <c:v>0.62476600000000004</c:v>
                </c:pt>
                <c:pt idx="1100">
                  <c:v>0.38831300000000002</c:v>
                </c:pt>
                <c:pt idx="1101">
                  <c:v>0.51676699999999998</c:v>
                </c:pt>
                <c:pt idx="1102">
                  <c:v>0.37745600000000001</c:v>
                </c:pt>
                <c:pt idx="1103">
                  <c:v>0.51458099999999996</c:v>
                </c:pt>
                <c:pt idx="1104">
                  <c:v>0.44365900000000003</c:v>
                </c:pt>
                <c:pt idx="1105">
                  <c:v>0.49905500000000003</c:v>
                </c:pt>
                <c:pt idx="1106">
                  <c:v>0.59706700000000001</c:v>
                </c:pt>
                <c:pt idx="1107">
                  <c:v>0.43172500000000003</c:v>
                </c:pt>
                <c:pt idx="1108">
                  <c:v>0.35602699999999998</c:v>
                </c:pt>
                <c:pt idx="1109">
                  <c:v>0.55341300000000004</c:v>
                </c:pt>
                <c:pt idx="1110">
                  <c:v>0.40526600000000002</c:v>
                </c:pt>
                <c:pt idx="1111">
                  <c:v>0.21607599999999999</c:v>
                </c:pt>
                <c:pt idx="1112">
                  <c:v>0.28747800000000001</c:v>
                </c:pt>
                <c:pt idx="1113">
                  <c:v>0.352049</c:v>
                </c:pt>
                <c:pt idx="1114">
                  <c:v>0.21033499999999999</c:v>
                </c:pt>
                <c:pt idx="1115">
                  <c:v>0.195802</c:v>
                </c:pt>
                <c:pt idx="1116">
                  <c:v>0.32155</c:v>
                </c:pt>
                <c:pt idx="1117">
                  <c:v>0.28044200000000002</c:v>
                </c:pt>
                <c:pt idx="1118">
                  <c:v>0.24391099999999999</c:v>
                </c:pt>
                <c:pt idx="1119">
                  <c:v>0.239033</c:v>
                </c:pt>
                <c:pt idx="1120">
                  <c:v>0.53542400000000001</c:v>
                </c:pt>
                <c:pt idx="1121">
                  <c:v>0.51988599999999996</c:v>
                </c:pt>
                <c:pt idx="1122">
                  <c:v>0.31786999999999999</c:v>
                </c:pt>
                <c:pt idx="1123">
                  <c:v>0.35698800000000003</c:v>
                </c:pt>
                <c:pt idx="1124">
                  <c:v>0.167042</c:v>
                </c:pt>
                <c:pt idx="1125">
                  <c:v>0.30322500000000002</c:v>
                </c:pt>
                <c:pt idx="1126">
                  <c:v>0.18895100000000001</c:v>
                </c:pt>
                <c:pt idx="1127">
                  <c:v>0.11913</c:v>
                </c:pt>
                <c:pt idx="1128">
                  <c:v>0.29387400000000002</c:v>
                </c:pt>
                <c:pt idx="1129">
                  <c:v>0.47460599999999997</c:v>
                </c:pt>
                <c:pt idx="1130">
                  <c:v>0.43076700000000001</c:v>
                </c:pt>
                <c:pt idx="1131">
                  <c:v>0.376386</c:v>
                </c:pt>
                <c:pt idx="1132">
                  <c:v>0.28152500000000003</c:v>
                </c:pt>
                <c:pt idx="1133">
                  <c:v>0.369811</c:v>
                </c:pt>
                <c:pt idx="1134">
                  <c:v>0.42094900000000002</c:v>
                </c:pt>
                <c:pt idx="1135">
                  <c:v>0.32425700000000002</c:v>
                </c:pt>
                <c:pt idx="1136">
                  <c:v>0.39212399999999997</c:v>
                </c:pt>
                <c:pt idx="1137">
                  <c:v>0.298815</c:v>
                </c:pt>
                <c:pt idx="1138">
                  <c:v>0.34493499999999999</c:v>
                </c:pt>
                <c:pt idx="1139">
                  <c:v>0.470557</c:v>
                </c:pt>
                <c:pt idx="1140">
                  <c:v>0.56210400000000005</c:v>
                </c:pt>
                <c:pt idx="1141">
                  <c:v>0.39311099999999999</c:v>
                </c:pt>
                <c:pt idx="1142">
                  <c:v>0.32052799999999998</c:v>
                </c:pt>
                <c:pt idx="1143">
                  <c:v>0.39286100000000002</c:v>
                </c:pt>
                <c:pt idx="1144">
                  <c:v>0.46085999999999999</c:v>
                </c:pt>
                <c:pt idx="1145">
                  <c:v>0.23554700000000001</c:v>
                </c:pt>
                <c:pt idx="1146">
                  <c:v>0.30520700000000001</c:v>
                </c:pt>
                <c:pt idx="1147">
                  <c:v>0</c:v>
                </c:pt>
              </c:numCache>
            </c:numRef>
          </c:yVal>
          <c:smooth val="0"/>
          <c:extLst>
            <c:ext xmlns:c16="http://schemas.microsoft.com/office/drawing/2014/chart" uri="{C3380CC4-5D6E-409C-BE32-E72D297353CC}">
              <c16:uniqueId val="{00000001-C63F-49E1-80AD-9F345A550F30}"/>
            </c:ext>
          </c:extLst>
        </c:ser>
        <c:dLbls>
          <c:showLegendKey val="0"/>
          <c:showVal val="0"/>
          <c:showCatName val="0"/>
          <c:showSerName val="0"/>
          <c:showPercent val="0"/>
          <c:showBubbleSize val="0"/>
        </c:dLbls>
        <c:axId val="914615311"/>
        <c:axId val="914614063"/>
      </c:scatterChart>
      <c:valAx>
        <c:axId val="914615311"/>
        <c:scaling>
          <c:orientation val="minMax"/>
          <c:max val="40"/>
          <c:min val="15"/>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LST</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PK"/>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914614063"/>
        <c:crossesAt val="-200"/>
        <c:crossBetween val="midCat"/>
      </c:valAx>
      <c:valAx>
        <c:axId val="9146140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NDVI</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PK"/>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914615311"/>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tx1"/>
      </a:solidFill>
      <a:round/>
    </a:ln>
    <a:effectLst/>
  </c:spPr>
  <c:txPr>
    <a:bodyPr/>
    <a:lstStyle/>
    <a:p>
      <a:pPr>
        <a:defRPr/>
      </a:pPr>
      <a:endParaRPr lang="en-PK"/>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a:t>NDVI and LST 2002</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scatterChart>
        <c:scatterStyle val="lineMarker"/>
        <c:varyColors val="0"/>
        <c:ser>
          <c:idx val="0"/>
          <c:order val="0"/>
          <c:tx>
            <c:strRef>
              <c:f>'2002'!$N$1</c:f>
              <c:strCache>
                <c:ptCount val="1"/>
                <c:pt idx="0">
                  <c:v>NDVI2A_tif</c:v>
                </c:pt>
              </c:strCache>
            </c:strRef>
          </c:tx>
          <c:spPr>
            <a:ln w="19050" cap="rnd">
              <a:noFill/>
              <a:round/>
            </a:ln>
            <a:effectLst/>
          </c:spPr>
          <c:marker>
            <c:symbol val="circle"/>
            <c:size val="5"/>
            <c:spPr>
              <a:solidFill>
                <a:schemeClr val="dk1">
                  <a:tint val="88500"/>
                </a:schemeClr>
              </a:solidFill>
              <a:ln w="9525">
                <a:solidFill>
                  <a:schemeClr val="dk1">
                    <a:tint val="88500"/>
                  </a:schemeClr>
                </a:solidFill>
              </a:ln>
              <a:effectLst/>
            </c:spPr>
          </c:marker>
          <c:trendline>
            <c:spPr>
              <a:ln w="19050" cap="rnd">
                <a:solidFill>
                  <a:schemeClr val="tx1"/>
                </a:solidFill>
                <a:prstDash val="sysDot"/>
              </a:ln>
              <a:effectLst/>
            </c:spPr>
            <c:trendlineType val="linear"/>
            <c:dispRSqr val="1"/>
            <c:dispEq val="1"/>
            <c:trendlineLbl>
              <c:layout>
                <c:manualLayout>
                  <c:x val="-0.61232138888888887"/>
                  <c:y val="0.33934761904761906"/>
                </c:manualLayout>
              </c:layout>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baseline="0" dirty="0"/>
                      <a:t>y = -0.017x + 0.793</a:t>
                    </a:r>
                    <a:br>
                      <a:rPr lang="en-US" baseline="0" dirty="0"/>
                    </a:br>
                    <a:r>
                      <a:rPr lang="en-US" baseline="0" dirty="0"/>
                      <a:t>R² = 0.7327</a:t>
                    </a:r>
                    <a:endParaRPr lang="en-US" dirty="0"/>
                  </a:p>
                </c:rich>
              </c:tx>
              <c:numFmt formatCode="General" sourceLinked="0"/>
              <c:spPr>
                <a:noFill/>
                <a:ln>
                  <a:solidFill>
                    <a:schemeClr val="tx1"/>
                  </a:solid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K"/>
                </a:p>
              </c:txPr>
            </c:trendlineLbl>
          </c:trendline>
          <c:xVal>
            <c:numRef>
              <c:f>'2002'!$L$2:$L$1149</c:f>
              <c:numCache>
                <c:formatCode>0.00</c:formatCode>
                <c:ptCount val="1148"/>
                <c:pt idx="0">
                  <c:v>21.97315</c:v>
                </c:pt>
                <c:pt idx="1">
                  <c:v>26.088439999999999</c:v>
                </c:pt>
                <c:pt idx="2">
                  <c:v>26.198699999999999</c:v>
                </c:pt>
                <c:pt idx="3">
                  <c:v>25.394310000000001</c:v>
                </c:pt>
                <c:pt idx="4">
                  <c:v>24.295850000000002</c:v>
                </c:pt>
                <c:pt idx="5">
                  <c:v>22.2987</c:v>
                </c:pt>
                <c:pt idx="6">
                  <c:v>24.683720000000001</c:v>
                </c:pt>
                <c:pt idx="7">
                  <c:v>28.95346</c:v>
                </c:pt>
                <c:pt idx="8">
                  <c:v>25.793869999999998</c:v>
                </c:pt>
                <c:pt idx="9">
                  <c:v>24.244019999999999</c:v>
                </c:pt>
                <c:pt idx="10">
                  <c:v>26.807269999999999</c:v>
                </c:pt>
                <c:pt idx="11">
                  <c:v>25.5473</c:v>
                </c:pt>
                <c:pt idx="12">
                  <c:v>26.538340000000002</c:v>
                </c:pt>
                <c:pt idx="13">
                  <c:v>27.7255</c:v>
                </c:pt>
                <c:pt idx="14">
                  <c:v>30.266120000000001</c:v>
                </c:pt>
                <c:pt idx="15">
                  <c:v>28.420120000000001</c:v>
                </c:pt>
                <c:pt idx="16">
                  <c:v>24.11093</c:v>
                </c:pt>
                <c:pt idx="17">
                  <c:v>26.419219999999999</c:v>
                </c:pt>
                <c:pt idx="18">
                  <c:v>25.475149999999999</c:v>
                </c:pt>
                <c:pt idx="19">
                  <c:v>25.237749999999998</c:v>
                </c:pt>
                <c:pt idx="20">
                  <c:v>25.69143</c:v>
                </c:pt>
                <c:pt idx="21">
                  <c:v>25.905909999999999</c:v>
                </c:pt>
                <c:pt idx="22">
                  <c:v>29.456689999999998</c:v>
                </c:pt>
                <c:pt idx="23">
                  <c:v>28.70074</c:v>
                </c:pt>
                <c:pt idx="24">
                  <c:v>26.036860000000001</c:v>
                </c:pt>
                <c:pt idx="25">
                  <c:v>29.170860000000001</c:v>
                </c:pt>
                <c:pt idx="26">
                  <c:v>24.955939999999998</c:v>
                </c:pt>
                <c:pt idx="27">
                  <c:v>26.566579999999998</c:v>
                </c:pt>
                <c:pt idx="28">
                  <c:v>23.847629999999999</c:v>
                </c:pt>
                <c:pt idx="29">
                  <c:v>28.966909999999999</c:v>
                </c:pt>
                <c:pt idx="30">
                  <c:v>27.49464</c:v>
                </c:pt>
                <c:pt idx="31">
                  <c:v>27.277149999999999</c:v>
                </c:pt>
                <c:pt idx="32">
                  <c:v>25.12189</c:v>
                </c:pt>
                <c:pt idx="33">
                  <c:v>26.374590000000001</c:v>
                </c:pt>
                <c:pt idx="34">
                  <c:v>27.516929999999999</c:v>
                </c:pt>
                <c:pt idx="35">
                  <c:v>30.671109999999999</c:v>
                </c:pt>
                <c:pt idx="36">
                  <c:v>29.607900000000001</c:v>
                </c:pt>
                <c:pt idx="37">
                  <c:v>27.877890000000001</c:v>
                </c:pt>
                <c:pt idx="38">
                  <c:v>27.474509999999999</c:v>
                </c:pt>
                <c:pt idx="39">
                  <c:v>30.934799999999999</c:v>
                </c:pt>
                <c:pt idx="40">
                  <c:v>26.233429999999998</c:v>
                </c:pt>
                <c:pt idx="41">
                  <c:v>29.409770000000002</c:v>
                </c:pt>
                <c:pt idx="42">
                  <c:v>29.20702</c:v>
                </c:pt>
                <c:pt idx="43">
                  <c:v>30.222719999999999</c:v>
                </c:pt>
                <c:pt idx="44">
                  <c:v>25.973210000000002</c:v>
                </c:pt>
                <c:pt idx="45">
                  <c:v>26.612390000000001</c:v>
                </c:pt>
                <c:pt idx="46">
                  <c:v>26.68525</c:v>
                </c:pt>
                <c:pt idx="47">
                  <c:v>23.568940000000001</c:v>
                </c:pt>
                <c:pt idx="48">
                  <c:v>23.997199999999999</c:v>
                </c:pt>
                <c:pt idx="49">
                  <c:v>28.000769999999999</c:v>
                </c:pt>
                <c:pt idx="50">
                  <c:v>29.407150000000001</c:v>
                </c:pt>
                <c:pt idx="51">
                  <c:v>25.924230000000001</c:v>
                </c:pt>
                <c:pt idx="52">
                  <c:v>26.903230000000001</c:v>
                </c:pt>
                <c:pt idx="53">
                  <c:v>26.22598</c:v>
                </c:pt>
                <c:pt idx="54">
                  <c:v>30.84563</c:v>
                </c:pt>
                <c:pt idx="55">
                  <c:v>29.206160000000001</c:v>
                </c:pt>
                <c:pt idx="56">
                  <c:v>30.28809</c:v>
                </c:pt>
                <c:pt idx="57">
                  <c:v>32.505740000000003</c:v>
                </c:pt>
                <c:pt idx="58">
                  <c:v>27.828199999999999</c:v>
                </c:pt>
                <c:pt idx="59">
                  <c:v>23.757200000000001</c:v>
                </c:pt>
                <c:pt idx="60">
                  <c:v>25.35406</c:v>
                </c:pt>
                <c:pt idx="61">
                  <c:v>26.277010000000001</c:v>
                </c:pt>
                <c:pt idx="62">
                  <c:v>27.417290000000001</c:v>
                </c:pt>
                <c:pt idx="63">
                  <c:v>30.281759999999998</c:v>
                </c:pt>
                <c:pt idx="64">
                  <c:v>27.510390000000001</c:v>
                </c:pt>
                <c:pt idx="65">
                  <c:v>25.559799999999999</c:v>
                </c:pt>
                <c:pt idx="66">
                  <c:v>29.277290000000001</c:v>
                </c:pt>
                <c:pt idx="67">
                  <c:v>28.263110000000001</c:v>
                </c:pt>
                <c:pt idx="68">
                  <c:v>25.072379999999999</c:v>
                </c:pt>
                <c:pt idx="69">
                  <c:v>29.305610000000001</c:v>
                </c:pt>
                <c:pt idx="70">
                  <c:v>28.611270000000001</c:v>
                </c:pt>
                <c:pt idx="71">
                  <c:v>26.284389999999998</c:v>
                </c:pt>
                <c:pt idx="72">
                  <c:v>27.639230000000001</c:v>
                </c:pt>
                <c:pt idx="73">
                  <c:v>28.906790000000001</c:v>
                </c:pt>
                <c:pt idx="74">
                  <c:v>26.71566</c:v>
                </c:pt>
                <c:pt idx="75">
                  <c:v>27.9373</c:v>
                </c:pt>
                <c:pt idx="76">
                  <c:v>26.311389999999999</c:v>
                </c:pt>
                <c:pt idx="77">
                  <c:v>26.15652</c:v>
                </c:pt>
                <c:pt idx="78">
                  <c:v>29.4255</c:v>
                </c:pt>
                <c:pt idx="79">
                  <c:v>28.069210000000002</c:v>
                </c:pt>
                <c:pt idx="80">
                  <c:v>27.327380000000002</c:v>
                </c:pt>
                <c:pt idx="81">
                  <c:v>29.775980000000001</c:v>
                </c:pt>
                <c:pt idx="82">
                  <c:v>26.369299999999999</c:v>
                </c:pt>
                <c:pt idx="83">
                  <c:v>29.915849999999999</c:v>
                </c:pt>
                <c:pt idx="84">
                  <c:v>27.177099999999999</c:v>
                </c:pt>
                <c:pt idx="85">
                  <c:v>25.945620000000002</c:v>
                </c:pt>
                <c:pt idx="86">
                  <c:v>29.071560000000002</c:v>
                </c:pt>
                <c:pt idx="87">
                  <c:v>30.07152</c:v>
                </c:pt>
                <c:pt idx="88">
                  <c:v>31.070129999999999</c:v>
                </c:pt>
                <c:pt idx="89">
                  <c:v>25.22578</c:v>
                </c:pt>
                <c:pt idx="90">
                  <c:v>29.2104</c:v>
                </c:pt>
                <c:pt idx="91">
                  <c:v>26.518049999999999</c:v>
                </c:pt>
                <c:pt idx="92">
                  <c:v>29.37255</c:v>
                </c:pt>
                <c:pt idx="93">
                  <c:v>29.20796</c:v>
                </c:pt>
                <c:pt idx="94">
                  <c:v>29.062390000000001</c:v>
                </c:pt>
                <c:pt idx="95">
                  <c:v>28.72081</c:v>
                </c:pt>
                <c:pt idx="96">
                  <c:v>28.06082</c:v>
                </c:pt>
                <c:pt idx="97">
                  <c:v>30.440729999999999</c:v>
                </c:pt>
                <c:pt idx="98">
                  <c:v>28.983830000000001</c:v>
                </c:pt>
                <c:pt idx="99">
                  <c:v>24.989329999999999</c:v>
                </c:pt>
                <c:pt idx="100">
                  <c:v>31.628050000000002</c:v>
                </c:pt>
                <c:pt idx="101">
                  <c:v>26.609909999999999</c:v>
                </c:pt>
                <c:pt idx="102">
                  <c:v>29.191410000000001</c:v>
                </c:pt>
                <c:pt idx="103">
                  <c:v>27.423089999999998</c:v>
                </c:pt>
                <c:pt idx="104">
                  <c:v>29.607869999999998</c:v>
                </c:pt>
                <c:pt idx="105">
                  <c:v>28.808759999999999</c:v>
                </c:pt>
                <c:pt idx="106">
                  <c:v>28.951699999999999</c:v>
                </c:pt>
                <c:pt idx="107">
                  <c:v>30.75742</c:v>
                </c:pt>
                <c:pt idx="108">
                  <c:v>29.82762</c:v>
                </c:pt>
                <c:pt idx="109">
                  <c:v>33.489849999999997</c:v>
                </c:pt>
                <c:pt idx="110">
                  <c:v>25.894030000000001</c:v>
                </c:pt>
                <c:pt idx="111">
                  <c:v>27.278310000000001</c:v>
                </c:pt>
                <c:pt idx="112">
                  <c:v>24.133690000000001</c:v>
                </c:pt>
                <c:pt idx="113">
                  <c:v>29.446059999999999</c:v>
                </c:pt>
                <c:pt idx="114">
                  <c:v>26.439820000000001</c:v>
                </c:pt>
                <c:pt idx="115">
                  <c:v>30.247199999999999</c:v>
                </c:pt>
                <c:pt idx="116">
                  <c:v>30.145669999999999</c:v>
                </c:pt>
                <c:pt idx="117">
                  <c:v>29.445160000000001</c:v>
                </c:pt>
                <c:pt idx="118">
                  <c:v>30.24776</c:v>
                </c:pt>
                <c:pt idx="119">
                  <c:v>30.256879999999999</c:v>
                </c:pt>
                <c:pt idx="120">
                  <c:v>30.900089999999999</c:v>
                </c:pt>
                <c:pt idx="121">
                  <c:v>30.173169999999999</c:v>
                </c:pt>
                <c:pt idx="122">
                  <c:v>27.847650000000002</c:v>
                </c:pt>
                <c:pt idx="123">
                  <c:v>25.518329999999999</c:v>
                </c:pt>
                <c:pt idx="124">
                  <c:v>26.40352</c:v>
                </c:pt>
                <c:pt idx="125">
                  <c:v>31.01051</c:v>
                </c:pt>
                <c:pt idx="126">
                  <c:v>29.074490000000001</c:v>
                </c:pt>
                <c:pt idx="127">
                  <c:v>30.2195</c:v>
                </c:pt>
                <c:pt idx="128">
                  <c:v>29.48141</c:v>
                </c:pt>
                <c:pt idx="129">
                  <c:v>29.905740000000002</c:v>
                </c:pt>
                <c:pt idx="130">
                  <c:v>29.268619999999999</c:v>
                </c:pt>
                <c:pt idx="131">
                  <c:v>29.59554</c:v>
                </c:pt>
                <c:pt idx="132">
                  <c:v>30.022950000000002</c:v>
                </c:pt>
                <c:pt idx="133">
                  <c:v>30.626529999999999</c:v>
                </c:pt>
                <c:pt idx="134">
                  <c:v>32.644199999999998</c:v>
                </c:pt>
                <c:pt idx="135">
                  <c:v>31.073979999999999</c:v>
                </c:pt>
                <c:pt idx="136">
                  <c:v>31.817609999999998</c:v>
                </c:pt>
                <c:pt idx="137">
                  <c:v>33.019129999999997</c:v>
                </c:pt>
                <c:pt idx="138">
                  <c:v>29.8584</c:v>
                </c:pt>
                <c:pt idx="139">
                  <c:v>26.275099999999998</c:v>
                </c:pt>
                <c:pt idx="140">
                  <c:v>28.103010000000001</c:v>
                </c:pt>
                <c:pt idx="141">
                  <c:v>25.762160000000002</c:v>
                </c:pt>
                <c:pt idx="142">
                  <c:v>26.970790000000001</c:v>
                </c:pt>
                <c:pt idx="143">
                  <c:v>28.089649999999999</c:v>
                </c:pt>
                <c:pt idx="144">
                  <c:v>29.030629999999999</c:v>
                </c:pt>
                <c:pt idx="145">
                  <c:v>30.519970000000001</c:v>
                </c:pt>
                <c:pt idx="146">
                  <c:v>32.773589999999999</c:v>
                </c:pt>
                <c:pt idx="147">
                  <c:v>31.130800000000001</c:v>
                </c:pt>
                <c:pt idx="148">
                  <c:v>27.611719999999998</c:v>
                </c:pt>
                <c:pt idx="149">
                  <c:v>31.751919999999998</c:v>
                </c:pt>
                <c:pt idx="150">
                  <c:v>28.849340000000002</c:v>
                </c:pt>
                <c:pt idx="151">
                  <c:v>26.162469999999999</c:v>
                </c:pt>
                <c:pt idx="152">
                  <c:v>26.742339999999999</c:v>
                </c:pt>
                <c:pt idx="153">
                  <c:v>26.839030000000001</c:v>
                </c:pt>
                <c:pt idx="154">
                  <c:v>26.368010000000002</c:v>
                </c:pt>
                <c:pt idx="155">
                  <c:v>25.856349999999999</c:v>
                </c:pt>
                <c:pt idx="156">
                  <c:v>25.2851</c:v>
                </c:pt>
                <c:pt idx="157">
                  <c:v>28.775459999999999</c:v>
                </c:pt>
                <c:pt idx="158">
                  <c:v>27.118649999999999</c:v>
                </c:pt>
                <c:pt idx="159">
                  <c:v>29.515899999999998</c:v>
                </c:pt>
                <c:pt idx="160">
                  <c:v>27.861979999999999</c:v>
                </c:pt>
                <c:pt idx="161">
                  <c:v>34.766190000000002</c:v>
                </c:pt>
                <c:pt idx="162">
                  <c:v>30.54007</c:v>
                </c:pt>
                <c:pt idx="163">
                  <c:v>30.950030000000002</c:v>
                </c:pt>
                <c:pt idx="164">
                  <c:v>29.98921</c:v>
                </c:pt>
                <c:pt idx="165">
                  <c:v>24.946650000000002</c:v>
                </c:pt>
                <c:pt idx="166">
                  <c:v>27.41141</c:v>
                </c:pt>
                <c:pt idx="167">
                  <c:v>26.739100000000001</c:v>
                </c:pt>
                <c:pt idx="168">
                  <c:v>25.82667</c:v>
                </c:pt>
                <c:pt idx="169">
                  <c:v>26.868739999999999</c:v>
                </c:pt>
                <c:pt idx="170">
                  <c:v>29.22522</c:v>
                </c:pt>
                <c:pt idx="171">
                  <c:v>25.57432</c:v>
                </c:pt>
                <c:pt idx="172">
                  <c:v>32.897939999999998</c:v>
                </c:pt>
                <c:pt idx="173">
                  <c:v>30.172470000000001</c:v>
                </c:pt>
                <c:pt idx="174">
                  <c:v>31.079190000000001</c:v>
                </c:pt>
                <c:pt idx="175">
                  <c:v>26.64733</c:v>
                </c:pt>
                <c:pt idx="176">
                  <c:v>32.914670000000001</c:v>
                </c:pt>
                <c:pt idx="177">
                  <c:v>31.770399999999999</c:v>
                </c:pt>
                <c:pt idx="178">
                  <c:v>30.957090000000001</c:v>
                </c:pt>
                <c:pt idx="179">
                  <c:v>31.76943</c:v>
                </c:pt>
                <c:pt idx="180">
                  <c:v>27.41865</c:v>
                </c:pt>
                <c:pt idx="181">
                  <c:v>27.349299999999999</c:v>
                </c:pt>
                <c:pt idx="182">
                  <c:v>27.152809999999999</c:v>
                </c:pt>
                <c:pt idx="183">
                  <c:v>27.581469999999999</c:v>
                </c:pt>
                <c:pt idx="184">
                  <c:v>27.805910000000001</c:v>
                </c:pt>
                <c:pt idx="185">
                  <c:v>26.691230000000001</c:v>
                </c:pt>
                <c:pt idx="186">
                  <c:v>28.689800000000002</c:v>
                </c:pt>
                <c:pt idx="187">
                  <c:v>31.131519999999998</c:v>
                </c:pt>
                <c:pt idx="188">
                  <c:v>29.33935</c:v>
                </c:pt>
                <c:pt idx="189">
                  <c:v>28.900259999999999</c:v>
                </c:pt>
                <c:pt idx="190">
                  <c:v>27.741530000000001</c:v>
                </c:pt>
                <c:pt idx="191">
                  <c:v>29.52216</c:v>
                </c:pt>
                <c:pt idx="192">
                  <c:v>26.277799999999999</c:v>
                </c:pt>
                <c:pt idx="193">
                  <c:v>30.65184</c:v>
                </c:pt>
                <c:pt idx="194">
                  <c:v>31.273520000000001</c:v>
                </c:pt>
                <c:pt idx="195">
                  <c:v>27.781169999999999</c:v>
                </c:pt>
                <c:pt idx="196">
                  <c:v>31.317550000000001</c:v>
                </c:pt>
                <c:pt idx="197">
                  <c:v>30.384160000000001</c:v>
                </c:pt>
                <c:pt idx="198">
                  <c:v>26.926950000000001</c:v>
                </c:pt>
                <c:pt idx="199">
                  <c:v>27.359290000000001</c:v>
                </c:pt>
                <c:pt idx="200">
                  <c:v>24.921659999999999</c:v>
                </c:pt>
                <c:pt idx="201">
                  <c:v>23.80733</c:v>
                </c:pt>
                <c:pt idx="202">
                  <c:v>24.998010000000001</c:v>
                </c:pt>
                <c:pt idx="203">
                  <c:v>19.150289999999998</c:v>
                </c:pt>
                <c:pt idx="204">
                  <c:v>27.18272</c:v>
                </c:pt>
                <c:pt idx="205">
                  <c:v>29.14997</c:v>
                </c:pt>
                <c:pt idx="206">
                  <c:v>24.17915</c:v>
                </c:pt>
                <c:pt idx="207">
                  <c:v>25.160820000000001</c:v>
                </c:pt>
                <c:pt idx="208">
                  <c:v>24.4389</c:v>
                </c:pt>
                <c:pt idx="209">
                  <c:v>24.94717</c:v>
                </c:pt>
                <c:pt idx="210">
                  <c:v>25.267499999999998</c:v>
                </c:pt>
                <c:pt idx="211">
                  <c:v>23.874690000000001</c:v>
                </c:pt>
                <c:pt idx="212">
                  <c:v>25.153379999999999</c:v>
                </c:pt>
                <c:pt idx="213">
                  <c:v>23.06681</c:v>
                </c:pt>
                <c:pt idx="214">
                  <c:v>25.978649999999998</c:v>
                </c:pt>
                <c:pt idx="215">
                  <c:v>24.989339999999999</c:v>
                </c:pt>
                <c:pt idx="216">
                  <c:v>26.16949</c:v>
                </c:pt>
                <c:pt idx="217">
                  <c:v>28.268509999999999</c:v>
                </c:pt>
                <c:pt idx="218">
                  <c:v>27.87922</c:v>
                </c:pt>
                <c:pt idx="219">
                  <c:v>27.698920000000001</c:v>
                </c:pt>
                <c:pt idx="220">
                  <c:v>26.870930000000001</c:v>
                </c:pt>
                <c:pt idx="221">
                  <c:v>25.34233</c:v>
                </c:pt>
                <c:pt idx="222">
                  <c:v>24.442</c:v>
                </c:pt>
                <c:pt idx="223">
                  <c:v>23.016570000000002</c:v>
                </c:pt>
                <c:pt idx="224">
                  <c:v>22.850899999999999</c:v>
                </c:pt>
                <c:pt idx="225">
                  <c:v>26.848490000000002</c:v>
                </c:pt>
                <c:pt idx="226">
                  <c:v>23.823979999999999</c:v>
                </c:pt>
                <c:pt idx="227">
                  <c:v>27.83792</c:v>
                </c:pt>
                <c:pt idx="228">
                  <c:v>24.517600000000002</c:v>
                </c:pt>
                <c:pt idx="229">
                  <c:v>26.477889999999999</c:v>
                </c:pt>
                <c:pt idx="230">
                  <c:v>28.685279999999999</c:v>
                </c:pt>
                <c:pt idx="231">
                  <c:v>27.609169999999999</c:v>
                </c:pt>
                <c:pt idx="232">
                  <c:v>30.052610000000001</c:v>
                </c:pt>
                <c:pt idx="233">
                  <c:v>25.971599999999999</c:v>
                </c:pt>
                <c:pt idx="234">
                  <c:v>27.679939999999998</c:v>
                </c:pt>
                <c:pt idx="235">
                  <c:v>27.724460000000001</c:v>
                </c:pt>
                <c:pt idx="236">
                  <c:v>29.056570000000001</c:v>
                </c:pt>
                <c:pt idx="237">
                  <c:v>27.843699999999998</c:v>
                </c:pt>
                <c:pt idx="238">
                  <c:v>27.83295</c:v>
                </c:pt>
                <c:pt idx="239">
                  <c:v>20.989540000000002</c:v>
                </c:pt>
                <c:pt idx="240">
                  <c:v>26.297029999999999</c:v>
                </c:pt>
                <c:pt idx="241">
                  <c:v>24.079350000000002</c:v>
                </c:pt>
                <c:pt idx="242">
                  <c:v>25.286449999999999</c:v>
                </c:pt>
                <c:pt idx="243">
                  <c:v>25.375360000000001</c:v>
                </c:pt>
                <c:pt idx="244">
                  <c:v>25.752559999999999</c:v>
                </c:pt>
                <c:pt idx="245">
                  <c:v>25.828790000000001</c:v>
                </c:pt>
                <c:pt idx="246">
                  <c:v>27.734110000000001</c:v>
                </c:pt>
                <c:pt idx="247">
                  <c:v>29.691130000000001</c:v>
                </c:pt>
                <c:pt idx="248">
                  <c:v>30.31654</c:v>
                </c:pt>
                <c:pt idx="249">
                  <c:v>28.855170000000001</c:v>
                </c:pt>
                <c:pt idx="250">
                  <c:v>30.431799999999999</c:v>
                </c:pt>
                <c:pt idx="251">
                  <c:v>26.2803</c:v>
                </c:pt>
                <c:pt idx="252">
                  <c:v>25.16187</c:v>
                </c:pt>
                <c:pt idx="253">
                  <c:v>23.900310000000001</c:v>
                </c:pt>
                <c:pt idx="254">
                  <c:v>25.340610000000002</c:v>
                </c:pt>
                <c:pt idx="255">
                  <c:v>28.22081</c:v>
                </c:pt>
                <c:pt idx="256">
                  <c:v>29.106079999999999</c:v>
                </c:pt>
                <c:pt idx="257">
                  <c:v>26.591249999999999</c:v>
                </c:pt>
                <c:pt idx="258">
                  <c:v>25.20335</c:v>
                </c:pt>
                <c:pt idx="259">
                  <c:v>25.903179999999999</c:v>
                </c:pt>
                <c:pt idx="260">
                  <c:v>28.600429999999999</c:v>
                </c:pt>
                <c:pt idx="261">
                  <c:v>25.018380000000001</c:v>
                </c:pt>
                <c:pt idx="262">
                  <c:v>25.808489999999999</c:v>
                </c:pt>
                <c:pt idx="263">
                  <c:v>29.806539999999998</c:v>
                </c:pt>
                <c:pt idx="264">
                  <c:v>24.63476</c:v>
                </c:pt>
                <c:pt idx="265">
                  <c:v>28.83839</c:v>
                </c:pt>
                <c:pt idx="266">
                  <c:v>23.945879999999999</c:v>
                </c:pt>
                <c:pt idx="267">
                  <c:v>27.149090000000001</c:v>
                </c:pt>
                <c:pt idx="268">
                  <c:v>25.601659999999999</c:v>
                </c:pt>
                <c:pt idx="269">
                  <c:v>25.54917</c:v>
                </c:pt>
                <c:pt idx="270">
                  <c:v>25.7227</c:v>
                </c:pt>
                <c:pt idx="271">
                  <c:v>29.620950000000001</c:v>
                </c:pt>
                <c:pt idx="272">
                  <c:v>28.572389999999999</c:v>
                </c:pt>
                <c:pt idx="273">
                  <c:v>26.524560000000001</c:v>
                </c:pt>
                <c:pt idx="274">
                  <c:v>30.35369</c:v>
                </c:pt>
                <c:pt idx="275">
                  <c:v>29.537109999999998</c:v>
                </c:pt>
                <c:pt idx="276">
                  <c:v>25.070360000000001</c:v>
                </c:pt>
                <c:pt idx="277">
                  <c:v>26.71576</c:v>
                </c:pt>
                <c:pt idx="278">
                  <c:v>24.798010000000001</c:v>
                </c:pt>
                <c:pt idx="279">
                  <c:v>25.803260000000002</c:v>
                </c:pt>
                <c:pt idx="280">
                  <c:v>26.684339999999999</c:v>
                </c:pt>
                <c:pt idx="281">
                  <c:v>26.453250000000001</c:v>
                </c:pt>
                <c:pt idx="282">
                  <c:v>24.28416</c:v>
                </c:pt>
                <c:pt idx="283">
                  <c:v>24.141570000000002</c:v>
                </c:pt>
                <c:pt idx="284">
                  <c:v>24.411349999999999</c:v>
                </c:pt>
                <c:pt idx="285">
                  <c:v>25.600660000000001</c:v>
                </c:pt>
                <c:pt idx="286">
                  <c:v>26.976559999999999</c:v>
                </c:pt>
                <c:pt idx="287">
                  <c:v>26.056260000000002</c:v>
                </c:pt>
                <c:pt idx="288">
                  <c:v>25.674379999999999</c:v>
                </c:pt>
                <c:pt idx="289">
                  <c:v>23.77805</c:v>
                </c:pt>
                <c:pt idx="290">
                  <c:v>26.333770000000001</c:v>
                </c:pt>
                <c:pt idx="291">
                  <c:v>25.790690000000001</c:v>
                </c:pt>
                <c:pt idx="292">
                  <c:v>26.872340000000001</c:v>
                </c:pt>
                <c:pt idx="293">
                  <c:v>30.30104</c:v>
                </c:pt>
                <c:pt idx="294">
                  <c:v>25.994530000000001</c:v>
                </c:pt>
                <c:pt idx="295">
                  <c:v>30.091919999999998</c:v>
                </c:pt>
                <c:pt idx="296">
                  <c:v>30.772490000000001</c:v>
                </c:pt>
                <c:pt idx="297">
                  <c:v>31.933319999999998</c:v>
                </c:pt>
                <c:pt idx="298">
                  <c:v>30.70683</c:v>
                </c:pt>
                <c:pt idx="299">
                  <c:v>24.08691</c:v>
                </c:pt>
                <c:pt idx="300">
                  <c:v>28.966149999999999</c:v>
                </c:pt>
                <c:pt idx="301">
                  <c:v>28.05725</c:v>
                </c:pt>
                <c:pt idx="302">
                  <c:v>28.189969999999999</c:v>
                </c:pt>
                <c:pt idx="303">
                  <c:v>29.173819999999999</c:v>
                </c:pt>
                <c:pt idx="304">
                  <c:v>26.625209999999999</c:v>
                </c:pt>
                <c:pt idx="305">
                  <c:v>26.0063</c:v>
                </c:pt>
                <c:pt idx="306">
                  <c:v>24.996649999999999</c:v>
                </c:pt>
                <c:pt idx="307">
                  <c:v>25.021509999999999</c:v>
                </c:pt>
                <c:pt idx="308">
                  <c:v>24.09947</c:v>
                </c:pt>
                <c:pt idx="309">
                  <c:v>31.413129999999999</c:v>
                </c:pt>
                <c:pt idx="310">
                  <c:v>24.84196</c:v>
                </c:pt>
                <c:pt idx="311">
                  <c:v>23.939990000000002</c:v>
                </c:pt>
                <c:pt idx="312">
                  <c:v>32.54195</c:v>
                </c:pt>
                <c:pt idx="313">
                  <c:v>29.080549999999999</c:v>
                </c:pt>
                <c:pt idx="314">
                  <c:v>31.144909999999999</c:v>
                </c:pt>
                <c:pt idx="315">
                  <c:v>29.513179999999998</c:v>
                </c:pt>
                <c:pt idx="316">
                  <c:v>25.24277</c:v>
                </c:pt>
                <c:pt idx="317">
                  <c:v>24.590009999999999</c:v>
                </c:pt>
                <c:pt idx="318">
                  <c:v>25.67192</c:v>
                </c:pt>
                <c:pt idx="319">
                  <c:v>27.795770000000001</c:v>
                </c:pt>
                <c:pt idx="320">
                  <c:v>25.22907</c:v>
                </c:pt>
                <c:pt idx="321">
                  <c:v>25.463039999999999</c:v>
                </c:pt>
                <c:pt idx="322">
                  <c:v>26.369209999999999</c:v>
                </c:pt>
                <c:pt idx="323">
                  <c:v>25.922450000000001</c:v>
                </c:pt>
                <c:pt idx="324">
                  <c:v>25.382999999999999</c:v>
                </c:pt>
                <c:pt idx="325">
                  <c:v>24.399010000000001</c:v>
                </c:pt>
                <c:pt idx="326">
                  <c:v>24.294809999999998</c:v>
                </c:pt>
                <c:pt idx="327">
                  <c:v>24.251059999999999</c:v>
                </c:pt>
                <c:pt idx="328">
                  <c:v>25.443359999999998</c:v>
                </c:pt>
                <c:pt idx="329">
                  <c:v>28.460249999999998</c:v>
                </c:pt>
                <c:pt idx="330">
                  <c:v>26.934609999999999</c:v>
                </c:pt>
                <c:pt idx="331">
                  <c:v>29.17615</c:v>
                </c:pt>
                <c:pt idx="332">
                  <c:v>27.898689999999998</c:v>
                </c:pt>
                <c:pt idx="333">
                  <c:v>29.012789999999999</c:v>
                </c:pt>
                <c:pt idx="334">
                  <c:v>29.990159999999999</c:v>
                </c:pt>
                <c:pt idx="335">
                  <c:v>26.80115</c:v>
                </c:pt>
                <c:pt idx="336">
                  <c:v>25.86271</c:v>
                </c:pt>
                <c:pt idx="337">
                  <c:v>29.132619999999999</c:v>
                </c:pt>
                <c:pt idx="338">
                  <c:v>30.926580000000001</c:v>
                </c:pt>
                <c:pt idx="339">
                  <c:v>28.76455</c:v>
                </c:pt>
                <c:pt idx="340">
                  <c:v>28.10455</c:v>
                </c:pt>
                <c:pt idx="341">
                  <c:v>25.606629999999999</c:v>
                </c:pt>
                <c:pt idx="342">
                  <c:v>32.114060000000002</c:v>
                </c:pt>
                <c:pt idx="343">
                  <c:v>31.64603</c:v>
                </c:pt>
                <c:pt idx="344">
                  <c:v>28.11835</c:v>
                </c:pt>
                <c:pt idx="345">
                  <c:v>24.023430000000001</c:v>
                </c:pt>
                <c:pt idx="346">
                  <c:v>28.588979999999999</c:v>
                </c:pt>
                <c:pt idx="347">
                  <c:v>29.83295</c:v>
                </c:pt>
                <c:pt idx="348">
                  <c:v>29.43083</c:v>
                </c:pt>
                <c:pt idx="349">
                  <c:v>30.891369999999998</c:v>
                </c:pt>
                <c:pt idx="350">
                  <c:v>31.24044</c:v>
                </c:pt>
                <c:pt idx="351">
                  <c:v>25.717279999999999</c:v>
                </c:pt>
                <c:pt idx="352">
                  <c:v>24.204609999999999</c:v>
                </c:pt>
                <c:pt idx="353">
                  <c:v>27.541160000000001</c:v>
                </c:pt>
                <c:pt idx="354">
                  <c:v>25.1858</c:v>
                </c:pt>
                <c:pt idx="355">
                  <c:v>26.796620000000001</c:v>
                </c:pt>
                <c:pt idx="356">
                  <c:v>23.41215</c:v>
                </c:pt>
                <c:pt idx="357">
                  <c:v>22.84769</c:v>
                </c:pt>
                <c:pt idx="358">
                  <c:v>33.144970000000001</c:v>
                </c:pt>
                <c:pt idx="359">
                  <c:v>31.539159999999999</c:v>
                </c:pt>
                <c:pt idx="360">
                  <c:v>28.32694</c:v>
                </c:pt>
                <c:pt idx="361">
                  <c:v>26.74202</c:v>
                </c:pt>
                <c:pt idx="362">
                  <c:v>26.380009999999999</c:v>
                </c:pt>
                <c:pt idx="363">
                  <c:v>25.63449</c:v>
                </c:pt>
                <c:pt idx="364">
                  <c:v>27.844339999999999</c:v>
                </c:pt>
                <c:pt idx="365">
                  <c:v>27.020810000000001</c:v>
                </c:pt>
                <c:pt idx="366">
                  <c:v>28.01118</c:v>
                </c:pt>
                <c:pt idx="367">
                  <c:v>28.033380000000001</c:v>
                </c:pt>
                <c:pt idx="368">
                  <c:v>26.144970000000001</c:v>
                </c:pt>
                <c:pt idx="369">
                  <c:v>32.443930000000002</c:v>
                </c:pt>
                <c:pt idx="370">
                  <c:v>28.60033</c:v>
                </c:pt>
                <c:pt idx="371">
                  <c:v>31.31728</c:v>
                </c:pt>
                <c:pt idx="372">
                  <c:v>29.01858</c:v>
                </c:pt>
                <c:pt idx="373">
                  <c:v>30.21142</c:v>
                </c:pt>
                <c:pt idx="374">
                  <c:v>30.09872</c:v>
                </c:pt>
                <c:pt idx="375">
                  <c:v>29.03877</c:v>
                </c:pt>
                <c:pt idx="376">
                  <c:v>31.329730000000001</c:v>
                </c:pt>
                <c:pt idx="377">
                  <c:v>25.911770000000001</c:v>
                </c:pt>
                <c:pt idx="378">
                  <c:v>27.51239</c:v>
                </c:pt>
                <c:pt idx="379">
                  <c:v>28.686509999999998</c:v>
                </c:pt>
                <c:pt idx="380">
                  <c:v>28.349900000000002</c:v>
                </c:pt>
                <c:pt idx="381">
                  <c:v>28.65005</c:v>
                </c:pt>
                <c:pt idx="382">
                  <c:v>29.539079999999998</c:v>
                </c:pt>
                <c:pt idx="383">
                  <c:v>28.473559999999999</c:v>
                </c:pt>
                <c:pt idx="384">
                  <c:v>32.011279999999999</c:v>
                </c:pt>
                <c:pt idx="385">
                  <c:v>35.430320000000002</c:v>
                </c:pt>
                <c:pt idx="386">
                  <c:v>31.071660000000001</c:v>
                </c:pt>
                <c:pt idx="387">
                  <c:v>32.649439999999998</c:v>
                </c:pt>
                <c:pt idx="388">
                  <c:v>26.712230000000002</c:v>
                </c:pt>
                <c:pt idx="389">
                  <c:v>33.109000000000002</c:v>
                </c:pt>
                <c:pt idx="390">
                  <c:v>27.69398</c:v>
                </c:pt>
                <c:pt idx="391">
                  <c:v>30.13186</c:v>
                </c:pt>
                <c:pt idx="392">
                  <c:v>27.843920000000001</c:v>
                </c:pt>
                <c:pt idx="393">
                  <c:v>27.054939999999998</c:v>
                </c:pt>
                <c:pt idx="394">
                  <c:v>31.023489999999999</c:v>
                </c:pt>
                <c:pt idx="395">
                  <c:v>29.698989999999998</c:v>
                </c:pt>
                <c:pt idx="396">
                  <c:v>29.495049999999999</c:v>
                </c:pt>
                <c:pt idx="397">
                  <c:v>37.36365</c:v>
                </c:pt>
                <c:pt idx="398">
                  <c:v>32.23151</c:v>
                </c:pt>
                <c:pt idx="399">
                  <c:v>28.952850000000002</c:v>
                </c:pt>
                <c:pt idx="400">
                  <c:v>27.297440000000002</c:v>
                </c:pt>
                <c:pt idx="401">
                  <c:v>30.821560000000002</c:v>
                </c:pt>
                <c:pt idx="402">
                  <c:v>35.55292</c:v>
                </c:pt>
                <c:pt idx="403">
                  <c:v>29.34028</c:v>
                </c:pt>
                <c:pt idx="404">
                  <c:v>27.271540000000002</c:v>
                </c:pt>
                <c:pt idx="405">
                  <c:v>29.797560000000001</c:v>
                </c:pt>
                <c:pt idx="406">
                  <c:v>25.431439999999998</c:v>
                </c:pt>
                <c:pt idx="407">
                  <c:v>27.89066</c:v>
                </c:pt>
                <c:pt idx="408">
                  <c:v>31.769819999999999</c:v>
                </c:pt>
                <c:pt idx="409">
                  <c:v>30.22833</c:v>
                </c:pt>
                <c:pt idx="410">
                  <c:v>29.423079999999999</c:v>
                </c:pt>
                <c:pt idx="411">
                  <c:v>32.22795</c:v>
                </c:pt>
                <c:pt idx="412">
                  <c:v>29.35342</c:v>
                </c:pt>
                <c:pt idx="413">
                  <c:v>27.63204</c:v>
                </c:pt>
                <c:pt idx="414">
                  <c:v>26.435649999999999</c:v>
                </c:pt>
                <c:pt idx="415">
                  <c:v>32.39152</c:v>
                </c:pt>
                <c:pt idx="416">
                  <c:v>33.726140000000001</c:v>
                </c:pt>
                <c:pt idx="417">
                  <c:v>30.910430000000002</c:v>
                </c:pt>
                <c:pt idx="418">
                  <c:v>26.464960000000001</c:v>
                </c:pt>
                <c:pt idx="419">
                  <c:v>25.022210000000001</c:v>
                </c:pt>
                <c:pt idx="420">
                  <c:v>28.188459999999999</c:v>
                </c:pt>
                <c:pt idx="421">
                  <c:v>31.782599999999999</c:v>
                </c:pt>
                <c:pt idx="422">
                  <c:v>24.905080000000002</c:v>
                </c:pt>
                <c:pt idx="423">
                  <c:v>23.486920000000001</c:v>
                </c:pt>
                <c:pt idx="424">
                  <c:v>30.767579999999999</c:v>
                </c:pt>
                <c:pt idx="425">
                  <c:v>28.84975</c:v>
                </c:pt>
                <c:pt idx="426">
                  <c:v>31.82629</c:v>
                </c:pt>
                <c:pt idx="427">
                  <c:v>31.233260000000001</c:v>
                </c:pt>
                <c:pt idx="428">
                  <c:v>33.189570000000003</c:v>
                </c:pt>
                <c:pt idx="429">
                  <c:v>31.436530000000001</c:v>
                </c:pt>
                <c:pt idx="430">
                  <c:v>27.740690000000001</c:v>
                </c:pt>
                <c:pt idx="431">
                  <c:v>30.350719999999999</c:v>
                </c:pt>
                <c:pt idx="432">
                  <c:v>26.025110000000002</c:v>
                </c:pt>
                <c:pt idx="433">
                  <c:v>27.282330000000002</c:v>
                </c:pt>
                <c:pt idx="434">
                  <c:v>31.752939999999999</c:v>
                </c:pt>
                <c:pt idx="435">
                  <c:v>33.676169999999999</c:v>
                </c:pt>
                <c:pt idx="436">
                  <c:v>30.434930000000001</c:v>
                </c:pt>
                <c:pt idx="437">
                  <c:v>30.644169999999999</c:v>
                </c:pt>
                <c:pt idx="438">
                  <c:v>32.939990000000002</c:v>
                </c:pt>
                <c:pt idx="439">
                  <c:v>28.558240000000001</c:v>
                </c:pt>
                <c:pt idx="440">
                  <c:v>27.779129999999999</c:v>
                </c:pt>
                <c:pt idx="441">
                  <c:v>26.637060000000002</c:v>
                </c:pt>
                <c:pt idx="442">
                  <c:v>23.986820000000002</c:v>
                </c:pt>
                <c:pt idx="443">
                  <c:v>20.72533</c:v>
                </c:pt>
                <c:pt idx="444">
                  <c:v>30.19538</c:v>
                </c:pt>
                <c:pt idx="445">
                  <c:v>35.53613</c:v>
                </c:pt>
                <c:pt idx="446">
                  <c:v>30.622119999999999</c:v>
                </c:pt>
                <c:pt idx="447">
                  <c:v>29.347429999999999</c:v>
                </c:pt>
                <c:pt idx="448">
                  <c:v>29.64001</c:v>
                </c:pt>
                <c:pt idx="449">
                  <c:v>32.026789999999998</c:v>
                </c:pt>
                <c:pt idx="450">
                  <c:v>24.215</c:v>
                </c:pt>
                <c:pt idx="451">
                  <c:v>30.033470000000001</c:v>
                </c:pt>
                <c:pt idx="452">
                  <c:v>28.079409999999999</c:v>
                </c:pt>
                <c:pt idx="453">
                  <c:v>25.758099999999999</c:v>
                </c:pt>
                <c:pt idx="454">
                  <c:v>24.02309</c:v>
                </c:pt>
                <c:pt idx="455">
                  <c:v>23.600650000000002</c:v>
                </c:pt>
                <c:pt idx="456">
                  <c:v>31.47908</c:v>
                </c:pt>
                <c:pt idx="457">
                  <c:v>25.70824</c:v>
                </c:pt>
                <c:pt idx="458">
                  <c:v>30.31737</c:v>
                </c:pt>
                <c:pt idx="459">
                  <c:v>30.391549999999999</c:v>
                </c:pt>
                <c:pt idx="460">
                  <c:v>27.850930000000002</c:v>
                </c:pt>
                <c:pt idx="461">
                  <c:v>26.117850000000001</c:v>
                </c:pt>
                <c:pt idx="462">
                  <c:v>26.619610000000002</c:v>
                </c:pt>
                <c:pt idx="463">
                  <c:v>26.147770000000001</c:v>
                </c:pt>
                <c:pt idx="464">
                  <c:v>19.633120000000002</c:v>
                </c:pt>
                <c:pt idx="465">
                  <c:v>30.826080000000001</c:v>
                </c:pt>
                <c:pt idx="466">
                  <c:v>30.336079999999999</c:v>
                </c:pt>
                <c:pt idx="467">
                  <c:v>29.94164</c:v>
                </c:pt>
                <c:pt idx="468">
                  <c:v>28.393969999999999</c:v>
                </c:pt>
                <c:pt idx="469">
                  <c:v>25.005870000000002</c:v>
                </c:pt>
                <c:pt idx="470">
                  <c:v>27.74485</c:v>
                </c:pt>
                <c:pt idx="471">
                  <c:v>29.17625</c:v>
                </c:pt>
                <c:pt idx="472">
                  <c:v>29.891780000000001</c:v>
                </c:pt>
                <c:pt idx="473">
                  <c:v>32.80536</c:v>
                </c:pt>
                <c:pt idx="474">
                  <c:v>30.575060000000001</c:v>
                </c:pt>
                <c:pt idx="475">
                  <c:v>27.96133</c:v>
                </c:pt>
                <c:pt idx="476">
                  <c:v>29.989149999999999</c:v>
                </c:pt>
                <c:pt idx="477">
                  <c:v>28.506</c:v>
                </c:pt>
                <c:pt idx="478">
                  <c:v>29.670359999999999</c:v>
                </c:pt>
                <c:pt idx="479">
                  <c:v>30.26529</c:v>
                </c:pt>
                <c:pt idx="480">
                  <c:v>28.209669999999999</c:v>
                </c:pt>
                <c:pt idx="481">
                  <c:v>29.676570000000002</c:v>
                </c:pt>
                <c:pt idx="482">
                  <c:v>25.502680000000002</c:v>
                </c:pt>
                <c:pt idx="483">
                  <c:v>25.1069</c:v>
                </c:pt>
                <c:pt idx="484">
                  <c:v>23.081160000000001</c:v>
                </c:pt>
                <c:pt idx="485">
                  <c:v>27.73807</c:v>
                </c:pt>
                <c:pt idx="486">
                  <c:v>31.328700000000001</c:v>
                </c:pt>
                <c:pt idx="487">
                  <c:v>31.41337</c:v>
                </c:pt>
                <c:pt idx="488">
                  <c:v>26.455919999999999</c:v>
                </c:pt>
                <c:pt idx="489">
                  <c:v>29.62903</c:v>
                </c:pt>
                <c:pt idx="490">
                  <c:v>29.869859999999999</c:v>
                </c:pt>
                <c:pt idx="491">
                  <c:v>30.283390000000001</c:v>
                </c:pt>
                <c:pt idx="492">
                  <c:v>31.88184</c:v>
                </c:pt>
                <c:pt idx="493">
                  <c:v>29.446719999999999</c:v>
                </c:pt>
                <c:pt idx="494">
                  <c:v>26.642890000000001</c:v>
                </c:pt>
                <c:pt idx="495">
                  <c:v>26.446829999999999</c:v>
                </c:pt>
                <c:pt idx="496">
                  <c:v>29.957509999999999</c:v>
                </c:pt>
                <c:pt idx="497">
                  <c:v>28.843389999999999</c:v>
                </c:pt>
                <c:pt idx="498">
                  <c:v>24.561330000000002</c:v>
                </c:pt>
                <c:pt idx="499">
                  <c:v>22.685169999999999</c:v>
                </c:pt>
                <c:pt idx="500">
                  <c:v>29.775200000000002</c:v>
                </c:pt>
                <c:pt idx="501">
                  <c:v>28.96124</c:v>
                </c:pt>
                <c:pt idx="502">
                  <c:v>29.553129999999999</c:v>
                </c:pt>
                <c:pt idx="503">
                  <c:v>28.933820000000001</c:v>
                </c:pt>
                <c:pt idx="504">
                  <c:v>28.413229999999999</c:v>
                </c:pt>
                <c:pt idx="505">
                  <c:v>31.073370000000001</c:v>
                </c:pt>
                <c:pt idx="506">
                  <c:v>31.11064</c:v>
                </c:pt>
                <c:pt idx="507">
                  <c:v>28.8276</c:v>
                </c:pt>
                <c:pt idx="508">
                  <c:v>26.2636</c:v>
                </c:pt>
                <c:pt idx="509">
                  <c:v>27.87595</c:v>
                </c:pt>
                <c:pt idx="510">
                  <c:v>28.332070000000002</c:v>
                </c:pt>
                <c:pt idx="511">
                  <c:v>28.761749999999999</c:v>
                </c:pt>
                <c:pt idx="512">
                  <c:v>27.871469999999999</c:v>
                </c:pt>
                <c:pt idx="513">
                  <c:v>29.856909999999999</c:v>
                </c:pt>
                <c:pt idx="514">
                  <c:v>24.373699999999999</c:v>
                </c:pt>
                <c:pt idx="515">
                  <c:v>25.583970000000001</c:v>
                </c:pt>
                <c:pt idx="516">
                  <c:v>30.167580000000001</c:v>
                </c:pt>
                <c:pt idx="517">
                  <c:v>29.072780000000002</c:v>
                </c:pt>
                <c:pt idx="518">
                  <c:v>28.500019999999999</c:v>
                </c:pt>
                <c:pt idx="519">
                  <c:v>31.07057</c:v>
                </c:pt>
                <c:pt idx="520">
                  <c:v>32.472790000000003</c:v>
                </c:pt>
                <c:pt idx="521">
                  <c:v>35.681939999999997</c:v>
                </c:pt>
                <c:pt idx="522">
                  <c:v>35.515709999999999</c:v>
                </c:pt>
                <c:pt idx="523">
                  <c:v>31.613340000000001</c:v>
                </c:pt>
                <c:pt idx="524">
                  <c:v>30.740939999999998</c:v>
                </c:pt>
                <c:pt idx="525">
                  <c:v>27.68365</c:v>
                </c:pt>
                <c:pt idx="526">
                  <c:v>25.906189999999999</c:v>
                </c:pt>
                <c:pt idx="527">
                  <c:v>24.88091</c:v>
                </c:pt>
                <c:pt idx="528">
                  <c:v>23.813790000000001</c:v>
                </c:pt>
                <c:pt idx="529">
                  <c:v>27.114350000000002</c:v>
                </c:pt>
                <c:pt idx="530">
                  <c:v>26.842079999999999</c:v>
                </c:pt>
                <c:pt idx="531">
                  <c:v>26.183160000000001</c:v>
                </c:pt>
                <c:pt idx="532">
                  <c:v>30.831440000000001</c:v>
                </c:pt>
                <c:pt idx="533">
                  <c:v>32.776890000000002</c:v>
                </c:pt>
                <c:pt idx="534">
                  <c:v>28.91995</c:v>
                </c:pt>
                <c:pt idx="535">
                  <c:v>29.709040000000002</c:v>
                </c:pt>
                <c:pt idx="536">
                  <c:v>31.522680000000001</c:v>
                </c:pt>
                <c:pt idx="537">
                  <c:v>33.796149999999997</c:v>
                </c:pt>
                <c:pt idx="538">
                  <c:v>33.588979999999999</c:v>
                </c:pt>
                <c:pt idx="539">
                  <c:v>31.365359999999999</c:v>
                </c:pt>
                <c:pt idx="540">
                  <c:v>31.20881</c:v>
                </c:pt>
                <c:pt idx="541">
                  <c:v>32.196089999999998</c:v>
                </c:pt>
                <c:pt idx="542">
                  <c:v>30.585059999999999</c:v>
                </c:pt>
                <c:pt idx="543">
                  <c:v>29.499580000000002</c:v>
                </c:pt>
                <c:pt idx="544">
                  <c:v>27.275780000000001</c:v>
                </c:pt>
                <c:pt idx="545">
                  <c:v>27.584050000000001</c:v>
                </c:pt>
                <c:pt idx="546">
                  <c:v>29.5703</c:v>
                </c:pt>
                <c:pt idx="547">
                  <c:v>30.719190000000001</c:v>
                </c:pt>
                <c:pt idx="548">
                  <c:v>29.747070000000001</c:v>
                </c:pt>
                <c:pt idx="549">
                  <c:v>28.059670000000001</c:v>
                </c:pt>
                <c:pt idx="550">
                  <c:v>33.608580000000003</c:v>
                </c:pt>
                <c:pt idx="551">
                  <c:v>30.237179999999999</c:v>
                </c:pt>
                <c:pt idx="552">
                  <c:v>28.863029999999998</c:v>
                </c:pt>
                <c:pt idx="553">
                  <c:v>32.74682</c:v>
                </c:pt>
                <c:pt idx="554">
                  <c:v>36.341430000000003</c:v>
                </c:pt>
                <c:pt idx="555">
                  <c:v>35.671799999999998</c:v>
                </c:pt>
                <c:pt idx="556">
                  <c:v>38.215049999999998</c:v>
                </c:pt>
                <c:pt idx="557">
                  <c:v>27.95016</c:v>
                </c:pt>
                <c:pt idx="558">
                  <c:v>30.815390000000001</c:v>
                </c:pt>
                <c:pt idx="559">
                  <c:v>29.70187</c:v>
                </c:pt>
                <c:pt idx="560">
                  <c:v>29.309570000000001</c:v>
                </c:pt>
                <c:pt idx="561">
                  <c:v>32.798780000000001</c:v>
                </c:pt>
                <c:pt idx="562">
                  <c:v>34.607390000000002</c:v>
                </c:pt>
                <c:pt idx="563">
                  <c:v>29.094139999999999</c:v>
                </c:pt>
                <c:pt idx="564">
                  <c:v>29.71997</c:v>
                </c:pt>
                <c:pt idx="565">
                  <c:v>32.816180000000003</c:v>
                </c:pt>
                <c:pt idx="566">
                  <c:v>34.341419999999999</c:v>
                </c:pt>
                <c:pt idx="567">
                  <c:v>30.405239999999999</c:v>
                </c:pt>
                <c:pt idx="568">
                  <c:v>31.036239999999999</c:v>
                </c:pt>
                <c:pt idx="569">
                  <c:v>29.846920000000001</c:v>
                </c:pt>
                <c:pt idx="570">
                  <c:v>31.9452</c:v>
                </c:pt>
                <c:pt idx="571">
                  <c:v>29.406829999999999</c:v>
                </c:pt>
                <c:pt idx="572">
                  <c:v>31.072880000000001</c:v>
                </c:pt>
                <c:pt idx="573">
                  <c:v>30.55641</c:v>
                </c:pt>
                <c:pt idx="574">
                  <c:v>36.629640000000002</c:v>
                </c:pt>
                <c:pt idx="575">
                  <c:v>35.458320000000001</c:v>
                </c:pt>
                <c:pt idx="576">
                  <c:v>29.159009999999999</c:v>
                </c:pt>
                <c:pt idx="577">
                  <c:v>26.917739999999998</c:v>
                </c:pt>
                <c:pt idx="578">
                  <c:v>29.208909999999999</c:v>
                </c:pt>
                <c:pt idx="579">
                  <c:v>30.147069999999999</c:v>
                </c:pt>
                <c:pt idx="580">
                  <c:v>32.112319999999997</c:v>
                </c:pt>
                <c:pt idx="581">
                  <c:v>30.460239999999999</c:v>
                </c:pt>
                <c:pt idx="582">
                  <c:v>29.040579999999999</c:v>
                </c:pt>
                <c:pt idx="583">
                  <c:v>31.295310000000001</c:v>
                </c:pt>
                <c:pt idx="584">
                  <c:v>26.909770000000002</c:v>
                </c:pt>
                <c:pt idx="585">
                  <c:v>33.008220000000001</c:v>
                </c:pt>
                <c:pt idx="586">
                  <c:v>32.195839999999997</c:v>
                </c:pt>
                <c:pt idx="587">
                  <c:v>30.37041</c:v>
                </c:pt>
                <c:pt idx="588">
                  <c:v>30.358319999999999</c:v>
                </c:pt>
                <c:pt idx="589">
                  <c:v>31.16695</c:v>
                </c:pt>
                <c:pt idx="590">
                  <c:v>31.935400000000001</c:v>
                </c:pt>
                <c:pt idx="591">
                  <c:v>30.844169999999998</c:v>
                </c:pt>
                <c:pt idx="592">
                  <c:v>33.58128</c:v>
                </c:pt>
                <c:pt idx="593">
                  <c:v>31.647410000000001</c:v>
                </c:pt>
                <c:pt idx="594">
                  <c:v>32.517609999999998</c:v>
                </c:pt>
                <c:pt idx="595">
                  <c:v>31.740739999999999</c:v>
                </c:pt>
                <c:pt idx="596">
                  <c:v>29.011119999999998</c:v>
                </c:pt>
                <c:pt idx="597">
                  <c:v>27.02497</c:v>
                </c:pt>
                <c:pt idx="598">
                  <c:v>30.428439999999998</c:v>
                </c:pt>
                <c:pt idx="599">
                  <c:v>29.766970000000001</c:v>
                </c:pt>
                <c:pt idx="600">
                  <c:v>29.879650000000002</c:v>
                </c:pt>
                <c:pt idx="601">
                  <c:v>33.25067</c:v>
                </c:pt>
                <c:pt idx="602">
                  <c:v>29.328579999999999</c:v>
                </c:pt>
                <c:pt idx="603">
                  <c:v>29.15127</c:v>
                </c:pt>
                <c:pt idx="604">
                  <c:v>29.503150000000002</c:v>
                </c:pt>
                <c:pt idx="605">
                  <c:v>32.630049999999997</c:v>
                </c:pt>
                <c:pt idx="606">
                  <c:v>32.645200000000003</c:v>
                </c:pt>
                <c:pt idx="607">
                  <c:v>32.783740000000002</c:v>
                </c:pt>
                <c:pt idx="608">
                  <c:v>32.469569999999997</c:v>
                </c:pt>
                <c:pt idx="609">
                  <c:v>28.046610000000001</c:v>
                </c:pt>
                <c:pt idx="610">
                  <c:v>33.144410000000001</c:v>
                </c:pt>
                <c:pt idx="611">
                  <c:v>27.841000000000001</c:v>
                </c:pt>
                <c:pt idx="612">
                  <c:v>31.18139</c:v>
                </c:pt>
                <c:pt idx="613">
                  <c:v>30.995280000000001</c:v>
                </c:pt>
                <c:pt idx="614">
                  <c:v>30.985289999999999</c:v>
                </c:pt>
                <c:pt idx="615">
                  <c:v>33.694940000000003</c:v>
                </c:pt>
                <c:pt idx="616">
                  <c:v>28.75844</c:v>
                </c:pt>
                <c:pt idx="617">
                  <c:v>32.103490000000001</c:v>
                </c:pt>
                <c:pt idx="618">
                  <c:v>26.516539999999999</c:v>
                </c:pt>
                <c:pt idx="619">
                  <c:v>32.636830000000003</c:v>
                </c:pt>
                <c:pt idx="620">
                  <c:v>35.460459999999998</c:v>
                </c:pt>
                <c:pt idx="621">
                  <c:v>30.40287</c:v>
                </c:pt>
                <c:pt idx="622">
                  <c:v>29.43638</c:v>
                </c:pt>
                <c:pt idx="623">
                  <c:v>30.999849999999999</c:v>
                </c:pt>
                <c:pt idx="624">
                  <c:v>28.26313</c:v>
                </c:pt>
                <c:pt idx="625">
                  <c:v>25.982150000000001</c:v>
                </c:pt>
                <c:pt idx="626">
                  <c:v>34.6173</c:v>
                </c:pt>
                <c:pt idx="627">
                  <c:v>37.378329999999998</c:v>
                </c:pt>
                <c:pt idx="628">
                  <c:v>31.422930000000001</c:v>
                </c:pt>
                <c:pt idx="629">
                  <c:v>30.20232</c:v>
                </c:pt>
                <c:pt idx="630">
                  <c:v>29.893889999999999</c:v>
                </c:pt>
                <c:pt idx="631">
                  <c:v>35.725749999999998</c:v>
                </c:pt>
                <c:pt idx="632">
                  <c:v>31.479700000000001</c:v>
                </c:pt>
                <c:pt idx="633">
                  <c:v>31.618659999999998</c:v>
                </c:pt>
                <c:pt idx="634">
                  <c:v>31.64518</c:v>
                </c:pt>
                <c:pt idx="635">
                  <c:v>31.236080000000001</c:v>
                </c:pt>
                <c:pt idx="636">
                  <c:v>29.644909999999999</c:v>
                </c:pt>
                <c:pt idx="637">
                  <c:v>26.373729999999998</c:v>
                </c:pt>
                <c:pt idx="638">
                  <c:v>31.647939999999998</c:v>
                </c:pt>
                <c:pt idx="639">
                  <c:v>32.585979999999999</c:v>
                </c:pt>
                <c:pt idx="640">
                  <c:v>34.09348</c:v>
                </c:pt>
                <c:pt idx="641">
                  <c:v>29.477260000000001</c:v>
                </c:pt>
                <c:pt idx="642">
                  <c:v>25.809059999999999</c:v>
                </c:pt>
                <c:pt idx="643">
                  <c:v>32.758609999999997</c:v>
                </c:pt>
                <c:pt idx="644">
                  <c:v>31.55292</c:v>
                </c:pt>
                <c:pt idx="645">
                  <c:v>30.857220000000002</c:v>
                </c:pt>
                <c:pt idx="646">
                  <c:v>31.799150000000001</c:v>
                </c:pt>
                <c:pt idx="647">
                  <c:v>30.419540000000001</c:v>
                </c:pt>
                <c:pt idx="648">
                  <c:v>38.430700000000002</c:v>
                </c:pt>
                <c:pt idx="649">
                  <c:v>28.79607</c:v>
                </c:pt>
                <c:pt idx="650">
                  <c:v>33.16178</c:v>
                </c:pt>
                <c:pt idx="651">
                  <c:v>30.901990000000001</c:v>
                </c:pt>
                <c:pt idx="652">
                  <c:v>31.557960000000001</c:v>
                </c:pt>
                <c:pt idx="653">
                  <c:v>31.447369999999999</c:v>
                </c:pt>
                <c:pt idx="654">
                  <c:v>30.34477</c:v>
                </c:pt>
                <c:pt idx="655">
                  <c:v>31.50423</c:v>
                </c:pt>
                <c:pt idx="656">
                  <c:v>31.492540000000002</c:v>
                </c:pt>
                <c:pt idx="657">
                  <c:v>32.210039999999999</c:v>
                </c:pt>
                <c:pt idx="658">
                  <c:v>30.809719999999999</c:v>
                </c:pt>
                <c:pt idx="659">
                  <c:v>33.818629999999999</c:v>
                </c:pt>
                <c:pt idx="660">
                  <c:v>31.606670000000001</c:v>
                </c:pt>
                <c:pt idx="661">
                  <c:v>31.062390000000001</c:v>
                </c:pt>
                <c:pt idx="662">
                  <c:v>35.426569999999998</c:v>
                </c:pt>
                <c:pt idx="663">
                  <c:v>27.152850000000001</c:v>
                </c:pt>
                <c:pt idx="664">
                  <c:v>30.233550000000001</c:v>
                </c:pt>
                <c:pt idx="665">
                  <c:v>26.073599999999999</c:v>
                </c:pt>
                <c:pt idx="666">
                  <c:v>25.748049999999999</c:v>
                </c:pt>
                <c:pt idx="667">
                  <c:v>30.47071</c:v>
                </c:pt>
                <c:pt idx="668">
                  <c:v>30.13081</c:v>
                </c:pt>
                <c:pt idx="669">
                  <c:v>33.240229999999997</c:v>
                </c:pt>
                <c:pt idx="670">
                  <c:v>32.746589999999998</c:v>
                </c:pt>
                <c:pt idx="671">
                  <c:v>33.96557</c:v>
                </c:pt>
                <c:pt idx="672">
                  <c:v>40.341679999999997</c:v>
                </c:pt>
                <c:pt idx="673">
                  <c:v>32.045909999999999</c:v>
                </c:pt>
                <c:pt idx="674">
                  <c:v>32.368250000000003</c:v>
                </c:pt>
                <c:pt idx="675">
                  <c:v>29.813389999999998</c:v>
                </c:pt>
                <c:pt idx="676">
                  <c:v>34.321289999999998</c:v>
                </c:pt>
                <c:pt idx="677">
                  <c:v>32.221559999999997</c:v>
                </c:pt>
                <c:pt idx="678">
                  <c:v>31.92304</c:v>
                </c:pt>
                <c:pt idx="679">
                  <c:v>33.129710000000003</c:v>
                </c:pt>
                <c:pt idx="680">
                  <c:v>30.43534</c:v>
                </c:pt>
                <c:pt idx="681">
                  <c:v>30.623850000000001</c:v>
                </c:pt>
                <c:pt idx="682">
                  <c:v>27.65662</c:v>
                </c:pt>
                <c:pt idx="683">
                  <c:v>27.259899999999998</c:v>
                </c:pt>
                <c:pt idx="684">
                  <c:v>33.370800000000003</c:v>
                </c:pt>
                <c:pt idx="685">
                  <c:v>36.47316</c:v>
                </c:pt>
                <c:pt idx="686">
                  <c:v>28.14612</c:v>
                </c:pt>
                <c:pt idx="687">
                  <c:v>27.910430000000002</c:v>
                </c:pt>
                <c:pt idx="688">
                  <c:v>25.984200000000001</c:v>
                </c:pt>
                <c:pt idx="689">
                  <c:v>29.378579999999999</c:v>
                </c:pt>
                <c:pt idx="690">
                  <c:v>34.409840000000003</c:v>
                </c:pt>
                <c:pt idx="691">
                  <c:v>30.159400000000002</c:v>
                </c:pt>
                <c:pt idx="692">
                  <c:v>33.098419999999997</c:v>
                </c:pt>
                <c:pt idx="693">
                  <c:v>31.300370000000001</c:v>
                </c:pt>
                <c:pt idx="694">
                  <c:v>29.214390000000002</c:v>
                </c:pt>
                <c:pt idx="695">
                  <c:v>32.495690000000003</c:v>
                </c:pt>
                <c:pt idx="696">
                  <c:v>33.681789999999999</c:v>
                </c:pt>
                <c:pt idx="697">
                  <c:v>34.248190000000001</c:v>
                </c:pt>
                <c:pt idx="698">
                  <c:v>29.93478</c:v>
                </c:pt>
                <c:pt idx="699">
                  <c:v>33.546680000000002</c:v>
                </c:pt>
                <c:pt idx="700">
                  <c:v>28.21866</c:v>
                </c:pt>
                <c:pt idx="701">
                  <c:v>30.53528</c:v>
                </c:pt>
                <c:pt idx="702">
                  <c:v>31.654319999999998</c:v>
                </c:pt>
                <c:pt idx="703">
                  <c:v>32.519379999999998</c:v>
                </c:pt>
                <c:pt idx="704">
                  <c:v>27.82743</c:v>
                </c:pt>
                <c:pt idx="705">
                  <c:v>31.056789999999999</c:v>
                </c:pt>
                <c:pt idx="706">
                  <c:v>28.505510000000001</c:v>
                </c:pt>
                <c:pt idx="707">
                  <c:v>27.382549999999998</c:v>
                </c:pt>
                <c:pt idx="708">
                  <c:v>33.322560000000003</c:v>
                </c:pt>
                <c:pt idx="709">
                  <c:v>30.949960000000001</c:v>
                </c:pt>
                <c:pt idx="710">
                  <c:v>32.01641</c:v>
                </c:pt>
                <c:pt idx="711">
                  <c:v>31.190090000000001</c:v>
                </c:pt>
                <c:pt idx="712">
                  <c:v>25.0029</c:v>
                </c:pt>
                <c:pt idx="713">
                  <c:v>29.15813</c:v>
                </c:pt>
                <c:pt idx="714">
                  <c:v>28.62473</c:v>
                </c:pt>
                <c:pt idx="715">
                  <c:v>27.947220000000002</c:v>
                </c:pt>
                <c:pt idx="716">
                  <c:v>29.104970000000002</c:v>
                </c:pt>
                <c:pt idx="717">
                  <c:v>27.045680000000001</c:v>
                </c:pt>
                <c:pt idx="718">
                  <c:v>30.615030000000001</c:v>
                </c:pt>
                <c:pt idx="719">
                  <c:v>29.547450000000001</c:v>
                </c:pt>
                <c:pt idx="720">
                  <c:v>33.912419999999997</c:v>
                </c:pt>
                <c:pt idx="721">
                  <c:v>35.888860000000001</c:v>
                </c:pt>
                <c:pt idx="722">
                  <c:v>33.32694</c:v>
                </c:pt>
                <c:pt idx="723">
                  <c:v>31.659980000000001</c:v>
                </c:pt>
                <c:pt idx="724">
                  <c:v>31.81073</c:v>
                </c:pt>
                <c:pt idx="725">
                  <c:v>28.67314</c:v>
                </c:pt>
                <c:pt idx="726">
                  <c:v>30.267060000000001</c:v>
                </c:pt>
                <c:pt idx="727">
                  <c:v>27.138870000000001</c:v>
                </c:pt>
                <c:pt idx="728">
                  <c:v>32.278790000000001</c:v>
                </c:pt>
                <c:pt idx="729">
                  <c:v>30.685020000000002</c:v>
                </c:pt>
                <c:pt idx="730">
                  <c:v>29.364789999999999</c:v>
                </c:pt>
                <c:pt idx="731">
                  <c:v>32.01144</c:v>
                </c:pt>
                <c:pt idx="732">
                  <c:v>29.275559999999999</c:v>
                </c:pt>
                <c:pt idx="733">
                  <c:v>21.406569999999999</c:v>
                </c:pt>
                <c:pt idx="734">
                  <c:v>29.846250000000001</c:v>
                </c:pt>
                <c:pt idx="735">
                  <c:v>34.460729999999998</c:v>
                </c:pt>
                <c:pt idx="736">
                  <c:v>28.243310000000001</c:v>
                </c:pt>
                <c:pt idx="737">
                  <c:v>28.201920000000001</c:v>
                </c:pt>
                <c:pt idx="738">
                  <c:v>29.745909999999999</c:v>
                </c:pt>
                <c:pt idx="739">
                  <c:v>30.942170000000001</c:v>
                </c:pt>
                <c:pt idx="740">
                  <c:v>26.358090000000001</c:v>
                </c:pt>
                <c:pt idx="741">
                  <c:v>30.186430000000001</c:v>
                </c:pt>
                <c:pt idx="742">
                  <c:v>28.428339999999999</c:v>
                </c:pt>
                <c:pt idx="743">
                  <c:v>31.893830000000001</c:v>
                </c:pt>
                <c:pt idx="744">
                  <c:v>33.548470000000002</c:v>
                </c:pt>
                <c:pt idx="745">
                  <c:v>32.974040000000002</c:v>
                </c:pt>
                <c:pt idx="746">
                  <c:v>33.182769999999998</c:v>
                </c:pt>
                <c:pt idx="747">
                  <c:v>33.649279999999997</c:v>
                </c:pt>
                <c:pt idx="748">
                  <c:v>30.168030000000002</c:v>
                </c:pt>
                <c:pt idx="749">
                  <c:v>30.892119999999998</c:v>
                </c:pt>
                <c:pt idx="750">
                  <c:v>30.984020000000001</c:v>
                </c:pt>
                <c:pt idx="751">
                  <c:v>29.67427</c:v>
                </c:pt>
                <c:pt idx="752">
                  <c:v>25.504100000000001</c:v>
                </c:pt>
                <c:pt idx="753">
                  <c:v>27.848839999999999</c:v>
                </c:pt>
                <c:pt idx="754">
                  <c:v>28.27779</c:v>
                </c:pt>
                <c:pt idx="755">
                  <c:v>29.501919999999998</c:v>
                </c:pt>
                <c:pt idx="756">
                  <c:v>30.672450000000001</c:v>
                </c:pt>
                <c:pt idx="757">
                  <c:v>25.206689999999998</c:v>
                </c:pt>
                <c:pt idx="758">
                  <c:v>27.42503</c:v>
                </c:pt>
                <c:pt idx="759">
                  <c:v>24.613849999999999</c:v>
                </c:pt>
                <c:pt idx="760">
                  <c:v>25.97522</c:v>
                </c:pt>
                <c:pt idx="761">
                  <c:v>24.371559999999999</c:v>
                </c:pt>
                <c:pt idx="762">
                  <c:v>28.67924</c:v>
                </c:pt>
                <c:pt idx="763">
                  <c:v>28.347049999999999</c:v>
                </c:pt>
                <c:pt idx="764">
                  <c:v>30.8141</c:v>
                </c:pt>
                <c:pt idx="765">
                  <c:v>29.624829999999999</c:v>
                </c:pt>
                <c:pt idx="766">
                  <c:v>31.425789999999999</c:v>
                </c:pt>
                <c:pt idx="767">
                  <c:v>30.27422</c:v>
                </c:pt>
                <c:pt idx="768">
                  <c:v>34.154409999999999</c:v>
                </c:pt>
                <c:pt idx="769">
                  <c:v>29.780899999999999</c:v>
                </c:pt>
                <c:pt idx="770">
                  <c:v>36.529350000000001</c:v>
                </c:pt>
                <c:pt idx="771">
                  <c:v>29.936900000000001</c:v>
                </c:pt>
                <c:pt idx="772">
                  <c:v>29.963529999999999</c:v>
                </c:pt>
                <c:pt idx="773">
                  <c:v>30.2347</c:v>
                </c:pt>
                <c:pt idx="774">
                  <c:v>31.299939999999999</c:v>
                </c:pt>
                <c:pt idx="775">
                  <c:v>28.476929999999999</c:v>
                </c:pt>
                <c:pt idx="776">
                  <c:v>22.98762</c:v>
                </c:pt>
                <c:pt idx="777">
                  <c:v>21.961410000000001</c:v>
                </c:pt>
                <c:pt idx="778">
                  <c:v>20.192450000000001</c:v>
                </c:pt>
                <c:pt idx="779">
                  <c:v>19.652290000000001</c:v>
                </c:pt>
                <c:pt idx="780">
                  <c:v>28.19398</c:v>
                </c:pt>
                <c:pt idx="781">
                  <c:v>24.945799999999998</c:v>
                </c:pt>
                <c:pt idx="782">
                  <c:v>21.64499</c:v>
                </c:pt>
                <c:pt idx="783">
                  <c:v>22.82638</c:v>
                </c:pt>
                <c:pt idx="784">
                  <c:v>23.637409999999999</c:v>
                </c:pt>
                <c:pt idx="785">
                  <c:v>29.02073</c:v>
                </c:pt>
                <c:pt idx="786">
                  <c:v>30.795459999999999</c:v>
                </c:pt>
                <c:pt idx="787">
                  <c:v>31.269960000000001</c:v>
                </c:pt>
                <c:pt idx="788">
                  <c:v>31.399920000000002</c:v>
                </c:pt>
                <c:pt idx="789">
                  <c:v>33.076099999999997</c:v>
                </c:pt>
                <c:pt idx="790">
                  <c:v>32.147449999999999</c:v>
                </c:pt>
                <c:pt idx="791">
                  <c:v>33.602089999999997</c:v>
                </c:pt>
                <c:pt idx="792">
                  <c:v>31.90982</c:v>
                </c:pt>
                <c:pt idx="793">
                  <c:v>28.101430000000001</c:v>
                </c:pt>
                <c:pt idx="794">
                  <c:v>29.591049999999999</c:v>
                </c:pt>
                <c:pt idx="795">
                  <c:v>27.795850000000002</c:v>
                </c:pt>
                <c:pt idx="796">
                  <c:v>25.83286</c:v>
                </c:pt>
                <c:pt idx="797">
                  <c:v>23.218869999999999</c:v>
                </c:pt>
                <c:pt idx="798">
                  <c:v>29.62199</c:v>
                </c:pt>
                <c:pt idx="799">
                  <c:v>24.93085</c:v>
                </c:pt>
                <c:pt idx="800">
                  <c:v>23.029119999999999</c:v>
                </c:pt>
                <c:pt idx="801">
                  <c:v>29.524059999999999</c:v>
                </c:pt>
                <c:pt idx="802">
                  <c:v>32.106409999999997</c:v>
                </c:pt>
                <c:pt idx="803">
                  <c:v>30.146879999999999</c:v>
                </c:pt>
                <c:pt idx="804">
                  <c:v>29.702369999999998</c:v>
                </c:pt>
                <c:pt idx="805">
                  <c:v>30.953659999999999</c:v>
                </c:pt>
                <c:pt idx="806">
                  <c:v>33.562089999999998</c:v>
                </c:pt>
                <c:pt idx="807">
                  <c:v>35.090510000000002</c:v>
                </c:pt>
                <c:pt idx="808">
                  <c:v>35.504660000000001</c:v>
                </c:pt>
                <c:pt idx="809">
                  <c:v>31.622399999999999</c:v>
                </c:pt>
                <c:pt idx="810">
                  <c:v>30.21688</c:v>
                </c:pt>
                <c:pt idx="811">
                  <c:v>28.592739999999999</c:v>
                </c:pt>
                <c:pt idx="812">
                  <c:v>31.52251</c:v>
                </c:pt>
                <c:pt idx="813">
                  <c:v>29.584109999999999</c:v>
                </c:pt>
                <c:pt idx="814">
                  <c:v>30.534949999999998</c:v>
                </c:pt>
                <c:pt idx="815">
                  <c:v>22.510750000000002</c:v>
                </c:pt>
                <c:pt idx="816">
                  <c:v>20.97457</c:v>
                </c:pt>
                <c:pt idx="817">
                  <c:v>30.675160000000002</c:v>
                </c:pt>
                <c:pt idx="818">
                  <c:v>26.703320000000001</c:v>
                </c:pt>
                <c:pt idx="819">
                  <c:v>29.951129999999999</c:v>
                </c:pt>
                <c:pt idx="820">
                  <c:v>26.539210000000001</c:v>
                </c:pt>
                <c:pt idx="821">
                  <c:v>32.143360000000001</c:v>
                </c:pt>
                <c:pt idx="822">
                  <c:v>29.111889999999999</c:v>
                </c:pt>
                <c:pt idx="823">
                  <c:v>36.302660000000003</c:v>
                </c:pt>
                <c:pt idx="824">
                  <c:v>30.773150000000001</c:v>
                </c:pt>
                <c:pt idx="825">
                  <c:v>29.7059</c:v>
                </c:pt>
                <c:pt idx="826">
                  <c:v>28.965</c:v>
                </c:pt>
                <c:pt idx="827">
                  <c:v>26.564430000000002</c:v>
                </c:pt>
                <c:pt idx="828">
                  <c:v>27.723510000000001</c:v>
                </c:pt>
                <c:pt idx="829">
                  <c:v>25.320440000000001</c:v>
                </c:pt>
                <c:pt idx="830">
                  <c:v>23.119219999999999</c:v>
                </c:pt>
                <c:pt idx="831">
                  <c:v>24.27787</c:v>
                </c:pt>
                <c:pt idx="832">
                  <c:v>30.712219999999999</c:v>
                </c:pt>
                <c:pt idx="833">
                  <c:v>30.694299999999998</c:v>
                </c:pt>
                <c:pt idx="834">
                  <c:v>26.233080000000001</c:v>
                </c:pt>
                <c:pt idx="835">
                  <c:v>30.284120000000001</c:v>
                </c:pt>
                <c:pt idx="836">
                  <c:v>28.317229999999999</c:v>
                </c:pt>
                <c:pt idx="837">
                  <c:v>32.421410000000002</c:v>
                </c:pt>
                <c:pt idx="838">
                  <c:v>32.222880000000004</c:v>
                </c:pt>
                <c:pt idx="839">
                  <c:v>32.53839</c:v>
                </c:pt>
                <c:pt idx="840">
                  <c:v>32.72401</c:v>
                </c:pt>
                <c:pt idx="841">
                  <c:v>31.981349999999999</c:v>
                </c:pt>
                <c:pt idx="842">
                  <c:v>25.408200000000001</c:v>
                </c:pt>
                <c:pt idx="843">
                  <c:v>27.656639999999999</c:v>
                </c:pt>
                <c:pt idx="844">
                  <c:v>22.90906</c:v>
                </c:pt>
                <c:pt idx="845">
                  <c:v>23.491820000000001</c:v>
                </c:pt>
                <c:pt idx="846">
                  <c:v>31.01904</c:v>
                </c:pt>
                <c:pt idx="847">
                  <c:v>26.929279999999999</c:v>
                </c:pt>
                <c:pt idx="848">
                  <c:v>27.527000000000001</c:v>
                </c:pt>
                <c:pt idx="849">
                  <c:v>29.92604</c:v>
                </c:pt>
                <c:pt idx="850">
                  <c:v>28.339919999999999</c:v>
                </c:pt>
                <c:pt idx="851">
                  <c:v>32.432029999999997</c:v>
                </c:pt>
                <c:pt idx="852">
                  <c:v>32.832189999999997</c:v>
                </c:pt>
                <c:pt idx="853">
                  <c:v>34.640810000000002</c:v>
                </c:pt>
                <c:pt idx="854">
                  <c:v>24.439710000000002</c:v>
                </c:pt>
                <c:pt idx="855">
                  <c:v>32.208010000000002</c:v>
                </c:pt>
                <c:pt idx="856">
                  <c:v>29.630050000000001</c:v>
                </c:pt>
                <c:pt idx="857">
                  <c:v>29.44537</c:v>
                </c:pt>
                <c:pt idx="858">
                  <c:v>28.772939999999998</c:v>
                </c:pt>
                <c:pt idx="859">
                  <c:v>29.977799999999998</c:v>
                </c:pt>
                <c:pt idx="860">
                  <c:v>29.418089999999999</c:v>
                </c:pt>
                <c:pt idx="861">
                  <c:v>34.253300000000003</c:v>
                </c:pt>
                <c:pt idx="862">
                  <c:v>25.652349999999998</c:v>
                </c:pt>
                <c:pt idx="863">
                  <c:v>27.874490000000002</c:v>
                </c:pt>
                <c:pt idx="864">
                  <c:v>27.034300000000002</c:v>
                </c:pt>
                <c:pt idx="865">
                  <c:v>26.974270000000001</c:v>
                </c:pt>
                <c:pt idx="866">
                  <c:v>26.863510000000002</c:v>
                </c:pt>
                <c:pt idx="867">
                  <c:v>21.86054</c:v>
                </c:pt>
                <c:pt idx="868">
                  <c:v>27.936889999999998</c:v>
                </c:pt>
                <c:pt idx="869">
                  <c:v>31.077719999999999</c:v>
                </c:pt>
                <c:pt idx="870">
                  <c:v>31.551259999999999</c:v>
                </c:pt>
                <c:pt idx="871">
                  <c:v>26.03735</c:v>
                </c:pt>
                <c:pt idx="872">
                  <c:v>32.063369999999999</c:v>
                </c:pt>
                <c:pt idx="873">
                  <c:v>29.576709999999999</c:v>
                </c:pt>
                <c:pt idx="874">
                  <c:v>24.646719999999998</c:v>
                </c:pt>
                <c:pt idx="875">
                  <c:v>21.436820000000001</c:v>
                </c:pt>
                <c:pt idx="876">
                  <c:v>20.03415</c:v>
                </c:pt>
                <c:pt idx="877">
                  <c:v>20.397010000000002</c:v>
                </c:pt>
                <c:pt idx="878">
                  <c:v>28.796970000000002</c:v>
                </c:pt>
                <c:pt idx="879">
                  <c:v>30.18553</c:v>
                </c:pt>
                <c:pt idx="880">
                  <c:v>28.762080000000001</c:v>
                </c:pt>
                <c:pt idx="881">
                  <c:v>31.001550000000002</c:v>
                </c:pt>
                <c:pt idx="882">
                  <c:v>29.748809999999999</c:v>
                </c:pt>
                <c:pt idx="883">
                  <c:v>31.94228</c:v>
                </c:pt>
                <c:pt idx="884">
                  <c:v>22.966090000000001</c:v>
                </c:pt>
                <c:pt idx="885">
                  <c:v>20.51464</c:v>
                </c:pt>
                <c:pt idx="886">
                  <c:v>25.33475</c:v>
                </c:pt>
                <c:pt idx="887">
                  <c:v>25.589009999999998</c:v>
                </c:pt>
                <c:pt idx="888">
                  <c:v>26.418849999999999</c:v>
                </c:pt>
                <c:pt idx="889">
                  <c:v>24.742850000000001</c:v>
                </c:pt>
                <c:pt idx="890">
                  <c:v>25.755510000000001</c:v>
                </c:pt>
                <c:pt idx="891">
                  <c:v>26.887170000000001</c:v>
                </c:pt>
                <c:pt idx="892">
                  <c:v>29.433009999999999</c:v>
                </c:pt>
                <c:pt idx="893">
                  <c:v>27.021260000000002</c:v>
                </c:pt>
                <c:pt idx="894">
                  <c:v>27.899069999999998</c:v>
                </c:pt>
                <c:pt idx="895">
                  <c:v>29.880220000000001</c:v>
                </c:pt>
                <c:pt idx="896">
                  <c:v>30.808219999999999</c:v>
                </c:pt>
                <c:pt idx="897">
                  <c:v>22.81795</c:v>
                </c:pt>
                <c:pt idx="898">
                  <c:v>23.83362</c:v>
                </c:pt>
                <c:pt idx="899">
                  <c:v>21.69444</c:v>
                </c:pt>
                <c:pt idx="900">
                  <c:v>19.097799999999999</c:v>
                </c:pt>
                <c:pt idx="901">
                  <c:v>30.578209999999999</c:v>
                </c:pt>
                <c:pt idx="902">
                  <c:v>29.533740000000002</c:v>
                </c:pt>
                <c:pt idx="903">
                  <c:v>32.935189999999999</c:v>
                </c:pt>
                <c:pt idx="904">
                  <c:v>28.503430000000002</c:v>
                </c:pt>
                <c:pt idx="905">
                  <c:v>28.723400000000002</c:v>
                </c:pt>
                <c:pt idx="906">
                  <c:v>22.92024</c:v>
                </c:pt>
                <c:pt idx="907">
                  <c:v>24.916519999999998</c:v>
                </c:pt>
                <c:pt idx="908">
                  <c:v>22.532050000000002</c:v>
                </c:pt>
                <c:pt idx="909">
                  <c:v>21.05771</c:v>
                </c:pt>
                <c:pt idx="910">
                  <c:v>21.742460000000001</c:v>
                </c:pt>
                <c:pt idx="911">
                  <c:v>22.279199999999999</c:v>
                </c:pt>
                <c:pt idx="912">
                  <c:v>23.496210000000001</c:v>
                </c:pt>
                <c:pt idx="913">
                  <c:v>24.733329999999999</c:v>
                </c:pt>
                <c:pt idx="914">
                  <c:v>21.952279999999998</c:v>
                </c:pt>
                <c:pt idx="915">
                  <c:v>21.255389999999998</c:v>
                </c:pt>
                <c:pt idx="916">
                  <c:v>28.51024</c:v>
                </c:pt>
                <c:pt idx="917">
                  <c:v>27.328769999999999</c:v>
                </c:pt>
                <c:pt idx="918">
                  <c:v>27.144279999999998</c:v>
                </c:pt>
                <c:pt idx="919">
                  <c:v>28.116219999999998</c:v>
                </c:pt>
                <c:pt idx="920">
                  <c:v>27.67981</c:v>
                </c:pt>
                <c:pt idx="921">
                  <c:v>27.008759999999999</c:v>
                </c:pt>
                <c:pt idx="922">
                  <c:v>25.4924</c:v>
                </c:pt>
                <c:pt idx="923">
                  <c:v>22.95711</c:v>
                </c:pt>
                <c:pt idx="924">
                  <c:v>20.714680000000001</c:v>
                </c:pt>
                <c:pt idx="925">
                  <c:v>31.060089999999999</c:v>
                </c:pt>
                <c:pt idx="926">
                  <c:v>30.975840000000002</c:v>
                </c:pt>
                <c:pt idx="927">
                  <c:v>33.305289999999999</c:v>
                </c:pt>
                <c:pt idx="928">
                  <c:v>34.03275</c:v>
                </c:pt>
                <c:pt idx="929">
                  <c:v>26.749939999999999</c:v>
                </c:pt>
                <c:pt idx="930">
                  <c:v>28.89274</c:v>
                </c:pt>
                <c:pt idx="931">
                  <c:v>23.269120000000001</c:v>
                </c:pt>
                <c:pt idx="932">
                  <c:v>24.211749999999999</c:v>
                </c:pt>
                <c:pt idx="933">
                  <c:v>21.324549999999999</c:v>
                </c:pt>
                <c:pt idx="934">
                  <c:v>21.83897</c:v>
                </c:pt>
                <c:pt idx="935">
                  <c:v>20.4922</c:v>
                </c:pt>
                <c:pt idx="936">
                  <c:v>22.040980000000001</c:v>
                </c:pt>
                <c:pt idx="937">
                  <c:v>21.244060000000001</c:v>
                </c:pt>
                <c:pt idx="938">
                  <c:v>25.08954</c:v>
                </c:pt>
                <c:pt idx="939">
                  <c:v>24.37302</c:v>
                </c:pt>
                <c:pt idx="940">
                  <c:v>23.31316</c:v>
                </c:pt>
                <c:pt idx="941">
                  <c:v>24.827220000000001</c:v>
                </c:pt>
                <c:pt idx="942">
                  <c:v>26.863189999999999</c:v>
                </c:pt>
                <c:pt idx="943">
                  <c:v>27.178570000000001</c:v>
                </c:pt>
                <c:pt idx="944">
                  <c:v>20.856829999999999</c:v>
                </c:pt>
                <c:pt idx="945">
                  <c:v>25.432469999999999</c:v>
                </c:pt>
                <c:pt idx="946">
                  <c:v>24.38571</c:v>
                </c:pt>
                <c:pt idx="947">
                  <c:v>19.678280000000001</c:v>
                </c:pt>
                <c:pt idx="948">
                  <c:v>20.19314</c:v>
                </c:pt>
                <c:pt idx="949">
                  <c:v>20.22635</c:v>
                </c:pt>
                <c:pt idx="950">
                  <c:v>33.159759999999999</c:v>
                </c:pt>
                <c:pt idx="951">
                  <c:v>26.600670000000001</c:v>
                </c:pt>
                <c:pt idx="952">
                  <c:v>27.115120000000001</c:v>
                </c:pt>
                <c:pt idx="953">
                  <c:v>28.769449999999999</c:v>
                </c:pt>
                <c:pt idx="954">
                  <c:v>33.074770000000001</c:v>
                </c:pt>
                <c:pt idx="955">
                  <c:v>29.072980000000001</c:v>
                </c:pt>
                <c:pt idx="956">
                  <c:v>25.356670000000001</c:v>
                </c:pt>
                <c:pt idx="957">
                  <c:v>26.687080000000002</c:v>
                </c:pt>
                <c:pt idx="958">
                  <c:v>24.831320000000002</c:v>
                </c:pt>
                <c:pt idx="959">
                  <c:v>23.187149999999999</c:v>
                </c:pt>
                <c:pt idx="960">
                  <c:v>22.273029999999999</c:v>
                </c:pt>
                <c:pt idx="961">
                  <c:v>19.546320000000001</c:v>
                </c:pt>
                <c:pt idx="962">
                  <c:v>25.266490000000001</c:v>
                </c:pt>
                <c:pt idx="963">
                  <c:v>28.14697</c:v>
                </c:pt>
                <c:pt idx="964">
                  <c:v>25.179510000000001</c:v>
                </c:pt>
                <c:pt idx="965">
                  <c:v>23.259879999999999</c:v>
                </c:pt>
                <c:pt idx="966">
                  <c:v>25.111339999999998</c:v>
                </c:pt>
                <c:pt idx="967">
                  <c:v>23.273810000000001</c:v>
                </c:pt>
                <c:pt idx="968">
                  <c:v>27.084720000000001</c:v>
                </c:pt>
                <c:pt idx="969">
                  <c:v>20.662189999999999</c:v>
                </c:pt>
                <c:pt idx="970">
                  <c:v>24.530760000000001</c:v>
                </c:pt>
                <c:pt idx="971">
                  <c:v>24.730689999999999</c:v>
                </c:pt>
                <c:pt idx="972">
                  <c:v>24.746310000000001</c:v>
                </c:pt>
                <c:pt idx="973">
                  <c:v>19.88822</c:v>
                </c:pt>
                <c:pt idx="974">
                  <c:v>31.782979999999998</c:v>
                </c:pt>
                <c:pt idx="975">
                  <c:v>30.459</c:v>
                </c:pt>
                <c:pt idx="976">
                  <c:v>27.02665</c:v>
                </c:pt>
                <c:pt idx="977">
                  <c:v>25.36872</c:v>
                </c:pt>
                <c:pt idx="978">
                  <c:v>33.73415</c:v>
                </c:pt>
                <c:pt idx="979">
                  <c:v>27.981000000000002</c:v>
                </c:pt>
                <c:pt idx="980">
                  <c:v>31.195209999999999</c:v>
                </c:pt>
                <c:pt idx="981">
                  <c:v>28.45036</c:v>
                </c:pt>
                <c:pt idx="982">
                  <c:v>25.631440000000001</c:v>
                </c:pt>
                <c:pt idx="983">
                  <c:v>22.818470000000001</c:v>
                </c:pt>
                <c:pt idx="984">
                  <c:v>20.019960000000001</c:v>
                </c:pt>
                <c:pt idx="985">
                  <c:v>18.452839999999998</c:v>
                </c:pt>
                <c:pt idx="986">
                  <c:v>19.21088</c:v>
                </c:pt>
                <c:pt idx="987">
                  <c:v>22.871500000000001</c:v>
                </c:pt>
                <c:pt idx="988">
                  <c:v>21.907070000000001</c:v>
                </c:pt>
                <c:pt idx="989">
                  <c:v>20.484549999999999</c:v>
                </c:pt>
                <c:pt idx="990">
                  <c:v>24.31073</c:v>
                </c:pt>
                <c:pt idx="991">
                  <c:v>22.838740000000001</c:v>
                </c:pt>
                <c:pt idx="992">
                  <c:v>29.201080000000001</c:v>
                </c:pt>
                <c:pt idx="993">
                  <c:v>26.737400000000001</c:v>
                </c:pt>
                <c:pt idx="994">
                  <c:v>31.695650000000001</c:v>
                </c:pt>
                <c:pt idx="995">
                  <c:v>24.682020000000001</c:v>
                </c:pt>
                <c:pt idx="996">
                  <c:v>25.278500000000001</c:v>
                </c:pt>
                <c:pt idx="997">
                  <c:v>30.825150000000001</c:v>
                </c:pt>
                <c:pt idx="998">
                  <c:v>30.69876</c:v>
                </c:pt>
                <c:pt idx="999">
                  <c:v>30.82404</c:v>
                </c:pt>
                <c:pt idx="1000">
                  <c:v>23.927289999999999</c:v>
                </c:pt>
                <c:pt idx="1001">
                  <c:v>26.762350000000001</c:v>
                </c:pt>
                <c:pt idx="1002">
                  <c:v>22.985220000000002</c:v>
                </c:pt>
                <c:pt idx="1003">
                  <c:v>23.18554</c:v>
                </c:pt>
                <c:pt idx="1004">
                  <c:v>22.048559999999998</c:v>
                </c:pt>
                <c:pt idx="1005">
                  <c:v>21.336030000000001</c:v>
                </c:pt>
                <c:pt idx="1006">
                  <c:v>20.69434</c:v>
                </c:pt>
                <c:pt idx="1007">
                  <c:v>29.75046</c:v>
                </c:pt>
                <c:pt idx="1008">
                  <c:v>31.24569</c:v>
                </c:pt>
                <c:pt idx="1009">
                  <c:v>27.743320000000001</c:v>
                </c:pt>
                <c:pt idx="1010">
                  <c:v>28.21453</c:v>
                </c:pt>
                <c:pt idx="1011">
                  <c:v>21.839729999999999</c:v>
                </c:pt>
                <c:pt idx="1012">
                  <c:v>31.150770000000001</c:v>
                </c:pt>
                <c:pt idx="1013">
                  <c:v>31.711559999999999</c:v>
                </c:pt>
                <c:pt idx="1014">
                  <c:v>31.60866</c:v>
                </c:pt>
                <c:pt idx="1015">
                  <c:v>23.039670000000001</c:v>
                </c:pt>
                <c:pt idx="1016">
                  <c:v>20.085899999999999</c:v>
                </c:pt>
                <c:pt idx="1017">
                  <c:v>19.314509999999999</c:v>
                </c:pt>
                <c:pt idx="1018">
                  <c:v>18.658110000000001</c:v>
                </c:pt>
                <c:pt idx="1019">
                  <c:v>20.575849999999999</c:v>
                </c:pt>
                <c:pt idx="1020">
                  <c:v>24.22223</c:v>
                </c:pt>
                <c:pt idx="1021">
                  <c:v>26.831189999999999</c:v>
                </c:pt>
                <c:pt idx="1022">
                  <c:v>27.544139999999999</c:v>
                </c:pt>
                <c:pt idx="1023">
                  <c:v>23.525790000000001</c:v>
                </c:pt>
                <c:pt idx="1024">
                  <c:v>22.188389999999998</c:v>
                </c:pt>
                <c:pt idx="1025">
                  <c:v>20.74202</c:v>
                </c:pt>
                <c:pt idx="1026">
                  <c:v>27.144590000000001</c:v>
                </c:pt>
                <c:pt idx="1027">
                  <c:v>24.798570000000002</c:v>
                </c:pt>
                <c:pt idx="1028">
                  <c:v>29.558700000000002</c:v>
                </c:pt>
                <c:pt idx="1029">
                  <c:v>28.158529999999999</c:v>
                </c:pt>
                <c:pt idx="1030">
                  <c:v>21.98978</c:v>
                </c:pt>
                <c:pt idx="1031">
                  <c:v>23.447389999999999</c:v>
                </c:pt>
                <c:pt idx="1032">
                  <c:v>21.505680000000002</c:v>
                </c:pt>
                <c:pt idx="1033">
                  <c:v>22.514209999999999</c:v>
                </c:pt>
                <c:pt idx="1034">
                  <c:v>20.532029999999999</c:v>
                </c:pt>
                <c:pt idx="1035">
                  <c:v>18.384360000000001</c:v>
                </c:pt>
                <c:pt idx="1036">
                  <c:v>27.809170000000002</c:v>
                </c:pt>
                <c:pt idx="1037">
                  <c:v>27.409369999999999</c:v>
                </c:pt>
                <c:pt idx="1038">
                  <c:v>21.172280000000001</c:v>
                </c:pt>
                <c:pt idx="1039">
                  <c:v>21.613109999999999</c:v>
                </c:pt>
                <c:pt idx="1040">
                  <c:v>20.528469999999999</c:v>
                </c:pt>
                <c:pt idx="1041">
                  <c:v>22.645810000000001</c:v>
                </c:pt>
                <c:pt idx="1042">
                  <c:v>23.427990000000001</c:v>
                </c:pt>
                <c:pt idx="1043">
                  <c:v>24.576280000000001</c:v>
                </c:pt>
                <c:pt idx="1044">
                  <c:v>24.067730000000001</c:v>
                </c:pt>
                <c:pt idx="1045">
                  <c:v>19.42728</c:v>
                </c:pt>
                <c:pt idx="1046">
                  <c:v>19.524699999999999</c:v>
                </c:pt>
                <c:pt idx="1047">
                  <c:v>21.05218</c:v>
                </c:pt>
                <c:pt idx="1048">
                  <c:v>20.352879999999999</c:v>
                </c:pt>
                <c:pt idx="1049">
                  <c:v>17.571999999999999</c:v>
                </c:pt>
                <c:pt idx="1050">
                  <c:v>28.69436</c:v>
                </c:pt>
                <c:pt idx="1051">
                  <c:v>26.029309999999999</c:v>
                </c:pt>
                <c:pt idx="1052">
                  <c:v>25.026499999999999</c:v>
                </c:pt>
                <c:pt idx="1053">
                  <c:v>22.62302</c:v>
                </c:pt>
                <c:pt idx="1054">
                  <c:v>21.63017</c:v>
                </c:pt>
                <c:pt idx="1055">
                  <c:v>20.66996</c:v>
                </c:pt>
                <c:pt idx="1056">
                  <c:v>28.900970000000001</c:v>
                </c:pt>
                <c:pt idx="1057">
                  <c:v>23.283709999999999</c:v>
                </c:pt>
                <c:pt idx="1058">
                  <c:v>23.674949999999999</c:v>
                </c:pt>
                <c:pt idx="1059">
                  <c:v>21.106619999999999</c:v>
                </c:pt>
                <c:pt idx="1060">
                  <c:v>21.810680000000001</c:v>
                </c:pt>
                <c:pt idx="1061">
                  <c:v>21.684560000000001</c:v>
                </c:pt>
                <c:pt idx="1062">
                  <c:v>24.890450000000001</c:v>
                </c:pt>
                <c:pt idx="1063">
                  <c:v>24.291830000000001</c:v>
                </c:pt>
                <c:pt idx="1064">
                  <c:v>26.838699999999999</c:v>
                </c:pt>
                <c:pt idx="1065">
                  <c:v>22.799849999999999</c:v>
                </c:pt>
                <c:pt idx="1066">
                  <c:v>25.08531</c:v>
                </c:pt>
                <c:pt idx="1067">
                  <c:v>23.071079999999998</c:v>
                </c:pt>
                <c:pt idx="1068">
                  <c:v>20.224</c:v>
                </c:pt>
                <c:pt idx="1069">
                  <c:v>25.567679999999999</c:v>
                </c:pt>
                <c:pt idx="1070">
                  <c:v>22.3521</c:v>
                </c:pt>
                <c:pt idx="1071">
                  <c:v>22.50262</c:v>
                </c:pt>
                <c:pt idx="1072">
                  <c:v>18.24606</c:v>
                </c:pt>
                <c:pt idx="1073">
                  <c:v>23.590389999999999</c:v>
                </c:pt>
                <c:pt idx="1074">
                  <c:v>23.96658</c:v>
                </c:pt>
                <c:pt idx="1075">
                  <c:v>22.651769999999999</c:v>
                </c:pt>
                <c:pt idx="1076">
                  <c:v>21.19772</c:v>
                </c:pt>
                <c:pt idx="1077">
                  <c:v>22.256150000000002</c:v>
                </c:pt>
                <c:pt idx="1078">
                  <c:v>19.24146</c:v>
                </c:pt>
                <c:pt idx="1079">
                  <c:v>23.776209999999999</c:v>
                </c:pt>
                <c:pt idx="1080">
                  <c:v>25.936859999999999</c:v>
                </c:pt>
                <c:pt idx="1081">
                  <c:v>23.992550000000001</c:v>
                </c:pt>
                <c:pt idx="1082">
                  <c:v>19.94191</c:v>
                </c:pt>
                <c:pt idx="1083">
                  <c:v>23.464569999999998</c:v>
                </c:pt>
                <c:pt idx="1084">
                  <c:v>21.527670000000001</c:v>
                </c:pt>
                <c:pt idx="1085">
                  <c:v>21.871479999999998</c:v>
                </c:pt>
                <c:pt idx="1086">
                  <c:v>22.031320000000001</c:v>
                </c:pt>
                <c:pt idx="1087">
                  <c:v>20.83164</c:v>
                </c:pt>
                <c:pt idx="1088">
                  <c:v>20.121089999999999</c:v>
                </c:pt>
                <c:pt idx="1089">
                  <c:v>21.50544</c:v>
                </c:pt>
                <c:pt idx="1090">
                  <c:v>24.881</c:v>
                </c:pt>
                <c:pt idx="1091">
                  <c:v>31.029389999999999</c:v>
                </c:pt>
                <c:pt idx="1092">
                  <c:v>28.720590000000001</c:v>
                </c:pt>
                <c:pt idx="1093">
                  <c:v>22.03697</c:v>
                </c:pt>
                <c:pt idx="1094">
                  <c:v>24.504740000000002</c:v>
                </c:pt>
                <c:pt idx="1095">
                  <c:v>18.64029</c:v>
                </c:pt>
                <c:pt idx="1096">
                  <c:v>23.878340000000001</c:v>
                </c:pt>
                <c:pt idx="1097">
                  <c:v>24.600660000000001</c:v>
                </c:pt>
                <c:pt idx="1098">
                  <c:v>24.110600000000002</c:v>
                </c:pt>
                <c:pt idx="1099">
                  <c:v>19.90043</c:v>
                </c:pt>
                <c:pt idx="1100">
                  <c:v>17.36843</c:v>
                </c:pt>
                <c:pt idx="1101">
                  <c:v>22.274830000000001</c:v>
                </c:pt>
                <c:pt idx="1102">
                  <c:v>21.036840000000002</c:v>
                </c:pt>
                <c:pt idx="1103">
                  <c:v>21.97486</c:v>
                </c:pt>
                <c:pt idx="1104">
                  <c:v>20.097619999999999</c:v>
                </c:pt>
                <c:pt idx="1105">
                  <c:v>23.389240000000001</c:v>
                </c:pt>
                <c:pt idx="1106">
                  <c:v>18.843050000000002</c:v>
                </c:pt>
                <c:pt idx="1107">
                  <c:v>24.56981</c:v>
                </c:pt>
                <c:pt idx="1108">
                  <c:v>27.308440000000001</c:v>
                </c:pt>
                <c:pt idx="1109">
                  <c:v>20.537949999999999</c:v>
                </c:pt>
                <c:pt idx="1110">
                  <c:v>24.33099</c:v>
                </c:pt>
                <c:pt idx="1111">
                  <c:v>24.001940000000001</c:v>
                </c:pt>
                <c:pt idx="1112">
                  <c:v>24.977609999999999</c:v>
                </c:pt>
                <c:pt idx="1113">
                  <c:v>32.852310000000003</c:v>
                </c:pt>
                <c:pt idx="1114">
                  <c:v>31.27542</c:v>
                </c:pt>
                <c:pt idx="1115">
                  <c:v>31.83417</c:v>
                </c:pt>
                <c:pt idx="1116">
                  <c:v>35.239060000000002</c:v>
                </c:pt>
                <c:pt idx="1117">
                  <c:v>38.23583</c:v>
                </c:pt>
                <c:pt idx="1118">
                  <c:v>36.588729999999998</c:v>
                </c:pt>
                <c:pt idx="1119">
                  <c:v>33.583419999999997</c:v>
                </c:pt>
                <c:pt idx="1120">
                  <c:v>21.454619999999998</c:v>
                </c:pt>
                <c:pt idx="1121">
                  <c:v>25.081790000000002</c:v>
                </c:pt>
                <c:pt idx="1122">
                  <c:v>28.507069999999999</c:v>
                </c:pt>
                <c:pt idx="1123">
                  <c:v>30.080120000000001</c:v>
                </c:pt>
                <c:pt idx="1124">
                  <c:v>31.662500000000001</c:v>
                </c:pt>
                <c:pt idx="1125">
                  <c:v>30.450669999999999</c:v>
                </c:pt>
                <c:pt idx="1126">
                  <c:v>31.99278</c:v>
                </c:pt>
                <c:pt idx="1127">
                  <c:v>33.953209999999999</c:v>
                </c:pt>
                <c:pt idx="1128">
                  <c:v>31.98199</c:v>
                </c:pt>
                <c:pt idx="1129">
                  <c:v>28.603539999999999</c:v>
                </c:pt>
                <c:pt idx="1130">
                  <c:v>25.629300000000001</c:v>
                </c:pt>
                <c:pt idx="1131">
                  <c:v>29.09423</c:v>
                </c:pt>
                <c:pt idx="1132">
                  <c:v>30.72381</c:v>
                </c:pt>
                <c:pt idx="1133">
                  <c:v>28.824919999999999</c:v>
                </c:pt>
                <c:pt idx="1134">
                  <c:v>27.533930000000002</c:v>
                </c:pt>
                <c:pt idx="1135">
                  <c:v>36.272460000000002</c:v>
                </c:pt>
                <c:pt idx="1136">
                  <c:v>30.466629999999999</c:v>
                </c:pt>
                <c:pt idx="1137">
                  <c:v>30.536750000000001</c:v>
                </c:pt>
                <c:pt idx="1138">
                  <c:v>33.962229999999998</c:v>
                </c:pt>
                <c:pt idx="1139">
                  <c:v>31.418320000000001</c:v>
                </c:pt>
                <c:pt idx="1140">
                  <c:v>29.67559</c:v>
                </c:pt>
                <c:pt idx="1141">
                  <c:v>32.277349999999998</c:v>
                </c:pt>
                <c:pt idx="1142">
                  <c:v>29.579249999999998</c:v>
                </c:pt>
                <c:pt idx="1143">
                  <c:v>30.045809999999999</c:v>
                </c:pt>
                <c:pt idx="1144">
                  <c:v>29.539739999999998</c:v>
                </c:pt>
                <c:pt idx="1145">
                  <c:v>29.199719999999999</c:v>
                </c:pt>
                <c:pt idx="1146">
                  <c:v>30.035769999999999</c:v>
                </c:pt>
                <c:pt idx="1147">
                  <c:v>31.305260000000001</c:v>
                </c:pt>
              </c:numCache>
            </c:numRef>
          </c:xVal>
          <c:yVal>
            <c:numRef>
              <c:f>'2002'!$N$2:$N$1149</c:f>
              <c:numCache>
                <c:formatCode>0.00</c:formatCode>
                <c:ptCount val="1148"/>
                <c:pt idx="0">
                  <c:v>0.49191400000000002</c:v>
                </c:pt>
                <c:pt idx="1">
                  <c:v>0.38543100000000002</c:v>
                </c:pt>
                <c:pt idx="2">
                  <c:v>0.33305299999999999</c:v>
                </c:pt>
                <c:pt idx="3">
                  <c:v>0.47139799999999998</c:v>
                </c:pt>
                <c:pt idx="4">
                  <c:v>0.53212300000000001</c:v>
                </c:pt>
                <c:pt idx="5">
                  <c:v>0.47240100000000002</c:v>
                </c:pt>
                <c:pt idx="6">
                  <c:v>0.46288499999999999</c:v>
                </c:pt>
                <c:pt idx="7">
                  <c:v>0.26877000000000001</c:v>
                </c:pt>
                <c:pt idx="8">
                  <c:v>0.25873000000000002</c:v>
                </c:pt>
                <c:pt idx="9">
                  <c:v>0.40618100000000001</c:v>
                </c:pt>
                <c:pt idx="10">
                  <c:v>0.101067</c:v>
                </c:pt>
                <c:pt idx="11">
                  <c:v>0.37127599999999999</c:v>
                </c:pt>
                <c:pt idx="12">
                  <c:v>0.44209700000000002</c:v>
                </c:pt>
                <c:pt idx="13">
                  <c:v>0.33515</c:v>
                </c:pt>
                <c:pt idx="14">
                  <c:v>0.23113</c:v>
                </c:pt>
                <c:pt idx="15">
                  <c:v>0.29941699999999999</c:v>
                </c:pt>
                <c:pt idx="16">
                  <c:v>0.38316699999999998</c:v>
                </c:pt>
                <c:pt idx="17">
                  <c:v>0.34371600000000002</c:v>
                </c:pt>
                <c:pt idx="18">
                  <c:v>0.35104600000000002</c:v>
                </c:pt>
                <c:pt idx="19">
                  <c:v>0.39987200000000001</c:v>
                </c:pt>
                <c:pt idx="20">
                  <c:v>0.407474</c:v>
                </c:pt>
                <c:pt idx="21">
                  <c:v>0.35628199999999999</c:v>
                </c:pt>
                <c:pt idx="22">
                  <c:v>0.22455900000000001</c:v>
                </c:pt>
                <c:pt idx="23">
                  <c:v>0.34116299999999999</c:v>
                </c:pt>
                <c:pt idx="24">
                  <c:v>0.30310500000000001</c:v>
                </c:pt>
                <c:pt idx="25">
                  <c:v>0.39438800000000002</c:v>
                </c:pt>
                <c:pt idx="26">
                  <c:v>0.25822099999999998</c:v>
                </c:pt>
                <c:pt idx="27">
                  <c:v>0.387849</c:v>
                </c:pt>
                <c:pt idx="28">
                  <c:v>0.51394300000000004</c:v>
                </c:pt>
                <c:pt idx="29">
                  <c:v>0.31338700000000003</c:v>
                </c:pt>
                <c:pt idx="30">
                  <c:v>0.352381</c:v>
                </c:pt>
                <c:pt idx="31">
                  <c:v>0.34216200000000002</c:v>
                </c:pt>
                <c:pt idx="32">
                  <c:v>0.37967499999999998</c:v>
                </c:pt>
                <c:pt idx="33">
                  <c:v>0.31406800000000001</c:v>
                </c:pt>
                <c:pt idx="34">
                  <c:v>0.28167199999999998</c:v>
                </c:pt>
                <c:pt idx="35">
                  <c:v>0.21249599999999999</c:v>
                </c:pt>
                <c:pt idx="36">
                  <c:v>0.19253999999999999</c:v>
                </c:pt>
                <c:pt idx="37">
                  <c:v>0.38704300000000003</c:v>
                </c:pt>
                <c:pt idx="38">
                  <c:v>0.39118900000000001</c:v>
                </c:pt>
                <c:pt idx="39">
                  <c:v>7.8583E-2</c:v>
                </c:pt>
                <c:pt idx="40">
                  <c:v>0.33545599999999998</c:v>
                </c:pt>
                <c:pt idx="41">
                  <c:v>0.21751799999999999</c:v>
                </c:pt>
                <c:pt idx="42">
                  <c:v>0.494587</c:v>
                </c:pt>
                <c:pt idx="43">
                  <c:v>0.16312299999999999</c:v>
                </c:pt>
                <c:pt idx="44">
                  <c:v>0.405086</c:v>
                </c:pt>
                <c:pt idx="45">
                  <c:v>0.355686</c:v>
                </c:pt>
                <c:pt idx="46">
                  <c:v>0.26911299999999999</c:v>
                </c:pt>
                <c:pt idx="47">
                  <c:v>0.35773300000000002</c:v>
                </c:pt>
                <c:pt idx="48">
                  <c:v>0.30705900000000003</c:v>
                </c:pt>
                <c:pt idx="49">
                  <c:v>0.272727</c:v>
                </c:pt>
                <c:pt idx="50">
                  <c:v>0.23535600000000001</c:v>
                </c:pt>
                <c:pt idx="51">
                  <c:v>0.41382200000000002</c:v>
                </c:pt>
                <c:pt idx="52">
                  <c:v>0.50124299999999999</c:v>
                </c:pt>
                <c:pt idx="53">
                  <c:v>0.33597900000000003</c:v>
                </c:pt>
                <c:pt idx="54">
                  <c:v>0.215896</c:v>
                </c:pt>
                <c:pt idx="55">
                  <c:v>0.27301999999999998</c:v>
                </c:pt>
                <c:pt idx="56">
                  <c:v>0.227438</c:v>
                </c:pt>
                <c:pt idx="57">
                  <c:v>0.216366</c:v>
                </c:pt>
                <c:pt idx="58">
                  <c:v>0.23815</c:v>
                </c:pt>
                <c:pt idx="59">
                  <c:v>0.37614700000000001</c:v>
                </c:pt>
                <c:pt idx="60">
                  <c:v>0.36937599999999998</c:v>
                </c:pt>
                <c:pt idx="61">
                  <c:v>0.28608699999999998</c:v>
                </c:pt>
                <c:pt idx="62">
                  <c:v>0.39796100000000001</c:v>
                </c:pt>
                <c:pt idx="63">
                  <c:v>0.31117400000000001</c:v>
                </c:pt>
                <c:pt idx="64">
                  <c:v>0.33582299999999998</c:v>
                </c:pt>
                <c:pt idx="65">
                  <c:v>0.419543</c:v>
                </c:pt>
                <c:pt idx="66">
                  <c:v>0.30491499999999999</c:v>
                </c:pt>
                <c:pt idx="67">
                  <c:v>0.196104</c:v>
                </c:pt>
                <c:pt idx="68">
                  <c:v>0.32836799999999999</c:v>
                </c:pt>
                <c:pt idx="69">
                  <c:v>0.27750999999999998</c:v>
                </c:pt>
                <c:pt idx="70">
                  <c:v>0.24654599999999999</c:v>
                </c:pt>
                <c:pt idx="71">
                  <c:v>0.41758200000000001</c:v>
                </c:pt>
                <c:pt idx="72">
                  <c:v>0.27951900000000002</c:v>
                </c:pt>
                <c:pt idx="73">
                  <c:v>0.33301900000000001</c:v>
                </c:pt>
                <c:pt idx="74">
                  <c:v>0.31587300000000001</c:v>
                </c:pt>
                <c:pt idx="75">
                  <c:v>0.28171000000000002</c:v>
                </c:pt>
                <c:pt idx="76">
                  <c:v>0.43126599999999998</c:v>
                </c:pt>
                <c:pt idx="77">
                  <c:v>0.52293599999999996</c:v>
                </c:pt>
                <c:pt idx="78">
                  <c:v>0.26534400000000002</c:v>
                </c:pt>
                <c:pt idx="79">
                  <c:v>0.30568299999999998</c:v>
                </c:pt>
                <c:pt idx="80">
                  <c:v>0.37143999999999999</c:v>
                </c:pt>
                <c:pt idx="81">
                  <c:v>0.32680300000000001</c:v>
                </c:pt>
                <c:pt idx="82">
                  <c:v>0.44522</c:v>
                </c:pt>
                <c:pt idx="83">
                  <c:v>0.38848700000000003</c:v>
                </c:pt>
                <c:pt idx="84">
                  <c:v>0.26136399999999999</c:v>
                </c:pt>
                <c:pt idx="85">
                  <c:v>0.50493900000000003</c:v>
                </c:pt>
                <c:pt idx="86">
                  <c:v>0.30035099999999998</c:v>
                </c:pt>
                <c:pt idx="87">
                  <c:v>0.37149100000000002</c:v>
                </c:pt>
                <c:pt idx="88">
                  <c:v>0.27186900000000003</c:v>
                </c:pt>
                <c:pt idx="89">
                  <c:v>0.37543399999999999</c:v>
                </c:pt>
                <c:pt idx="90">
                  <c:v>0.26450600000000002</c:v>
                </c:pt>
                <c:pt idx="91">
                  <c:v>0.36656100000000003</c:v>
                </c:pt>
                <c:pt idx="92">
                  <c:v>0.30283199999999999</c:v>
                </c:pt>
                <c:pt idx="93">
                  <c:v>0.35687200000000002</c:v>
                </c:pt>
                <c:pt idx="94">
                  <c:v>0.375</c:v>
                </c:pt>
                <c:pt idx="95">
                  <c:v>0.41906199999999999</c:v>
                </c:pt>
                <c:pt idx="96">
                  <c:v>0.36743199999999998</c:v>
                </c:pt>
                <c:pt idx="97">
                  <c:v>0.21193799999999999</c:v>
                </c:pt>
                <c:pt idx="98">
                  <c:v>0.224102</c:v>
                </c:pt>
                <c:pt idx="99">
                  <c:v>0.42265799999999998</c:v>
                </c:pt>
                <c:pt idx="100">
                  <c:v>0.29028399999999999</c:v>
                </c:pt>
                <c:pt idx="101">
                  <c:v>0.360288</c:v>
                </c:pt>
                <c:pt idx="102">
                  <c:v>0.32453199999999999</c:v>
                </c:pt>
                <c:pt idx="103">
                  <c:v>0.38898500000000003</c:v>
                </c:pt>
                <c:pt idx="104">
                  <c:v>0.41274699999999998</c:v>
                </c:pt>
                <c:pt idx="105">
                  <c:v>0.38302399999999998</c:v>
                </c:pt>
                <c:pt idx="106">
                  <c:v>0.42857099999999998</c:v>
                </c:pt>
                <c:pt idx="107">
                  <c:v>8.4237000000000006E-2</c:v>
                </c:pt>
                <c:pt idx="108">
                  <c:v>0.19403000000000001</c:v>
                </c:pt>
                <c:pt idx="109">
                  <c:v>0.19787299999999999</c:v>
                </c:pt>
                <c:pt idx="110">
                  <c:v>0.46799800000000003</c:v>
                </c:pt>
                <c:pt idx="111">
                  <c:v>0.305863</c:v>
                </c:pt>
                <c:pt idx="112">
                  <c:v>0.429344</c:v>
                </c:pt>
                <c:pt idx="113">
                  <c:v>0.11081100000000001</c:v>
                </c:pt>
                <c:pt idx="114">
                  <c:v>0.39985500000000002</c:v>
                </c:pt>
                <c:pt idx="115">
                  <c:v>0.27034900000000001</c:v>
                </c:pt>
                <c:pt idx="116">
                  <c:v>0.27816000000000002</c:v>
                </c:pt>
                <c:pt idx="117">
                  <c:v>0.40104800000000002</c:v>
                </c:pt>
                <c:pt idx="118">
                  <c:v>0.36556499999999997</c:v>
                </c:pt>
                <c:pt idx="119">
                  <c:v>0.26072499999999998</c:v>
                </c:pt>
                <c:pt idx="120">
                  <c:v>0.40962999999999999</c:v>
                </c:pt>
                <c:pt idx="121">
                  <c:v>0.27245399999999997</c:v>
                </c:pt>
                <c:pt idx="122">
                  <c:v>0.34676699999999999</c:v>
                </c:pt>
                <c:pt idx="123">
                  <c:v>0.32740399999999997</c:v>
                </c:pt>
                <c:pt idx="124">
                  <c:v>0.37250499999999998</c:v>
                </c:pt>
                <c:pt idx="125">
                  <c:v>0.295927</c:v>
                </c:pt>
                <c:pt idx="126">
                  <c:v>0.190637</c:v>
                </c:pt>
                <c:pt idx="127">
                  <c:v>0.41814800000000002</c:v>
                </c:pt>
                <c:pt idx="128">
                  <c:v>0.13001799999999999</c:v>
                </c:pt>
                <c:pt idx="129">
                  <c:v>0.32344299999999998</c:v>
                </c:pt>
                <c:pt idx="130">
                  <c:v>0.205124</c:v>
                </c:pt>
                <c:pt idx="131">
                  <c:v>0.33110800000000001</c:v>
                </c:pt>
                <c:pt idx="132">
                  <c:v>0.350943</c:v>
                </c:pt>
                <c:pt idx="133">
                  <c:v>0.39342500000000002</c:v>
                </c:pt>
                <c:pt idx="134">
                  <c:v>0.30896200000000001</c:v>
                </c:pt>
                <c:pt idx="135">
                  <c:v>0.31870900000000002</c:v>
                </c:pt>
                <c:pt idx="136">
                  <c:v>0.180037</c:v>
                </c:pt>
                <c:pt idx="137">
                  <c:v>9.8798999999999998E-2</c:v>
                </c:pt>
                <c:pt idx="138">
                  <c:v>0.30714799999999998</c:v>
                </c:pt>
                <c:pt idx="139">
                  <c:v>0.36915700000000001</c:v>
                </c:pt>
                <c:pt idx="140">
                  <c:v>0.154754</c:v>
                </c:pt>
                <c:pt idx="141">
                  <c:v>0.39042199999999999</c:v>
                </c:pt>
                <c:pt idx="142">
                  <c:v>0.26717600000000002</c:v>
                </c:pt>
                <c:pt idx="143">
                  <c:v>0.37147200000000002</c:v>
                </c:pt>
                <c:pt idx="144">
                  <c:v>0.17483000000000001</c:v>
                </c:pt>
                <c:pt idx="145">
                  <c:v>0.40960000000000002</c:v>
                </c:pt>
                <c:pt idx="146">
                  <c:v>0.22305</c:v>
                </c:pt>
                <c:pt idx="147">
                  <c:v>0.197021</c:v>
                </c:pt>
                <c:pt idx="148">
                  <c:v>0.122958</c:v>
                </c:pt>
                <c:pt idx="149">
                  <c:v>0.158776</c:v>
                </c:pt>
                <c:pt idx="150">
                  <c:v>0.19777700000000001</c:v>
                </c:pt>
                <c:pt idx="151">
                  <c:v>0.39283800000000002</c:v>
                </c:pt>
                <c:pt idx="152">
                  <c:v>0.457953</c:v>
                </c:pt>
                <c:pt idx="153">
                  <c:v>0.37204900000000002</c:v>
                </c:pt>
                <c:pt idx="154">
                  <c:v>0.336198</c:v>
                </c:pt>
                <c:pt idx="155">
                  <c:v>0.235344</c:v>
                </c:pt>
                <c:pt idx="156">
                  <c:v>0.40479100000000001</c:v>
                </c:pt>
                <c:pt idx="157">
                  <c:v>0.31396600000000002</c:v>
                </c:pt>
                <c:pt idx="158">
                  <c:v>0.28739799999999999</c:v>
                </c:pt>
                <c:pt idx="159">
                  <c:v>0.35901100000000002</c:v>
                </c:pt>
                <c:pt idx="160">
                  <c:v>9.1550000000000006E-2</c:v>
                </c:pt>
                <c:pt idx="161">
                  <c:v>0.177819</c:v>
                </c:pt>
                <c:pt idx="162">
                  <c:v>0.20385600000000001</c:v>
                </c:pt>
                <c:pt idx="163">
                  <c:v>0.36246400000000001</c:v>
                </c:pt>
                <c:pt idx="164">
                  <c:v>0.338586</c:v>
                </c:pt>
                <c:pt idx="165">
                  <c:v>0.46816200000000002</c:v>
                </c:pt>
                <c:pt idx="166">
                  <c:v>0.32295699999999999</c:v>
                </c:pt>
                <c:pt idx="167">
                  <c:v>0.23296700000000001</c:v>
                </c:pt>
                <c:pt idx="168">
                  <c:v>0.429836</c:v>
                </c:pt>
                <c:pt idx="169">
                  <c:v>0.24818899999999999</c:v>
                </c:pt>
                <c:pt idx="170">
                  <c:v>0.20782900000000001</c:v>
                </c:pt>
                <c:pt idx="171">
                  <c:v>0.35308</c:v>
                </c:pt>
                <c:pt idx="172">
                  <c:v>0.26394099999999998</c:v>
                </c:pt>
                <c:pt idx="173">
                  <c:v>0.31388899999999997</c:v>
                </c:pt>
                <c:pt idx="174">
                  <c:v>0.23121700000000001</c:v>
                </c:pt>
                <c:pt idx="175">
                  <c:v>0.349576</c:v>
                </c:pt>
                <c:pt idx="176">
                  <c:v>0.21019499999999999</c:v>
                </c:pt>
                <c:pt idx="177">
                  <c:v>0.29191899999999998</c:v>
                </c:pt>
                <c:pt idx="178">
                  <c:v>0.23286699999999999</c:v>
                </c:pt>
                <c:pt idx="179">
                  <c:v>0.27685100000000001</c:v>
                </c:pt>
                <c:pt idx="180">
                  <c:v>0.35683399999999998</c:v>
                </c:pt>
                <c:pt idx="181">
                  <c:v>0.32717299999999999</c:v>
                </c:pt>
                <c:pt idx="182">
                  <c:v>0.35030299999999998</c:v>
                </c:pt>
                <c:pt idx="183">
                  <c:v>0.36796400000000001</c:v>
                </c:pt>
                <c:pt idx="184">
                  <c:v>0.35183500000000001</c:v>
                </c:pt>
                <c:pt idx="185">
                  <c:v>0.36263699999999999</c:v>
                </c:pt>
                <c:pt idx="186">
                  <c:v>0.38540600000000003</c:v>
                </c:pt>
                <c:pt idx="187">
                  <c:v>0.366477</c:v>
                </c:pt>
                <c:pt idx="188">
                  <c:v>0.26221</c:v>
                </c:pt>
                <c:pt idx="189">
                  <c:v>0.32884999999999998</c:v>
                </c:pt>
                <c:pt idx="190">
                  <c:v>0.30466500000000002</c:v>
                </c:pt>
                <c:pt idx="191">
                  <c:v>0.29061599999999999</c:v>
                </c:pt>
                <c:pt idx="192">
                  <c:v>0.34477000000000002</c:v>
                </c:pt>
                <c:pt idx="193">
                  <c:v>0.292854</c:v>
                </c:pt>
                <c:pt idx="194">
                  <c:v>0.22626499999999999</c:v>
                </c:pt>
                <c:pt idx="195">
                  <c:v>0.28011399999999997</c:v>
                </c:pt>
                <c:pt idx="196">
                  <c:v>0.23260500000000001</c:v>
                </c:pt>
                <c:pt idx="197">
                  <c:v>0.402694</c:v>
                </c:pt>
                <c:pt idx="198">
                  <c:v>0.37319099999999999</c:v>
                </c:pt>
                <c:pt idx="199">
                  <c:v>0.34837699999999999</c:v>
                </c:pt>
                <c:pt idx="200">
                  <c:v>0.44585000000000002</c:v>
                </c:pt>
                <c:pt idx="201">
                  <c:v>0.39830700000000002</c:v>
                </c:pt>
                <c:pt idx="202">
                  <c:v>0.18870600000000001</c:v>
                </c:pt>
                <c:pt idx="203">
                  <c:v>0.46703899999999998</c:v>
                </c:pt>
                <c:pt idx="204">
                  <c:v>0.35542200000000002</c:v>
                </c:pt>
                <c:pt idx="205">
                  <c:v>0.34895999999999999</c:v>
                </c:pt>
                <c:pt idx="206">
                  <c:v>0.54574800000000001</c:v>
                </c:pt>
                <c:pt idx="207">
                  <c:v>0.44309199999999999</c:v>
                </c:pt>
                <c:pt idx="208">
                  <c:v>0.54913299999999998</c:v>
                </c:pt>
                <c:pt idx="209">
                  <c:v>0.35501700000000003</c:v>
                </c:pt>
                <c:pt idx="210">
                  <c:v>0.45937499999999998</c:v>
                </c:pt>
                <c:pt idx="211">
                  <c:v>0.442328</c:v>
                </c:pt>
                <c:pt idx="212">
                  <c:v>0.25830500000000001</c:v>
                </c:pt>
                <c:pt idx="213">
                  <c:v>0.37075799999999998</c:v>
                </c:pt>
                <c:pt idx="214">
                  <c:v>0.181593</c:v>
                </c:pt>
                <c:pt idx="215">
                  <c:v>0.44947999999999999</c:v>
                </c:pt>
                <c:pt idx="216">
                  <c:v>0.58435899999999996</c:v>
                </c:pt>
                <c:pt idx="217">
                  <c:v>0.41878799999999999</c:v>
                </c:pt>
                <c:pt idx="218">
                  <c:v>0.45668399999999998</c:v>
                </c:pt>
                <c:pt idx="219">
                  <c:v>0.419798</c:v>
                </c:pt>
                <c:pt idx="220">
                  <c:v>0.37690000000000001</c:v>
                </c:pt>
                <c:pt idx="221">
                  <c:v>0.38532300000000003</c:v>
                </c:pt>
                <c:pt idx="222">
                  <c:v>0.337619</c:v>
                </c:pt>
                <c:pt idx="223">
                  <c:v>0.458617</c:v>
                </c:pt>
                <c:pt idx="224">
                  <c:v>0.34139799999999998</c:v>
                </c:pt>
                <c:pt idx="225">
                  <c:v>0.38180199999999997</c:v>
                </c:pt>
                <c:pt idx="226">
                  <c:v>0.45919199999999999</c:v>
                </c:pt>
                <c:pt idx="227">
                  <c:v>0.32285700000000001</c:v>
                </c:pt>
                <c:pt idx="228">
                  <c:v>0.53730800000000001</c:v>
                </c:pt>
                <c:pt idx="229">
                  <c:v>0.403335</c:v>
                </c:pt>
                <c:pt idx="230">
                  <c:v>0.29747499999999999</c:v>
                </c:pt>
                <c:pt idx="231">
                  <c:v>0.406777</c:v>
                </c:pt>
                <c:pt idx="232">
                  <c:v>0.30630099999999999</c:v>
                </c:pt>
                <c:pt idx="233">
                  <c:v>0.25875599999999999</c:v>
                </c:pt>
                <c:pt idx="234">
                  <c:v>0.41578399999999999</c:v>
                </c:pt>
                <c:pt idx="235">
                  <c:v>0.41159200000000001</c:v>
                </c:pt>
                <c:pt idx="236">
                  <c:v>0.29903999999999997</c:v>
                </c:pt>
                <c:pt idx="237">
                  <c:v>0.30788399999999999</c:v>
                </c:pt>
                <c:pt idx="238">
                  <c:v>0.38523200000000002</c:v>
                </c:pt>
                <c:pt idx="239">
                  <c:v>0.41085899999999997</c:v>
                </c:pt>
                <c:pt idx="240">
                  <c:v>0.303759</c:v>
                </c:pt>
                <c:pt idx="241">
                  <c:v>0.38824700000000001</c:v>
                </c:pt>
                <c:pt idx="242">
                  <c:v>0.43797999999999998</c:v>
                </c:pt>
                <c:pt idx="243">
                  <c:v>0.40492</c:v>
                </c:pt>
                <c:pt idx="244">
                  <c:v>0.42965599999999998</c:v>
                </c:pt>
                <c:pt idx="245">
                  <c:v>0.44180199999999997</c:v>
                </c:pt>
                <c:pt idx="246">
                  <c:v>0.22630400000000001</c:v>
                </c:pt>
                <c:pt idx="247">
                  <c:v>0.39432200000000001</c:v>
                </c:pt>
                <c:pt idx="248">
                  <c:v>0.30032999999999999</c:v>
                </c:pt>
                <c:pt idx="249">
                  <c:v>0.443494</c:v>
                </c:pt>
                <c:pt idx="250">
                  <c:v>0.33203100000000002</c:v>
                </c:pt>
                <c:pt idx="251">
                  <c:v>0.30918699999999999</c:v>
                </c:pt>
                <c:pt idx="252">
                  <c:v>0.41782900000000001</c:v>
                </c:pt>
                <c:pt idx="253">
                  <c:v>0.46565899999999999</c:v>
                </c:pt>
                <c:pt idx="254">
                  <c:v>0.23580100000000001</c:v>
                </c:pt>
                <c:pt idx="255">
                  <c:v>0.35491400000000001</c:v>
                </c:pt>
                <c:pt idx="256">
                  <c:v>0.291078</c:v>
                </c:pt>
                <c:pt idx="257">
                  <c:v>0.33085999999999999</c:v>
                </c:pt>
                <c:pt idx="258">
                  <c:v>0.37869799999999998</c:v>
                </c:pt>
                <c:pt idx="259">
                  <c:v>0.47694700000000001</c:v>
                </c:pt>
                <c:pt idx="260">
                  <c:v>0.31600800000000001</c:v>
                </c:pt>
                <c:pt idx="261">
                  <c:v>0.45841999999999999</c:v>
                </c:pt>
                <c:pt idx="262">
                  <c:v>0.38574700000000001</c:v>
                </c:pt>
                <c:pt idx="263">
                  <c:v>0.37152299999999999</c:v>
                </c:pt>
                <c:pt idx="264">
                  <c:v>0.469497</c:v>
                </c:pt>
                <c:pt idx="265">
                  <c:v>0.44220199999999998</c:v>
                </c:pt>
                <c:pt idx="266">
                  <c:v>0.29849700000000001</c:v>
                </c:pt>
                <c:pt idx="267">
                  <c:v>0.39663199999999998</c:v>
                </c:pt>
                <c:pt idx="268">
                  <c:v>0.28872799999999998</c:v>
                </c:pt>
                <c:pt idx="269">
                  <c:v>0.47599999999999998</c:v>
                </c:pt>
                <c:pt idx="270">
                  <c:v>0.38247399999999998</c:v>
                </c:pt>
                <c:pt idx="271">
                  <c:v>0.27694999999999997</c:v>
                </c:pt>
                <c:pt idx="272">
                  <c:v>0.36249500000000001</c:v>
                </c:pt>
                <c:pt idx="273">
                  <c:v>0.38838800000000001</c:v>
                </c:pt>
                <c:pt idx="274">
                  <c:v>0.22944899999999999</c:v>
                </c:pt>
                <c:pt idx="275">
                  <c:v>0.33552399999999999</c:v>
                </c:pt>
                <c:pt idx="276">
                  <c:v>0.46315800000000001</c:v>
                </c:pt>
                <c:pt idx="277">
                  <c:v>0.25244800000000001</c:v>
                </c:pt>
                <c:pt idx="278">
                  <c:v>0.43447400000000003</c:v>
                </c:pt>
                <c:pt idx="279">
                  <c:v>0.39796500000000001</c:v>
                </c:pt>
                <c:pt idx="280">
                  <c:v>0.27862999999999999</c:v>
                </c:pt>
                <c:pt idx="281">
                  <c:v>0.464084</c:v>
                </c:pt>
                <c:pt idx="282">
                  <c:v>0.44081599999999999</c:v>
                </c:pt>
                <c:pt idx="283">
                  <c:v>0.46219900000000003</c:v>
                </c:pt>
                <c:pt idx="284">
                  <c:v>0.43394500000000003</c:v>
                </c:pt>
                <c:pt idx="285">
                  <c:v>0.41449999999999998</c:v>
                </c:pt>
                <c:pt idx="286">
                  <c:v>0.38542300000000002</c:v>
                </c:pt>
                <c:pt idx="287">
                  <c:v>0.35353899999999999</c:v>
                </c:pt>
                <c:pt idx="288">
                  <c:v>0.31277100000000002</c:v>
                </c:pt>
                <c:pt idx="289">
                  <c:v>0.60999099999999995</c:v>
                </c:pt>
                <c:pt idx="290">
                  <c:v>0.34730699999999998</c:v>
                </c:pt>
                <c:pt idx="291">
                  <c:v>0.40061200000000002</c:v>
                </c:pt>
                <c:pt idx="292">
                  <c:v>0.33651900000000001</c:v>
                </c:pt>
                <c:pt idx="293">
                  <c:v>0.25788899999999998</c:v>
                </c:pt>
                <c:pt idx="294">
                  <c:v>0.42875600000000003</c:v>
                </c:pt>
                <c:pt idx="295">
                  <c:v>0.36301699999999998</c:v>
                </c:pt>
                <c:pt idx="296">
                  <c:v>0.27396999999999999</c:v>
                </c:pt>
                <c:pt idx="297">
                  <c:v>0.29569400000000001</c:v>
                </c:pt>
                <c:pt idx="298">
                  <c:v>0.31665100000000002</c:v>
                </c:pt>
                <c:pt idx="299">
                  <c:v>0.40687800000000002</c:v>
                </c:pt>
                <c:pt idx="300">
                  <c:v>0.19986000000000001</c:v>
                </c:pt>
                <c:pt idx="301">
                  <c:v>0.30720399999999998</c:v>
                </c:pt>
                <c:pt idx="302">
                  <c:v>0.29649399999999998</c:v>
                </c:pt>
                <c:pt idx="303">
                  <c:v>0.4</c:v>
                </c:pt>
                <c:pt idx="304">
                  <c:v>0.28866599999999998</c:v>
                </c:pt>
                <c:pt idx="305">
                  <c:v>0.32519199999999998</c:v>
                </c:pt>
                <c:pt idx="306">
                  <c:v>0.39215699999999998</c:v>
                </c:pt>
                <c:pt idx="307">
                  <c:v>0.34846700000000003</c:v>
                </c:pt>
                <c:pt idx="308">
                  <c:v>0.37820199999999998</c:v>
                </c:pt>
                <c:pt idx="309">
                  <c:v>0.312834</c:v>
                </c:pt>
                <c:pt idx="310">
                  <c:v>0.42004200000000003</c:v>
                </c:pt>
                <c:pt idx="311">
                  <c:v>0.44142999999999999</c:v>
                </c:pt>
                <c:pt idx="312">
                  <c:v>0.19492599999999999</c:v>
                </c:pt>
                <c:pt idx="313">
                  <c:v>0.31443100000000002</c:v>
                </c:pt>
                <c:pt idx="314">
                  <c:v>0.20121900000000001</c:v>
                </c:pt>
                <c:pt idx="315">
                  <c:v>0.27025500000000002</c:v>
                </c:pt>
                <c:pt idx="316">
                  <c:v>0.40264299999999997</c:v>
                </c:pt>
                <c:pt idx="317">
                  <c:v>0.32971099999999998</c:v>
                </c:pt>
                <c:pt idx="318">
                  <c:v>0.43416700000000003</c:v>
                </c:pt>
                <c:pt idx="319">
                  <c:v>0.29624200000000001</c:v>
                </c:pt>
                <c:pt idx="320">
                  <c:v>0.178259</c:v>
                </c:pt>
                <c:pt idx="321">
                  <c:v>0.32004700000000003</c:v>
                </c:pt>
                <c:pt idx="322">
                  <c:v>0.38133800000000001</c:v>
                </c:pt>
                <c:pt idx="323">
                  <c:v>0.20663300000000001</c:v>
                </c:pt>
                <c:pt idx="324">
                  <c:v>0.374753</c:v>
                </c:pt>
                <c:pt idx="325">
                  <c:v>0.40668300000000002</c:v>
                </c:pt>
                <c:pt idx="326">
                  <c:v>0.364259</c:v>
                </c:pt>
                <c:pt idx="327">
                  <c:v>0.43989499999999998</c:v>
                </c:pt>
                <c:pt idx="328">
                  <c:v>0.45166600000000001</c:v>
                </c:pt>
                <c:pt idx="329">
                  <c:v>0.45569100000000001</c:v>
                </c:pt>
                <c:pt idx="330">
                  <c:v>9.6516000000000005E-2</c:v>
                </c:pt>
                <c:pt idx="331">
                  <c:v>0.24757599999999999</c:v>
                </c:pt>
                <c:pt idx="332">
                  <c:v>0.30382199999999998</c:v>
                </c:pt>
                <c:pt idx="333">
                  <c:v>0.310197</c:v>
                </c:pt>
                <c:pt idx="334">
                  <c:v>0.27531800000000001</c:v>
                </c:pt>
                <c:pt idx="335">
                  <c:v>0.35117100000000001</c:v>
                </c:pt>
                <c:pt idx="336">
                  <c:v>0.33450999999999997</c:v>
                </c:pt>
                <c:pt idx="337">
                  <c:v>0.21459400000000001</c:v>
                </c:pt>
                <c:pt idx="338">
                  <c:v>0.24784500000000001</c:v>
                </c:pt>
                <c:pt idx="339">
                  <c:v>0.27557399999999999</c:v>
                </c:pt>
                <c:pt idx="340">
                  <c:v>0.38373600000000002</c:v>
                </c:pt>
                <c:pt idx="341">
                  <c:v>0.38262299999999999</c:v>
                </c:pt>
                <c:pt idx="342">
                  <c:v>0.27496199999999998</c:v>
                </c:pt>
                <c:pt idx="343">
                  <c:v>0.24896499999999999</c:v>
                </c:pt>
                <c:pt idx="344">
                  <c:v>0.34382400000000002</c:v>
                </c:pt>
                <c:pt idx="345">
                  <c:v>0.28206799999999999</c:v>
                </c:pt>
                <c:pt idx="346">
                  <c:v>0.27567599999999998</c:v>
                </c:pt>
                <c:pt idx="347">
                  <c:v>0.29849599999999998</c:v>
                </c:pt>
                <c:pt idx="348">
                  <c:v>0.28092899999999998</c:v>
                </c:pt>
                <c:pt idx="349">
                  <c:v>0.191829</c:v>
                </c:pt>
                <c:pt idx="350">
                  <c:v>0.22142500000000001</c:v>
                </c:pt>
                <c:pt idx="351">
                  <c:v>0.42921799999999999</c:v>
                </c:pt>
                <c:pt idx="352">
                  <c:v>0.40404899999999999</c:v>
                </c:pt>
                <c:pt idx="353">
                  <c:v>0.229154</c:v>
                </c:pt>
                <c:pt idx="354">
                  <c:v>0.43115599999999998</c:v>
                </c:pt>
                <c:pt idx="355">
                  <c:v>0.30965500000000001</c:v>
                </c:pt>
                <c:pt idx="356">
                  <c:v>0.48434700000000003</c:v>
                </c:pt>
                <c:pt idx="357">
                  <c:v>0.40323399999999998</c:v>
                </c:pt>
                <c:pt idx="358">
                  <c:v>0.230327</c:v>
                </c:pt>
                <c:pt idx="359">
                  <c:v>0.242178</c:v>
                </c:pt>
                <c:pt idx="360">
                  <c:v>0.23816699999999999</c:v>
                </c:pt>
                <c:pt idx="361">
                  <c:v>0.287887</c:v>
                </c:pt>
                <c:pt idx="362">
                  <c:v>0.222743</c:v>
                </c:pt>
                <c:pt idx="363">
                  <c:v>0.35726599999999997</c:v>
                </c:pt>
                <c:pt idx="364">
                  <c:v>0.30657600000000002</c:v>
                </c:pt>
                <c:pt idx="365">
                  <c:v>0.34138000000000002</c:v>
                </c:pt>
                <c:pt idx="366">
                  <c:v>0.25745200000000001</c:v>
                </c:pt>
                <c:pt idx="367">
                  <c:v>0.18734999999999999</c:v>
                </c:pt>
                <c:pt idx="368">
                  <c:v>0.41650700000000002</c:v>
                </c:pt>
                <c:pt idx="369">
                  <c:v>0.14271</c:v>
                </c:pt>
                <c:pt idx="370">
                  <c:v>0.24467</c:v>
                </c:pt>
                <c:pt idx="371">
                  <c:v>0.16945099999999999</c:v>
                </c:pt>
                <c:pt idx="372">
                  <c:v>0.25925900000000002</c:v>
                </c:pt>
                <c:pt idx="373">
                  <c:v>0.197599</c:v>
                </c:pt>
                <c:pt idx="374">
                  <c:v>0.231654</c:v>
                </c:pt>
                <c:pt idx="375">
                  <c:v>0.25549300000000003</c:v>
                </c:pt>
                <c:pt idx="376">
                  <c:v>0.25502200000000003</c:v>
                </c:pt>
                <c:pt idx="377">
                  <c:v>0.50926300000000002</c:v>
                </c:pt>
                <c:pt idx="378">
                  <c:v>0.41506900000000002</c:v>
                </c:pt>
                <c:pt idx="379">
                  <c:v>0.20952200000000001</c:v>
                </c:pt>
                <c:pt idx="380">
                  <c:v>0.33484799999999998</c:v>
                </c:pt>
                <c:pt idx="381">
                  <c:v>0.30829600000000001</c:v>
                </c:pt>
                <c:pt idx="382">
                  <c:v>0.29392800000000002</c:v>
                </c:pt>
                <c:pt idx="383">
                  <c:v>0.38709100000000002</c:v>
                </c:pt>
                <c:pt idx="384">
                  <c:v>0.27897300000000003</c:v>
                </c:pt>
                <c:pt idx="385">
                  <c:v>0.164017</c:v>
                </c:pt>
                <c:pt idx="386">
                  <c:v>0.48873699999999998</c:v>
                </c:pt>
                <c:pt idx="387">
                  <c:v>0.39671499999999998</c:v>
                </c:pt>
                <c:pt idx="388">
                  <c:v>0.36682399999999998</c:v>
                </c:pt>
                <c:pt idx="389">
                  <c:v>0.20824599999999999</c:v>
                </c:pt>
                <c:pt idx="390">
                  <c:v>0.30288199999999998</c:v>
                </c:pt>
                <c:pt idx="391">
                  <c:v>0.223917</c:v>
                </c:pt>
                <c:pt idx="392">
                  <c:v>0.36712</c:v>
                </c:pt>
                <c:pt idx="393">
                  <c:v>0.54088899999999995</c:v>
                </c:pt>
                <c:pt idx="394">
                  <c:v>0.17205400000000001</c:v>
                </c:pt>
                <c:pt idx="395">
                  <c:v>0.40703699999999998</c:v>
                </c:pt>
                <c:pt idx="396">
                  <c:v>0.37003200000000003</c:v>
                </c:pt>
                <c:pt idx="397">
                  <c:v>0.142209</c:v>
                </c:pt>
                <c:pt idx="398">
                  <c:v>0.29672300000000001</c:v>
                </c:pt>
                <c:pt idx="399">
                  <c:v>0.44027300000000003</c:v>
                </c:pt>
                <c:pt idx="400">
                  <c:v>0.44273699999999999</c:v>
                </c:pt>
                <c:pt idx="401">
                  <c:v>0.258687</c:v>
                </c:pt>
                <c:pt idx="402">
                  <c:v>0.16243099999999999</c:v>
                </c:pt>
                <c:pt idx="403">
                  <c:v>0.26583099999999998</c:v>
                </c:pt>
                <c:pt idx="404">
                  <c:v>0.33465499999999998</c:v>
                </c:pt>
                <c:pt idx="405">
                  <c:v>0.37756099999999998</c:v>
                </c:pt>
                <c:pt idx="406">
                  <c:v>0.384905</c:v>
                </c:pt>
                <c:pt idx="407">
                  <c:v>0.39204499999999998</c:v>
                </c:pt>
                <c:pt idx="408">
                  <c:v>0.35461100000000001</c:v>
                </c:pt>
                <c:pt idx="409">
                  <c:v>0.44455099999999997</c:v>
                </c:pt>
                <c:pt idx="410">
                  <c:v>8.6850999999999998E-2</c:v>
                </c:pt>
                <c:pt idx="411">
                  <c:v>0.37950899999999999</c:v>
                </c:pt>
                <c:pt idx="412">
                  <c:v>0.33271899999999999</c:v>
                </c:pt>
                <c:pt idx="413">
                  <c:v>0.25190600000000002</c:v>
                </c:pt>
                <c:pt idx="414">
                  <c:v>0.44312299999999999</c:v>
                </c:pt>
                <c:pt idx="415">
                  <c:v>0.38873000000000002</c:v>
                </c:pt>
                <c:pt idx="416">
                  <c:v>0.206038</c:v>
                </c:pt>
                <c:pt idx="417">
                  <c:v>0.53484799999999999</c:v>
                </c:pt>
                <c:pt idx="418">
                  <c:v>0.39130399999999999</c:v>
                </c:pt>
                <c:pt idx="419">
                  <c:v>0.41197</c:v>
                </c:pt>
                <c:pt idx="420">
                  <c:v>0.28574300000000002</c:v>
                </c:pt>
                <c:pt idx="421">
                  <c:v>0.30197600000000002</c:v>
                </c:pt>
                <c:pt idx="422">
                  <c:v>0.464779</c:v>
                </c:pt>
                <c:pt idx="423">
                  <c:v>0.42886800000000003</c:v>
                </c:pt>
                <c:pt idx="424">
                  <c:v>0.28071800000000002</c:v>
                </c:pt>
                <c:pt idx="425">
                  <c:v>0.378832</c:v>
                </c:pt>
                <c:pt idx="426">
                  <c:v>0.24183299999999999</c:v>
                </c:pt>
                <c:pt idx="427">
                  <c:v>0.32905000000000001</c:v>
                </c:pt>
                <c:pt idx="428">
                  <c:v>6.5437999999999996E-2</c:v>
                </c:pt>
                <c:pt idx="429">
                  <c:v>0.13161400000000001</c:v>
                </c:pt>
                <c:pt idx="430">
                  <c:v>0.21698300000000001</c:v>
                </c:pt>
                <c:pt idx="431">
                  <c:v>0.32515100000000002</c:v>
                </c:pt>
                <c:pt idx="432">
                  <c:v>0.41774</c:v>
                </c:pt>
                <c:pt idx="433">
                  <c:v>0.40684900000000002</c:v>
                </c:pt>
                <c:pt idx="434">
                  <c:v>0.35202499999999998</c:v>
                </c:pt>
                <c:pt idx="435">
                  <c:v>0.32635199999999998</c:v>
                </c:pt>
                <c:pt idx="436">
                  <c:v>0.31675599999999998</c:v>
                </c:pt>
                <c:pt idx="437">
                  <c:v>0.16738500000000001</c:v>
                </c:pt>
                <c:pt idx="438">
                  <c:v>0.36145300000000002</c:v>
                </c:pt>
                <c:pt idx="439">
                  <c:v>0.183978</c:v>
                </c:pt>
                <c:pt idx="440">
                  <c:v>0.19057399999999999</c:v>
                </c:pt>
                <c:pt idx="441">
                  <c:v>0.28506199999999998</c:v>
                </c:pt>
                <c:pt idx="442">
                  <c:v>0.40215099999999998</c:v>
                </c:pt>
                <c:pt idx="443">
                  <c:v>0.45502700000000001</c:v>
                </c:pt>
                <c:pt idx="444">
                  <c:v>0.26422400000000001</c:v>
                </c:pt>
                <c:pt idx="445">
                  <c:v>0.28087600000000001</c:v>
                </c:pt>
                <c:pt idx="446">
                  <c:v>0.51753499999999997</c:v>
                </c:pt>
                <c:pt idx="447">
                  <c:v>0.46486699999999997</c:v>
                </c:pt>
                <c:pt idx="448">
                  <c:v>0.19383300000000001</c:v>
                </c:pt>
                <c:pt idx="449">
                  <c:v>0.21262300000000001</c:v>
                </c:pt>
                <c:pt idx="450">
                  <c:v>0.49279499999999998</c:v>
                </c:pt>
                <c:pt idx="451">
                  <c:v>0.33056000000000002</c:v>
                </c:pt>
                <c:pt idx="452">
                  <c:v>0.48250999999999999</c:v>
                </c:pt>
                <c:pt idx="453">
                  <c:v>0.24667600000000001</c:v>
                </c:pt>
                <c:pt idx="454">
                  <c:v>0.55028600000000005</c:v>
                </c:pt>
                <c:pt idx="455">
                  <c:v>0.33317200000000002</c:v>
                </c:pt>
                <c:pt idx="456">
                  <c:v>0.29646299999999998</c:v>
                </c:pt>
                <c:pt idx="457">
                  <c:v>0.50091399999999997</c:v>
                </c:pt>
                <c:pt idx="458">
                  <c:v>0.25450499999999998</c:v>
                </c:pt>
                <c:pt idx="459">
                  <c:v>0.31927499999999998</c:v>
                </c:pt>
                <c:pt idx="460">
                  <c:v>0.421823</c:v>
                </c:pt>
                <c:pt idx="461">
                  <c:v>0.392486</c:v>
                </c:pt>
                <c:pt idx="462">
                  <c:v>0.40638000000000002</c:v>
                </c:pt>
                <c:pt idx="463">
                  <c:v>0.47966900000000001</c:v>
                </c:pt>
                <c:pt idx="464">
                  <c:v>0.47889599999999999</c:v>
                </c:pt>
                <c:pt idx="465">
                  <c:v>0.25370900000000002</c:v>
                </c:pt>
                <c:pt idx="466">
                  <c:v>0.312639</c:v>
                </c:pt>
                <c:pt idx="467">
                  <c:v>0.22442999999999999</c:v>
                </c:pt>
                <c:pt idx="468">
                  <c:v>0.28634999999999999</c:v>
                </c:pt>
                <c:pt idx="469">
                  <c:v>0.313058</c:v>
                </c:pt>
                <c:pt idx="470">
                  <c:v>0.452183</c:v>
                </c:pt>
                <c:pt idx="471">
                  <c:v>0.20948900000000001</c:v>
                </c:pt>
                <c:pt idx="472">
                  <c:v>0.202787</c:v>
                </c:pt>
                <c:pt idx="473">
                  <c:v>0.18529499999999999</c:v>
                </c:pt>
                <c:pt idx="474">
                  <c:v>0.35601500000000003</c:v>
                </c:pt>
                <c:pt idx="475">
                  <c:v>0.26651000000000002</c:v>
                </c:pt>
                <c:pt idx="476">
                  <c:v>0.24989500000000001</c:v>
                </c:pt>
                <c:pt idx="477">
                  <c:v>0.33809800000000001</c:v>
                </c:pt>
                <c:pt idx="478">
                  <c:v>0.36410300000000001</c:v>
                </c:pt>
                <c:pt idx="479">
                  <c:v>0.293429</c:v>
                </c:pt>
                <c:pt idx="480">
                  <c:v>0.36943399999999998</c:v>
                </c:pt>
                <c:pt idx="481">
                  <c:v>0.35133199999999998</c:v>
                </c:pt>
                <c:pt idx="482">
                  <c:v>0.456403</c:v>
                </c:pt>
                <c:pt idx="483">
                  <c:v>0.43925999999999998</c:v>
                </c:pt>
                <c:pt idx="484">
                  <c:v>0.48229100000000003</c:v>
                </c:pt>
                <c:pt idx="485">
                  <c:v>0.44208500000000001</c:v>
                </c:pt>
                <c:pt idx="486">
                  <c:v>0.222834</c:v>
                </c:pt>
                <c:pt idx="487">
                  <c:v>0.120978</c:v>
                </c:pt>
                <c:pt idx="488">
                  <c:v>0.35885400000000001</c:v>
                </c:pt>
                <c:pt idx="489">
                  <c:v>0.31703399999999998</c:v>
                </c:pt>
                <c:pt idx="490">
                  <c:v>0.24102199999999999</c:v>
                </c:pt>
                <c:pt idx="491">
                  <c:v>0.19713</c:v>
                </c:pt>
                <c:pt idx="492">
                  <c:v>0.34480699999999997</c:v>
                </c:pt>
                <c:pt idx="493">
                  <c:v>0.23217599999999999</c:v>
                </c:pt>
                <c:pt idx="494">
                  <c:v>0.44597500000000001</c:v>
                </c:pt>
                <c:pt idx="495">
                  <c:v>0.418956</c:v>
                </c:pt>
                <c:pt idx="496">
                  <c:v>0.21774099999999999</c:v>
                </c:pt>
                <c:pt idx="497">
                  <c:v>0.235682</c:v>
                </c:pt>
                <c:pt idx="498">
                  <c:v>0.51764699999999997</c:v>
                </c:pt>
                <c:pt idx="499">
                  <c:v>0.45233899999999999</c:v>
                </c:pt>
                <c:pt idx="500">
                  <c:v>6.0937999999999999E-2</c:v>
                </c:pt>
                <c:pt idx="501">
                  <c:v>0.343607</c:v>
                </c:pt>
                <c:pt idx="502">
                  <c:v>0.21576899999999999</c:v>
                </c:pt>
                <c:pt idx="503">
                  <c:v>0.242894</c:v>
                </c:pt>
                <c:pt idx="504">
                  <c:v>0.31847599999999998</c:v>
                </c:pt>
                <c:pt idx="505">
                  <c:v>0.39305699999999999</c:v>
                </c:pt>
                <c:pt idx="506">
                  <c:v>0.29706900000000003</c:v>
                </c:pt>
                <c:pt idx="507">
                  <c:v>0.46096900000000002</c:v>
                </c:pt>
                <c:pt idx="508">
                  <c:v>0.18711</c:v>
                </c:pt>
                <c:pt idx="509">
                  <c:v>0.33510000000000001</c:v>
                </c:pt>
                <c:pt idx="510">
                  <c:v>0.19675500000000001</c:v>
                </c:pt>
                <c:pt idx="511">
                  <c:v>0.22248599999999999</c:v>
                </c:pt>
                <c:pt idx="512">
                  <c:v>0.29613400000000001</c:v>
                </c:pt>
                <c:pt idx="513">
                  <c:v>0.31670799999999999</c:v>
                </c:pt>
                <c:pt idx="514">
                  <c:v>0.32768000000000003</c:v>
                </c:pt>
                <c:pt idx="515">
                  <c:v>0.257909</c:v>
                </c:pt>
                <c:pt idx="516">
                  <c:v>0.26598300000000002</c:v>
                </c:pt>
                <c:pt idx="517">
                  <c:v>0.26721299999999998</c:v>
                </c:pt>
                <c:pt idx="518">
                  <c:v>0.38768000000000002</c:v>
                </c:pt>
                <c:pt idx="519">
                  <c:v>0.244864</c:v>
                </c:pt>
                <c:pt idx="520">
                  <c:v>0.30501099999999998</c:v>
                </c:pt>
                <c:pt idx="521">
                  <c:v>0.16628200000000001</c:v>
                </c:pt>
                <c:pt idx="522">
                  <c:v>0.25733600000000001</c:v>
                </c:pt>
                <c:pt idx="523">
                  <c:v>0.23779500000000001</c:v>
                </c:pt>
                <c:pt idx="524">
                  <c:v>0.24215500000000001</c:v>
                </c:pt>
                <c:pt idx="525">
                  <c:v>0.39299299999999998</c:v>
                </c:pt>
                <c:pt idx="526">
                  <c:v>0.44397599999999998</c:v>
                </c:pt>
                <c:pt idx="527">
                  <c:v>0.39127099999999998</c:v>
                </c:pt>
                <c:pt idx="528">
                  <c:v>0.38526500000000002</c:v>
                </c:pt>
                <c:pt idx="529">
                  <c:v>0.15793299999999999</c:v>
                </c:pt>
                <c:pt idx="530">
                  <c:v>0.39050200000000002</c:v>
                </c:pt>
                <c:pt idx="531">
                  <c:v>0.40232099999999998</c:v>
                </c:pt>
                <c:pt idx="532">
                  <c:v>0.34174500000000002</c:v>
                </c:pt>
                <c:pt idx="533">
                  <c:v>0.254832</c:v>
                </c:pt>
                <c:pt idx="534">
                  <c:v>0.42634699999999998</c:v>
                </c:pt>
                <c:pt idx="535">
                  <c:v>0.17957400000000001</c:v>
                </c:pt>
                <c:pt idx="536">
                  <c:v>0.18002799999999999</c:v>
                </c:pt>
                <c:pt idx="537">
                  <c:v>0.14232500000000001</c:v>
                </c:pt>
                <c:pt idx="538">
                  <c:v>0.33115699999999998</c:v>
                </c:pt>
                <c:pt idx="539">
                  <c:v>0.37851699999999999</c:v>
                </c:pt>
                <c:pt idx="540">
                  <c:v>0.15298100000000001</c:v>
                </c:pt>
                <c:pt idx="541">
                  <c:v>0.28771400000000003</c:v>
                </c:pt>
                <c:pt idx="542">
                  <c:v>0.25697700000000001</c:v>
                </c:pt>
                <c:pt idx="543">
                  <c:v>0.27111099999999999</c:v>
                </c:pt>
                <c:pt idx="544">
                  <c:v>0.41250700000000001</c:v>
                </c:pt>
                <c:pt idx="545">
                  <c:v>0.22576099999999999</c:v>
                </c:pt>
                <c:pt idx="546">
                  <c:v>0.31748199999999999</c:v>
                </c:pt>
                <c:pt idx="547">
                  <c:v>0.21423600000000001</c:v>
                </c:pt>
                <c:pt idx="548">
                  <c:v>0.37312800000000002</c:v>
                </c:pt>
                <c:pt idx="549">
                  <c:v>-0.12783600000000001</c:v>
                </c:pt>
                <c:pt idx="550">
                  <c:v>9.6935999999999994E-2</c:v>
                </c:pt>
                <c:pt idx="551">
                  <c:v>0.25350600000000001</c:v>
                </c:pt>
                <c:pt idx="552">
                  <c:v>0.19187399999999999</c:v>
                </c:pt>
                <c:pt idx="553">
                  <c:v>0.19214300000000001</c:v>
                </c:pt>
                <c:pt idx="554">
                  <c:v>0.11760900000000001</c:v>
                </c:pt>
                <c:pt idx="555">
                  <c:v>0.21171100000000001</c:v>
                </c:pt>
                <c:pt idx="556">
                  <c:v>0.209455</c:v>
                </c:pt>
                <c:pt idx="557">
                  <c:v>0.38803399999999999</c:v>
                </c:pt>
                <c:pt idx="558">
                  <c:v>0.28217700000000001</c:v>
                </c:pt>
                <c:pt idx="559">
                  <c:v>0.46758</c:v>
                </c:pt>
                <c:pt idx="560">
                  <c:v>0.36339100000000002</c:v>
                </c:pt>
                <c:pt idx="561">
                  <c:v>0.30034899999999998</c:v>
                </c:pt>
                <c:pt idx="562">
                  <c:v>0.159496</c:v>
                </c:pt>
                <c:pt idx="563">
                  <c:v>0.25526300000000002</c:v>
                </c:pt>
                <c:pt idx="564">
                  <c:v>0.28475699999999998</c:v>
                </c:pt>
                <c:pt idx="565">
                  <c:v>0.36388300000000001</c:v>
                </c:pt>
                <c:pt idx="566">
                  <c:v>0.36715900000000001</c:v>
                </c:pt>
                <c:pt idx="567">
                  <c:v>0.31245499999999998</c:v>
                </c:pt>
                <c:pt idx="568">
                  <c:v>0.108222</c:v>
                </c:pt>
                <c:pt idx="569">
                  <c:v>0.27686500000000003</c:v>
                </c:pt>
                <c:pt idx="570">
                  <c:v>0.34556399999999998</c:v>
                </c:pt>
                <c:pt idx="571">
                  <c:v>0.36277199999999998</c:v>
                </c:pt>
                <c:pt idx="572">
                  <c:v>0.190521</c:v>
                </c:pt>
                <c:pt idx="573">
                  <c:v>0.182505</c:v>
                </c:pt>
                <c:pt idx="574">
                  <c:v>0.16541</c:v>
                </c:pt>
                <c:pt idx="575">
                  <c:v>0.23653299999999999</c:v>
                </c:pt>
                <c:pt idx="576">
                  <c:v>0.24065700000000001</c:v>
                </c:pt>
                <c:pt idx="577">
                  <c:v>0.44972499999999999</c:v>
                </c:pt>
                <c:pt idx="578">
                  <c:v>0.18665699999999999</c:v>
                </c:pt>
                <c:pt idx="579">
                  <c:v>0.2828</c:v>
                </c:pt>
                <c:pt idx="580">
                  <c:v>0.222722</c:v>
                </c:pt>
                <c:pt idx="581">
                  <c:v>0.351329</c:v>
                </c:pt>
                <c:pt idx="582">
                  <c:v>0.42070299999999999</c:v>
                </c:pt>
                <c:pt idx="583">
                  <c:v>0.33492300000000003</c:v>
                </c:pt>
                <c:pt idx="584">
                  <c:v>-0.122807</c:v>
                </c:pt>
                <c:pt idx="585">
                  <c:v>0.12189899999999999</c:v>
                </c:pt>
                <c:pt idx="586">
                  <c:v>0.24804899999999999</c:v>
                </c:pt>
                <c:pt idx="587">
                  <c:v>0.31212899999999999</c:v>
                </c:pt>
                <c:pt idx="588">
                  <c:v>0.17555000000000001</c:v>
                </c:pt>
                <c:pt idx="589">
                  <c:v>0.119863</c:v>
                </c:pt>
                <c:pt idx="590">
                  <c:v>0.201457</c:v>
                </c:pt>
                <c:pt idx="591">
                  <c:v>0.34891499999999998</c:v>
                </c:pt>
                <c:pt idx="592">
                  <c:v>0.21185399999999999</c:v>
                </c:pt>
                <c:pt idx="593">
                  <c:v>0.15</c:v>
                </c:pt>
                <c:pt idx="594">
                  <c:v>0.18412700000000001</c:v>
                </c:pt>
                <c:pt idx="595">
                  <c:v>0.22018399999999999</c:v>
                </c:pt>
                <c:pt idx="596">
                  <c:v>0.30355500000000002</c:v>
                </c:pt>
                <c:pt idx="597">
                  <c:v>0.357458</c:v>
                </c:pt>
                <c:pt idx="598">
                  <c:v>0.393702</c:v>
                </c:pt>
                <c:pt idx="599">
                  <c:v>0.33929999999999999</c:v>
                </c:pt>
                <c:pt idx="600">
                  <c:v>0.43234299999999998</c:v>
                </c:pt>
                <c:pt idx="601">
                  <c:v>0.17313700000000001</c:v>
                </c:pt>
                <c:pt idx="602">
                  <c:v>0.43437900000000002</c:v>
                </c:pt>
                <c:pt idx="603">
                  <c:v>0.39489999999999997</c:v>
                </c:pt>
                <c:pt idx="604">
                  <c:v>0.29980299999999999</c:v>
                </c:pt>
                <c:pt idx="605">
                  <c:v>0.314944</c:v>
                </c:pt>
                <c:pt idx="606">
                  <c:v>0.205651</c:v>
                </c:pt>
                <c:pt idx="607">
                  <c:v>-3.6292999999999999E-2</c:v>
                </c:pt>
                <c:pt idx="608">
                  <c:v>0.204288</c:v>
                </c:pt>
                <c:pt idx="609">
                  <c:v>0.324517</c:v>
                </c:pt>
                <c:pt idx="610">
                  <c:v>0.21737600000000001</c:v>
                </c:pt>
                <c:pt idx="611">
                  <c:v>0.49809300000000001</c:v>
                </c:pt>
                <c:pt idx="612">
                  <c:v>0.25198999999999999</c:v>
                </c:pt>
                <c:pt idx="613">
                  <c:v>0.34898299999999999</c:v>
                </c:pt>
                <c:pt idx="614">
                  <c:v>0.27010800000000001</c:v>
                </c:pt>
                <c:pt idx="615">
                  <c:v>0.21704499999999999</c:v>
                </c:pt>
                <c:pt idx="616">
                  <c:v>0.34257100000000001</c:v>
                </c:pt>
                <c:pt idx="617">
                  <c:v>0.35844399999999998</c:v>
                </c:pt>
                <c:pt idx="618">
                  <c:v>1.2158E-2</c:v>
                </c:pt>
                <c:pt idx="619">
                  <c:v>0.298371</c:v>
                </c:pt>
                <c:pt idx="620">
                  <c:v>0.19619500000000001</c:v>
                </c:pt>
                <c:pt idx="621">
                  <c:v>0.374135</c:v>
                </c:pt>
                <c:pt idx="622">
                  <c:v>0.22975300000000001</c:v>
                </c:pt>
                <c:pt idx="623">
                  <c:v>0.29259400000000002</c:v>
                </c:pt>
                <c:pt idx="624">
                  <c:v>0.37956299999999998</c:v>
                </c:pt>
                <c:pt idx="625">
                  <c:v>0.30061300000000002</c:v>
                </c:pt>
                <c:pt idx="626">
                  <c:v>0.18315500000000001</c:v>
                </c:pt>
                <c:pt idx="627">
                  <c:v>0.13523199999999999</c:v>
                </c:pt>
                <c:pt idx="628">
                  <c:v>0.27993800000000002</c:v>
                </c:pt>
                <c:pt idx="629">
                  <c:v>0.27716299999999999</c:v>
                </c:pt>
                <c:pt idx="630">
                  <c:v>0.38124599999999997</c:v>
                </c:pt>
                <c:pt idx="631">
                  <c:v>0.20381099999999999</c:v>
                </c:pt>
                <c:pt idx="632">
                  <c:v>0.230156</c:v>
                </c:pt>
                <c:pt idx="633">
                  <c:v>0.186669</c:v>
                </c:pt>
                <c:pt idx="634">
                  <c:v>0.343447</c:v>
                </c:pt>
                <c:pt idx="635">
                  <c:v>0.22447300000000001</c:v>
                </c:pt>
                <c:pt idx="636">
                  <c:v>0.300954</c:v>
                </c:pt>
                <c:pt idx="637">
                  <c:v>-7.6219999999999996E-2</c:v>
                </c:pt>
                <c:pt idx="638">
                  <c:v>0.44741700000000001</c:v>
                </c:pt>
                <c:pt idx="639">
                  <c:v>0.29292899999999999</c:v>
                </c:pt>
                <c:pt idx="640">
                  <c:v>0.14469899999999999</c:v>
                </c:pt>
                <c:pt idx="641">
                  <c:v>0.23692099999999999</c:v>
                </c:pt>
                <c:pt idx="642">
                  <c:v>0.47687099999999999</c:v>
                </c:pt>
                <c:pt idx="643">
                  <c:v>0.12756799999999999</c:v>
                </c:pt>
                <c:pt idx="644">
                  <c:v>0.294016</c:v>
                </c:pt>
                <c:pt idx="645">
                  <c:v>0.16444600000000001</c:v>
                </c:pt>
                <c:pt idx="646">
                  <c:v>0.29580899999999999</c:v>
                </c:pt>
                <c:pt idx="647">
                  <c:v>0.16284100000000001</c:v>
                </c:pt>
                <c:pt idx="648">
                  <c:v>0.15709899999999999</c:v>
                </c:pt>
                <c:pt idx="649">
                  <c:v>0.174236</c:v>
                </c:pt>
                <c:pt idx="650">
                  <c:v>0.16577500000000001</c:v>
                </c:pt>
                <c:pt idx="651">
                  <c:v>4.5455000000000002E-2</c:v>
                </c:pt>
                <c:pt idx="652">
                  <c:v>0.33739400000000003</c:v>
                </c:pt>
                <c:pt idx="653">
                  <c:v>0.19353100000000001</c:v>
                </c:pt>
                <c:pt idx="654">
                  <c:v>0.28396399999999999</c:v>
                </c:pt>
                <c:pt idx="655">
                  <c:v>0.22793099999999999</c:v>
                </c:pt>
                <c:pt idx="656">
                  <c:v>0.449351</c:v>
                </c:pt>
                <c:pt idx="657">
                  <c:v>0.30878699999999998</c:v>
                </c:pt>
                <c:pt idx="658">
                  <c:v>0.32236799999999999</c:v>
                </c:pt>
                <c:pt idx="659">
                  <c:v>0.15404499999999999</c:v>
                </c:pt>
                <c:pt idx="660">
                  <c:v>0.18787000000000001</c:v>
                </c:pt>
                <c:pt idx="661">
                  <c:v>0.26773999999999998</c:v>
                </c:pt>
                <c:pt idx="662">
                  <c:v>0.16564699999999999</c:v>
                </c:pt>
                <c:pt idx="663">
                  <c:v>0.46993499999999999</c:v>
                </c:pt>
                <c:pt idx="664">
                  <c:v>0.33731100000000003</c:v>
                </c:pt>
                <c:pt idx="665">
                  <c:v>0.29703000000000002</c:v>
                </c:pt>
                <c:pt idx="666">
                  <c:v>0.24015</c:v>
                </c:pt>
                <c:pt idx="667">
                  <c:v>0.43750699999999998</c:v>
                </c:pt>
                <c:pt idx="668">
                  <c:v>0.278638</c:v>
                </c:pt>
                <c:pt idx="669">
                  <c:v>0.163241</c:v>
                </c:pt>
                <c:pt idx="670">
                  <c:v>0.24931</c:v>
                </c:pt>
                <c:pt idx="671">
                  <c:v>0.171656</c:v>
                </c:pt>
                <c:pt idx="672">
                  <c:v>0.12603900000000001</c:v>
                </c:pt>
                <c:pt idx="673">
                  <c:v>0.47023500000000001</c:v>
                </c:pt>
                <c:pt idx="674">
                  <c:v>0.34633999999999998</c:v>
                </c:pt>
                <c:pt idx="675">
                  <c:v>4.2123000000000001E-2</c:v>
                </c:pt>
                <c:pt idx="676">
                  <c:v>0.153138</c:v>
                </c:pt>
                <c:pt idx="677">
                  <c:v>0.23658599999999999</c:v>
                </c:pt>
                <c:pt idx="678">
                  <c:v>0.37966699999999998</c:v>
                </c:pt>
                <c:pt idx="679">
                  <c:v>0.208207</c:v>
                </c:pt>
                <c:pt idx="680">
                  <c:v>0.21201</c:v>
                </c:pt>
                <c:pt idx="681">
                  <c:v>0.34068900000000002</c:v>
                </c:pt>
                <c:pt idx="682">
                  <c:v>0.52803299999999997</c:v>
                </c:pt>
                <c:pt idx="683">
                  <c:v>0.428012</c:v>
                </c:pt>
                <c:pt idx="684">
                  <c:v>0.25032599999999999</c:v>
                </c:pt>
                <c:pt idx="685">
                  <c:v>0.23608100000000001</c:v>
                </c:pt>
                <c:pt idx="686">
                  <c:v>0.35477799999999998</c:v>
                </c:pt>
                <c:pt idx="687">
                  <c:v>0.241952</c:v>
                </c:pt>
                <c:pt idx="688">
                  <c:v>0.37842799999999999</c:v>
                </c:pt>
                <c:pt idx="689">
                  <c:v>0.24516499999999999</c:v>
                </c:pt>
                <c:pt idx="690">
                  <c:v>0.243176</c:v>
                </c:pt>
                <c:pt idx="691">
                  <c:v>0.219664</c:v>
                </c:pt>
                <c:pt idx="692">
                  <c:v>0.312199</c:v>
                </c:pt>
                <c:pt idx="693">
                  <c:v>0.11287700000000001</c:v>
                </c:pt>
                <c:pt idx="694">
                  <c:v>0.43225599999999997</c:v>
                </c:pt>
                <c:pt idx="695">
                  <c:v>0.18595400000000001</c:v>
                </c:pt>
                <c:pt idx="696">
                  <c:v>7.7396000000000006E-2</c:v>
                </c:pt>
                <c:pt idx="697">
                  <c:v>0.14206299999999999</c:v>
                </c:pt>
                <c:pt idx="698">
                  <c:v>0.36838300000000002</c:v>
                </c:pt>
                <c:pt idx="699">
                  <c:v>0.36286800000000002</c:v>
                </c:pt>
                <c:pt idx="700">
                  <c:v>0.50131099999999995</c:v>
                </c:pt>
                <c:pt idx="701">
                  <c:v>0.41684100000000002</c:v>
                </c:pt>
                <c:pt idx="702">
                  <c:v>0.31043999999999999</c:v>
                </c:pt>
                <c:pt idx="703">
                  <c:v>0.20519399999999999</c:v>
                </c:pt>
                <c:pt idx="704">
                  <c:v>0.29735899999999998</c:v>
                </c:pt>
                <c:pt idx="705">
                  <c:v>0.215618</c:v>
                </c:pt>
                <c:pt idx="706">
                  <c:v>0.34437600000000002</c:v>
                </c:pt>
                <c:pt idx="707">
                  <c:v>0.195746</c:v>
                </c:pt>
                <c:pt idx="708">
                  <c:v>0.253745</c:v>
                </c:pt>
                <c:pt idx="709">
                  <c:v>0.213285</c:v>
                </c:pt>
                <c:pt idx="710">
                  <c:v>0.23033400000000001</c:v>
                </c:pt>
                <c:pt idx="711">
                  <c:v>0.40375100000000003</c:v>
                </c:pt>
                <c:pt idx="712">
                  <c:v>0.45766800000000002</c:v>
                </c:pt>
                <c:pt idx="713">
                  <c:v>2.7803999999999999E-2</c:v>
                </c:pt>
                <c:pt idx="714">
                  <c:v>0.27561999999999998</c:v>
                </c:pt>
                <c:pt idx="715">
                  <c:v>0.22498499999999999</c:v>
                </c:pt>
                <c:pt idx="716">
                  <c:v>0.15645800000000001</c:v>
                </c:pt>
                <c:pt idx="717">
                  <c:v>0.35010400000000003</c:v>
                </c:pt>
                <c:pt idx="718">
                  <c:v>0.42179499999999998</c:v>
                </c:pt>
                <c:pt idx="719">
                  <c:v>0.24127799999999999</c:v>
                </c:pt>
                <c:pt idx="720">
                  <c:v>0.21638499999999999</c:v>
                </c:pt>
                <c:pt idx="721">
                  <c:v>0.134464</c:v>
                </c:pt>
                <c:pt idx="722">
                  <c:v>7.737E-3</c:v>
                </c:pt>
                <c:pt idx="723">
                  <c:v>9.4450999999999993E-2</c:v>
                </c:pt>
                <c:pt idx="724">
                  <c:v>0.229965</c:v>
                </c:pt>
                <c:pt idx="725">
                  <c:v>0.29398299999999999</c:v>
                </c:pt>
                <c:pt idx="726">
                  <c:v>0.284472</c:v>
                </c:pt>
                <c:pt idx="727">
                  <c:v>0.37467400000000001</c:v>
                </c:pt>
                <c:pt idx="728">
                  <c:v>0.187745</c:v>
                </c:pt>
                <c:pt idx="729">
                  <c:v>0.29771700000000001</c:v>
                </c:pt>
                <c:pt idx="730">
                  <c:v>0.128386</c:v>
                </c:pt>
                <c:pt idx="731">
                  <c:v>0.23328299999999999</c:v>
                </c:pt>
                <c:pt idx="732">
                  <c:v>0.23826900000000001</c:v>
                </c:pt>
                <c:pt idx="733">
                  <c:v>0.55831799999999998</c:v>
                </c:pt>
                <c:pt idx="734">
                  <c:v>0.35055399999999998</c:v>
                </c:pt>
                <c:pt idx="735">
                  <c:v>0.19741700000000001</c:v>
                </c:pt>
                <c:pt idx="736">
                  <c:v>0.41569299999999998</c:v>
                </c:pt>
                <c:pt idx="737">
                  <c:v>0.34648899999999999</c:v>
                </c:pt>
                <c:pt idx="738">
                  <c:v>0.233486</c:v>
                </c:pt>
                <c:pt idx="739">
                  <c:v>0.34893800000000003</c:v>
                </c:pt>
                <c:pt idx="740">
                  <c:v>0.33134000000000002</c:v>
                </c:pt>
                <c:pt idx="741">
                  <c:v>0.28107100000000002</c:v>
                </c:pt>
                <c:pt idx="742">
                  <c:v>0.248806</c:v>
                </c:pt>
                <c:pt idx="743">
                  <c:v>0.16073000000000001</c:v>
                </c:pt>
                <c:pt idx="744">
                  <c:v>0.226018</c:v>
                </c:pt>
                <c:pt idx="745">
                  <c:v>0.303371</c:v>
                </c:pt>
                <c:pt idx="746">
                  <c:v>1.7524000000000001E-2</c:v>
                </c:pt>
                <c:pt idx="747">
                  <c:v>8.7526000000000007E-2</c:v>
                </c:pt>
                <c:pt idx="748">
                  <c:v>0.15664600000000001</c:v>
                </c:pt>
                <c:pt idx="749">
                  <c:v>0.184837</c:v>
                </c:pt>
                <c:pt idx="750">
                  <c:v>0.17836199999999999</c:v>
                </c:pt>
                <c:pt idx="751">
                  <c:v>0.27489599999999997</c:v>
                </c:pt>
                <c:pt idx="752">
                  <c:v>0.31004599999999999</c:v>
                </c:pt>
                <c:pt idx="753">
                  <c:v>0.24476400000000001</c:v>
                </c:pt>
                <c:pt idx="754">
                  <c:v>0.31714399999999998</c:v>
                </c:pt>
                <c:pt idx="755">
                  <c:v>0.43083900000000003</c:v>
                </c:pt>
                <c:pt idx="756">
                  <c:v>0.35239999999999999</c:v>
                </c:pt>
                <c:pt idx="757">
                  <c:v>0.33611600000000003</c:v>
                </c:pt>
                <c:pt idx="758">
                  <c:v>0.30648500000000001</c:v>
                </c:pt>
                <c:pt idx="759">
                  <c:v>0.380994</c:v>
                </c:pt>
                <c:pt idx="760">
                  <c:v>0.40804299999999999</c:v>
                </c:pt>
                <c:pt idx="761">
                  <c:v>0.42198600000000003</c:v>
                </c:pt>
                <c:pt idx="762">
                  <c:v>0.25947599999999998</c:v>
                </c:pt>
                <c:pt idx="763">
                  <c:v>0.12595500000000001</c:v>
                </c:pt>
                <c:pt idx="764">
                  <c:v>0.21712200000000001</c:v>
                </c:pt>
                <c:pt idx="765">
                  <c:v>0.39998</c:v>
                </c:pt>
                <c:pt idx="766">
                  <c:v>0.15543899999999999</c:v>
                </c:pt>
                <c:pt idx="767">
                  <c:v>0.44561600000000001</c:v>
                </c:pt>
                <c:pt idx="768">
                  <c:v>8.8022000000000003E-2</c:v>
                </c:pt>
                <c:pt idx="769">
                  <c:v>0.105848</c:v>
                </c:pt>
                <c:pt idx="770">
                  <c:v>7.3564000000000004E-2</c:v>
                </c:pt>
                <c:pt idx="771">
                  <c:v>0.218061</c:v>
                </c:pt>
                <c:pt idx="772">
                  <c:v>0.17449999999999999</c:v>
                </c:pt>
                <c:pt idx="773">
                  <c:v>0.139845</c:v>
                </c:pt>
                <c:pt idx="774">
                  <c:v>0.23232</c:v>
                </c:pt>
                <c:pt idx="775">
                  <c:v>0.160743</c:v>
                </c:pt>
                <c:pt idx="776">
                  <c:v>0.44348399999999999</c:v>
                </c:pt>
                <c:pt idx="777">
                  <c:v>0.51893500000000004</c:v>
                </c:pt>
                <c:pt idx="778">
                  <c:v>0.61551900000000004</c:v>
                </c:pt>
                <c:pt idx="779">
                  <c:v>0.53415699999999999</c:v>
                </c:pt>
                <c:pt idx="780">
                  <c:v>8.8525999999999994E-2</c:v>
                </c:pt>
                <c:pt idx="781">
                  <c:v>0.25642599999999999</c:v>
                </c:pt>
                <c:pt idx="782">
                  <c:v>0.38181399999999999</c:v>
                </c:pt>
                <c:pt idx="783">
                  <c:v>0.33644400000000002</c:v>
                </c:pt>
                <c:pt idx="784">
                  <c:v>0.37788100000000002</c:v>
                </c:pt>
                <c:pt idx="785">
                  <c:v>0.28244399999999997</c:v>
                </c:pt>
                <c:pt idx="786">
                  <c:v>0.29306100000000002</c:v>
                </c:pt>
                <c:pt idx="787">
                  <c:v>0.25679200000000002</c:v>
                </c:pt>
                <c:pt idx="788">
                  <c:v>0.26253799999999999</c:v>
                </c:pt>
                <c:pt idx="789">
                  <c:v>-4.28E-4</c:v>
                </c:pt>
                <c:pt idx="790">
                  <c:v>0.17307</c:v>
                </c:pt>
                <c:pt idx="791">
                  <c:v>0.25831799999999999</c:v>
                </c:pt>
                <c:pt idx="792">
                  <c:v>0.46212799999999998</c:v>
                </c:pt>
                <c:pt idx="793">
                  <c:v>0.45369900000000002</c:v>
                </c:pt>
                <c:pt idx="794">
                  <c:v>0.137909</c:v>
                </c:pt>
                <c:pt idx="795">
                  <c:v>0.29623899999999997</c:v>
                </c:pt>
                <c:pt idx="796">
                  <c:v>0.40076000000000001</c:v>
                </c:pt>
                <c:pt idx="797">
                  <c:v>0.38126900000000002</c:v>
                </c:pt>
                <c:pt idx="798">
                  <c:v>0.51074299999999995</c:v>
                </c:pt>
                <c:pt idx="799">
                  <c:v>0.58507900000000002</c:v>
                </c:pt>
                <c:pt idx="800">
                  <c:v>0.43562400000000001</c:v>
                </c:pt>
                <c:pt idx="801">
                  <c:v>0.15751699999999999</c:v>
                </c:pt>
                <c:pt idx="802">
                  <c:v>0.199155</c:v>
                </c:pt>
                <c:pt idx="803">
                  <c:v>0.25647799999999998</c:v>
                </c:pt>
                <c:pt idx="804">
                  <c:v>0.104036</c:v>
                </c:pt>
                <c:pt idx="805">
                  <c:v>0.106322</c:v>
                </c:pt>
                <c:pt idx="806">
                  <c:v>0.21138100000000001</c:v>
                </c:pt>
                <c:pt idx="807">
                  <c:v>0.13320699999999999</c:v>
                </c:pt>
                <c:pt idx="808">
                  <c:v>1.3493E-2</c:v>
                </c:pt>
                <c:pt idx="809">
                  <c:v>0.17324600000000001</c:v>
                </c:pt>
                <c:pt idx="810">
                  <c:v>0.32672400000000001</c:v>
                </c:pt>
                <c:pt idx="811">
                  <c:v>0.17341899999999999</c:v>
                </c:pt>
                <c:pt idx="812">
                  <c:v>0.33760000000000001</c:v>
                </c:pt>
                <c:pt idx="813">
                  <c:v>0.42308699999999999</c:v>
                </c:pt>
                <c:pt idx="814">
                  <c:v>0.15266399999999999</c:v>
                </c:pt>
                <c:pt idx="815">
                  <c:v>0.40185500000000002</c:v>
                </c:pt>
                <c:pt idx="816">
                  <c:v>0.45458900000000002</c:v>
                </c:pt>
                <c:pt idx="817">
                  <c:v>0.31578299999999998</c:v>
                </c:pt>
                <c:pt idx="818">
                  <c:v>0.348889</c:v>
                </c:pt>
                <c:pt idx="819">
                  <c:v>0.28103299999999998</c:v>
                </c:pt>
                <c:pt idx="820">
                  <c:v>0.26708700000000002</c:v>
                </c:pt>
                <c:pt idx="821">
                  <c:v>0.18159800000000001</c:v>
                </c:pt>
                <c:pt idx="822">
                  <c:v>0.212453</c:v>
                </c:pt>
                <c:pt idx="823">
                  <c:v>-1.7547E-2</c:v>
                </c:pt>
                <c:pt idx="824">
                  <c:v>2.0480000000000002E-2</c:v>
                </c:pt>
                <c:pt idx="825">
                  <c:v>0.28831600000000002</c:v>
                </c:pt>
                <c:pt idx="826">
                  <c:v>0.191217</c:v>
                </c:pt>
                <c:pt idx="827">
                  <c:v>0.30616900000000002</c:v>
                </c:pt>
                <c:pt idx="828">
                  <c:v>0.31343300000000002</c:v>
                </c:pt>
                <c:pt idx="829">
                  <c:v>0.234955</c:v>
                </c:pt>
                <c:pt idx="830">
                  <c:v>0.48430499999999999</c:v>
                </c:pt>
                <c:pt idx="831">
                  <c:v>0.41569499999999998</c:v>
                </c:pt>
                <c:pt idx="832">
                  <c:v>0.24502699999999999</c:v>
                </c:pt>
                <c:pt idx="833">
                  <c:v>0.25186599999999998</c:v>
                </c:pt>
                <c:pt idx="834">
                  <c:v>0.20755899999999999</c:v>
                </c:pt>
                <c:pt idx="835">
                  <c:v>0.17147899999999999</c:v>
                </c:pt>
                <c:pt idx="836">
                  <c:v>0.24420700000000001</c:v>
                </c:pt>
                <c:pt idx="837">
                  <c:v>0.24368799999999999</c:v>
                </c:pt>
                <c:pt idx="838">
                  <c:v>0.169793</c:v>
                </c:pt>
                <c:pt idx="839">
                  <c:v>0.17120199999999999</c:v>
                </c:pt>
                <c:pt idx="840">
                  <c:v>9.6930000000000002E-3</c:v>
                </c:pt>
                <c:pt idx="841">
                  <c:v>0.17421800000000001</c:v>
                </c:pt>
                <c:pt idx="842">
                  <c:v>0.245342</c:v>
                </c:pt>
                <c:pt idx="843">
                  <c:v>0.18853700000000001</c:v>
                </c:pt>
                <c:pt idx="844">
                  <c:v>0.35613400000000001</c:v>
                </c:pt>
                <c:pt idx="845">
                  <c:v>0.44271100000000002</c:v>
                </c:pt>
                <c:pt idx="846">
                  <c:v>0.174847</c:v>
                </c:pt>
                <c:pt idx="847">
                  <c:v>0.211566</c:v>
                </c:pt>
                <c:pt idx="848">
                  <c:v>0.20818200000000001</c:v>
                </c:pt>
                <c:pt idx="849">
                  <c:v>0.316556</c:v>
                </c:pt>
                <c:pt idx="850">
                  <c:v>0.34024300000000002</c:v>
                </c:pt>
                <c:pt idx="851">
                  <c:v>0.21071300000000001</c:v>
                </c:pt>
                <c:pt idx="852">
                  <c:v>0.17188300000000001</c:v>
                </c:pt>
                <c:pt idx="853">
                  <c:v>0.14931700000000001</c:v>
                </c:pt>
                <c:pt idx="854">
                  <c:v>0.25105899999999998</c:v>
                </c:pt>
                <c:pt idx="855">
                  <c:v>0.24426800000000001</c:v>
                </c:pt>
                <c:pt idx="856">
                  <c:v>0.29901100000000003</c:v>
                </c:pt>
                <c:pt idx="857">
                  <c:v>0.36080899999999999</c:v>
                </c:pt>
                <c:pt idx="858">
                  <c:v>0.46454000000000001</c:v>
                </c:pt>
                <c:pt idx="859">
                  <c:v>0.40484399999999998</c:v>
                </c:pt>
                <c:pt idx="860">
                  <c:v>0.36028399999999999</c:v>
                </c:pt>
                <c:pt idx="861">
                  <c:v>0.15976299999999999</c:v>
                </c:pt>
                <c:pt idx="862">
                  <c:v>0.29598799999999997</c:v>
                </c:pt>
                <c:pt idx="863">
                  <c:v>0.21684300000000001</c:v>
                </c:pt>
                <c:pt idx="864">
                  <c:v>0.36259400000000003</c:v>
                </c:pt>
                <c:pt idx="865">
                  <c:v>0.32296399999999997</c:v>
                </c:pt>
                <c:pt idx="866">
                  <c:v>0.460731</c:v>
                </c:pt>
                <c:pt idx="867">
                  <c:v>0.48630000000000001</c:v>
                </c:pt>
                <c:pt idx="868">
                  <c:v>0.41259299999999999</c:v>
                </c:pt>
                <c:pt idx="869">
                  <c:v>0.33543099999999998</c:v>
                </c:pt>
                <c:pt idx="870">
                  <c:v>0.21451000000000001</c:v>
                </c:pt>
                <c:pt idx="871">
                  <c:v>0.412518</c:v>
                </c:pt>
                <c:pt idx="872">
                  <c:v>0.33056999999999997</c:v>
                </c:pt>
                <c:pt idx="873">
                  <c:v>0.48049399999999998</c:v>
                </c:pt>
                <c:pt idx="874">
                  <c:v>0.50120399999999998</c:v>
                </c:pt>
                <c:pt idx="875">
                  <c:v>0.399812</c:v>
                </c:pt>
                <c:pt idx="876">
                  <c:v>0.52395400000000003</c:v>
                </c:pt>
                <c:pt idx="877">
                  <c:v>0.52881199999999995</c:v>
                </c:pt>
                <c:pt idx="878">
                  <c:v>8.0211000000000005E-2</c:v>
                </c:pt>
                <c:pt idx="879">
                  <c:v>0.35070000000000001</c:v>
                </c:pt>
                <c:pt idx="880">
                  <c:v>0.41414099999999998</c:v>
                </c:pt>
                <c:pt idx="881">
                  <c:v>0.221641</c:v>
                </c:pt>
                <c:pt idx="882">
                  <c:v>0.184478</c:v>
                </c:pt>
                <c:pt idx="883">
                  <c:v>0.29334500000000002</c:v>
                </c:pt>
                <c:pt idx="884">
                  <c:v>0.57066600000000001</c:v>
                </c:pt>
                <c:pt idx="885">
                  <c:v>0.44054500000000002</c:v>
                </c:pt>
                <c:pt idx="886">
                  <c:v>0.35611300000000001</c:v>
                </c:pt>
                <c:pt idx="887">
                  <c:v>0.31049100000000002</c:v>
                </c:pt>
                <c:pt idx="888">
                  <c:v>0.34256799999999998</c:v>
                </c:pt>
                <c:pt idx="889">
                  <c:v>0.357792</c:v>
                </c:pt>
                <c:pt idx="890">
                  <c:v>0.36479800000000001</c:v>
                </c:pt>
                <c:pt idx="891">
                  <c:v>0.37735099999999999</c:v>
                </c:pt>
                <c:pt idx="892">
                  <c:v>0.28305200000000003</c:v>
                </c:pt>
                <c:pt idx="893">
                  <c:v>0.34575</c:v>
                </c:pt>
                <c:pt idx="894">
                  <c:v>0.345771</c:v>
                </c:pt>
                <c:pt idx="895">
                  <c:v>0.27918399999999999</c:v>
                </c:pt>
                <c:pt idx="896">
                  <c:v>0.30673699999999998</c:v>
                </c:pt>
                <c:pt idx="897">
                  <c:v>0.35067599999999999</c:v>
                </c:pt>
                <c:pt idx="898">
                  <c:v>0.36985699999999999</c:v>
                </c:pt>
                <c:pt idx="899">
                  <c:v>0.42053499999999999</c:v>
                </c:pt>
                <c:pt idx="900">
                  <c:v>0.35326999999999997</c:v>
                </c:pt>
                <c:pt idx="901">
                  <c:v>0.24656800000000001</c:v>
                </c:pt>
                <c:pt idx="902">
                  <c:v>0.38594600000000001</c:v>
                </c:pt>
                <c:pt idx="903">
                  <c:v>0.23822699999999999</c:v>
                </c:pt>
                <c:pt idx="904">
                  <c:v>0.29336299999999998</c:v>
                </c:pt>
                <c:pt idx="905">
                  <c:v>0.29214899999999999</c:v>
                </c:pt>
                <c:pt idx="906">
                  <c:v>0.34606300000000001</c:v>
                </c:pt>
                <c:pt idx="907">
                  <c:v>0.34990599999999999</c:v>
                </c:pt>
                <c:pt idx="908">
                  <c:v>0.49358299999999999</c:v>
                </c:pt>
                <c:pt idx="909">
                  <c:v>0.33687400000000001</c:v>
                </c:pt>
                <c:pt idx="910">
                  <c:v>0.41488199999999997</c:v>
                </c:pt>
                <c:pt idx="911">
                  <c:v>0.39170300000000002</c:v>
                </c:pt>
                <c:pt idx="912">
                  <c:v>0.38900200000000001</c:v>
                </c:pt>
                <c:pt idx="913">
                  <c:v>0.258878</c:v>
                </c:pt>
                <c:pt idx="914">
                  <c:v>0.40617399999999998</c:v>
                </c:pt>
                <c:pt idx="915">
                  <c:v>0.61522200000000005</c:v>
                </c:pt>
                <c:pt idx="916">
                  <c:v>0.33679900000000002</c:v>
                </c:pt>
                <c:pt idx="917">
                  <c:v>0.346383</c:v>
                </c:pt>
                <c:pt idx="918">
                  <c:v>0.38878499999999999</c:v>
                </c:pt>
                <c:pt idx="919">
                  <c:v>0.48882700000000001</c:v>
                </c:pt>
                <c:pt idx="920">
                  <c:v>0.35249599999999998</c:v>
                </c:pt>
                <c:pt idx="921">
                  <c:v>0.33296700000000001</c:v>
                </c:pt>
                <c:pt idx="922">
                  <c:v>0.39618300000000001</c:v>
                </c:pt>
                <c:pt idx="923">
                  <c:v>0.141794</c:v>
                </c:pt>
                <c:pt idx="924">
                  <c:v>0.41609699999999999</c:v>
                </c:pt>
                <c:pt idx="925">
                  <c:v>0.18827099999999999</c:v>
                </c:pt>
                <c:pt idx="926">
                  <c:v>0.28704800000000003</c:v>
                </c:pt>
                <c:pt idx="927">
                  <c:v>0.26955800000000002</c:v>
                </c:pt>
                <c:pt idx="928">
                  <c:v>0.31782300000000002</c:v>
                </c:pt>
                <c:pt idx="929">
                  <c:v>0.328513</c:v>
                </c:pt>
                <c:pt idx="930">
                  <c:v>0.289103</c:v>
                </c:pt>
                <c:pt idx="931">
                  <c:v>0.54828500000000002</c:v>
                </c:pt>
                <c:pt idx="932">
                  <c:v>0.57813199999999998</c:v>
                </c:pt>
                <c:pt idx="933">
                  <c:v>0.42309099999999999</c:v>
                </c:pt>
                <c:pt idx="934">
                  <c:v>0.35901499999999997</c:v>
                </c:pt>
                <c:pt idx="935">
                  <c:v>0.43008800000000003</c:v>
                </c:pt>
                <c:pt idx="936">
                  <c:v>0.44016</c:v>
                </c:pt>
                <c:pt idx="937">
                  <c:v>0.43295400000000001</c:v>
                </c:pt>
                <c:pt idx="938">
                  <c:v>0.37701899999999999</c:v>
                </c:pt>
                <c:pt idx="939">
                  <c:v>0.47019100000000003</c:v>
                </c:pt>
                <c:pt idx="940">
                  <c:v>0.34703600000000001</c:v>
                </c:pt>
                <c:pt idx="941">
                  <c:v>0.35799199999999998</c:v>
                </c:pt>
                <c:pt idx="942">
                  <c:v>0.40003499999999997</c:v>
                </c:pt>
                <c:pt idx="943">
                  <c:v>0.29871199999999998</c:v>
                </c:pt>
                <c:pt idx="944">
                  <c:v>0.40474300000000002</c:v>
                </c:pt>
                <c:pt idx="945">
                  <c:v>0.504274</c:v>
                </c:pt>
                <c:pt idx="946">
                  <c:v>0.42119000000000001</c:v>
                </c:pt>
                <c:pt idx="947">
                  <c:v>0.33646199999999998</c:v>
                </c:pt>
                <c:pt idx="948">
                  <c:v>0.47939799999999999</c:v>
                </c:pt>
                <c:pt idx="949">
                  <c:v>0.441081</c:v>
                </c:pt>
                <c:pt idx="950">
                  <c:v>0.170595</c:v>
                </c:pt>
                <c:pt idx="951">
                  <c:v>0.38363199999999997</c:v>
                </c:pt>
                <c:pt idx="952">
                  <c:v>0.43858399999999997</c:v>
                </c:pt>
                <c:pt idx="953">
                  <c:v>0.33793099999999998</c:v>
                </c:pt>
                <c:pt idx="954">
                  <c:v>0.44</c:v>
                </c:pt>
                <c:pt idx="955">
                  <c:v>0.219944</c:v>
                </c:pt>
                <c:pt idx="956">
                  <c:v>0.36873899999999998</c:v>
                </c:pt>
                <c:pt idx="957">
                  <c:v>0.249669</c:v>
                </c:pt>
                <c:pt idx="958">
                  <c:v>0.45454499999999998</c:v>
                </c:pt>
                <c:pt idx="959">
                  <c:v>0.42591699999999999</c:v>
                </c:pt>
                <c:pt idx="960">
                  <c:v>0.42045500000000002</c:v>
                </c:pt>
                <c:pt idx="961">
                  <c:v>0.39100099999999999</c:v>
                </c:pt>
                <c:pt idx="962">
                  <c:v>0.26668199999999997</c:v>
                </c:pt>
                <c:pt idx="963">
                  <c:v>0.33515299999999998</c:v>
                </c:pt>
                <c:pt idx="964">
                  <c:v>0.36715100000000001</c:v>
                </c:pt>
                <c:pt idx="965">
                  <c:v>0.21521899999999999</c:v>
                </c:pt>
                <c:pt idx="966">
                  <c:v>0.33481699999999998</c:v>
                </c:pt>
                <c:pt idx="967">
                  <c:v>0.39055800000000002</c:v>
                </c:pt>
                <c:pt idx="968">
                  <c:v>0.31700899999999999</c:v>
                </c:pt>
                <c:pt idx="969">
                  <c:v>0.30908400000000003</c:v>
                </c:pt>
                <c:pt idx="970">
                  <c:v>0.23954900000000001</c:v>
                </c:pt>
                <c:pt idx="971">
                  <c:v>0.336704</c:v>
                </c:pt>
                <c:pt idx="972">
                  <c:v>0.35866700000000001</c:v>
                </c:pt>
                <c:pt idx="973">
                  <c:v>0.492477</c:v>
                </c:pt>
                <c:pt idx="974">
                  <c:v>0.18464900000000001</c:v>
                </c:pt>
                <c:pt idx="975">
                  <c:v>0.18279599999999999</c:v>
                </c:pt>
                <c:pt idx="976">
                  <c:v>0.26400600000000002</c:v>
                </c:pt>
                <c:pt idx="977">
                  <c:v>0.37914599999999998</c:v>
                </c:pt>
                <c:pt idx="978">
                  <c:v>0.28771600000000003</c:v>
                </c:pt>
                <c:pt idx="979">
                  <c:v>0.47556500000000002</c:v>
                </c:pt>
                <c:pt idx="980">
                  <c:v>0.30969099999999999</c:v>
                </c:pt>
                <c:pt idx="981">
                  <c:v>0.19133900000000001</c:v>
                </c:pt>
                <c:pt idx="982">
                  <c:v>0.34554400000000002</c:v>
                </c:pt>
                <c:pt idx="983">
                  <c:v>0.48261700000000002</c:v>
                </c:pt>
                <c:pt idx="984">
                  <c:v>0.58960999999999997</c:v>
                </c:pt>
                <c:pt idx="985">
                  <c:v>0.43368800000000002</c:v>
                </c:pt>
                <c:pt idx="986">
                  <c:v>0.360462</c:v>
                </c:pt>
                <c:pt idx="987">
                  <c:v>0.46551199999999998</c:v>
                </c:pt>
                <c:pt idx="988">
                  <c:v>0.34669499999999998</c:v>
                </c:pt>
                <c:pt idx="989">
                  <c:v>0.35536200000000001</c:v>
                </c:pt>
                <c:pt idx="990">
                  <c:v>0.34492</c:v>
                </c:pt>
                <c:pt idx="991">
                  <c:v>0.39785799999999999</c:v>
                </c:pt>
                <c:pt idx="992">
                  <c:v>0.45635100000000001</c:v>
                </c:pt>
                <c:pt idx="993">
                  <c:v>0.34920899999999999</c:v>
                </c:pt>
                <c:pt idx="994">
                  <c:v>0.219615</c:v>
                </c:pt>
                <c:pt idx="995">
                  <c:v>0.40169199999999999</c:v>
                </c:pt>
                <c:pt idx="996">
                  <c:v>0.36996200000000001</c:v>
                </c:pt>
                <c:pt idx="997">
                  <c:v>0.261073</c:v>
                </c:pt>
                <c:pt idx="998">
                  <c:v>0.25633600000000001</c:v>
                </c:pt>
                <c:pt idx="999">
                  <c:v>0.26858399999999999</c:v>
                </c:pt>
                <c:pt idx="1000">
                  <c:v>0.24804999999999999</c:v>
                </c:pt>
                <c:pt idx="1001">
                  <c:v>0.21465400000000001</c:v>
                </c:pt>
                <c:pt idx="1002">
                  <c:v>0.35918499999999998</c:v>
                </c:pt>
                <c:pt idx="1003">
                  <c:v>0.30198799999999998</c:v>
                </c:pt>
                <c:pt idx="1004">
                  <c:v>0.22573599999999999</c:v>
                </c:pt>
                <c:pt idx="1005">
                  <c:v>0.35964200000000002</c:v>
                </c:pt>
                <c:pt idx="1006">
                  <c:v>0.34678199999999998</c:v>
                </c:pt>
                <c:pt idx="1007">
                  <c:v>0.244613</c:v>
                </c:pt>
                <c:pt idx="1008">
                  <c:v>0.248089</c:v>
                </c:pt>
                <c:pt idx="1009">
                  <c:v>0.31412600000000002</c:v>
                </c:pt>
                <c:pt idx="1010">
                  <c:v>0.295242</c:v>
                </c:pt>
                <c:pt idx="1011">
                  <c:v>0.41103099999999998</c:v>
                </c:pt>
                <c:pt idx="1012">
                  <c:v>0.25761499999999998</c:v>
                </c:pt>
                <c:pt idx="1013">
                  <c:v>0.27882400000000002</c:v>
                </c:pt>
                <c:pt idx="1014">
                  <c:v>0.27179500000000001</c:v>
                </c:pt>
                <c:pt idx="1015">
                  <c:v>0.41044199999999997</c:v>
                </c:pt>
                <c:pt idx="1016">
                  <c:v>0.46964400000000001</c:v>
                </c:pt>
                <c:pt idx="1017">
                  <c:v>0.47139999999999999</c:v>
                </c:pt>
                <c:pt idx="1018">
                  <c:v>0.54535900000000004</c:v>
                </c:pt>
                <c:pt idx="1019">
                  <c:v>0.38539000000000001</c:v>
                </c:pt>
                <c:pt idx="1020">
                  <c:v>0.26484400000000002</c:v>
                </c:pt>
                <c:pt idx="1021">
                  <c:v>0.37879499999999999</c:v>
                </c:pt>
                <c:pt idx="1022">
                  <c:v>0.33535599999999999</c:v>
                </c:pt>
                <c:pt idx="1023">
                  <c:v>0.37668400000000002</c:v>
                </c:pt>
                <c:pt idx="1024">
                  <c:v>0.47552100000000003</c:v>
                </c:pt>
                <c:pt idx="1025">
                  <c:v>0.44323600000000002</c:v>
                </c:pt>
                <c:pt idx="1026">
                  <c:v>0.29015400000000002</c:v>
                </c:pt>
                <c:pt idx="1027">
                  <c:v>0.203042</c:v>
                </c:pt>
                <c:pt idx="1028">
                  <c:v>0.36762600000000001</c:v>
                </c:pt>
                <c:pt idx="1029">
                  <c:v>0.33387800000000001</c:v>
                </c:pt>
                <c:pt idx="1030">
                  <c:v>0.37423800000000002</c:v>
                </c:pt>
                <c:pt idx="1031">
                  <c:v>0.28371600000000002</c:v>
                </c:pt>
                <c:pt idx="1032">
                  <c:v>0.43102499999999999</c:v>
                </c:pt>
                <c:pt idx="1033">
                  <c:v>0.301153</c:v>
                </c:pt>
                <c:pt idx="1034">
                  <c:v>0.329096</c:v>
                </c:pt>
                <c:pt idx="1035">
                  <c:v>0.368477</c:v>
                </c:pt>
                <c:pt idx="1036">
                  <c:v>0.31382500000000002</c:v>
                </c:pt>
                <c:pt idx="1037">
                  <c:v>0.25631500000000002</c:v>
                </c:pt>
                <c:pt idx="1038">
                  <c:v>0.50988800000000001</c:v>
                </c:pt>
                <c:pt idx="1039">
                  <c:v>0.406389</c:v>
                </c:pt>
                <c:pt idx="1040">
                  <c:v>0.42688500000000001</c:v>
                </c:pt>
                <c:pt idx="1041">
                  <c:v>0.279503</c:v>
                </c:pt>
                <c:pt idx="1042">
                  <c:v>0.37282700000000002</c:v>
                </c:pt>
                <c:pt idx="1043">
                  <c:v>0.31466899999999998</c:v>
                </c:pt>
                <c:pt idx="1044">
                  <c:v>0.38007999999999997</c:v>
                </c:pt>
                <c:pt idx="1045">
                  <c:v>0.43770399999999998</c:v>
                </c:pt>
                <c:pt idx="1046">
                  <c:v>0.53072200000000003</c:v>
                </c:pt>
                <c:pt idx="1047">
                  <c:v>0.32672800000000002</c:v>
                </c:pt>
                <c:pt idx="1048">
                  <c:v>0.33173900000000001</c:v>
                </c:pt>
                <c:pt idx="1049">
                  <c:v>0.35804399999999997</c:v>
                </c:pt>
                <c:pt idx="1050">
                  <c:v>0.39004800000000001</c:v>
                </c:pt>
                <c:pt idx="1051">
                  <c:v>0.386627</c:v>
                </c:pt>
                <c:pt idx="1052">
                  <c:v>0.43131000000000003</c:v>
                </c:pt>
                <c:pt idx="1053">
                  <c:v>0.40878399999999998</c:v>
                </c:pt>
                <c:pt idx="1054">
                  <c:v>0.43939699999999998</c:v>
                </c:pt>
                <c:pt idx="1055">
                  <c:v>0.38187500000000002</c:v>
                </c:pt>
                <c:pt idx="1056">
                  <c:v>0.22556300000000001</c:v>
                </c:pt>
                <c:pt idx="1057">
                  <c:v>0.23074</c:v>
                </c:pt>
                <c:pt idx="1058">
                  <c:v>0.38286199999999998</c:v>
                </c:pt>
                <c:pt idx="1059">
                  <c:v>0.32523999999999997</c:v>
                </c:pt>
                <c:pt idx="1060">
                  <c:v>0.319824</c:v>
                </c:pt>
                <c:pt idx="1061">
                  <c:v>0.23294400000000001</c:v>
                </c:pt>
                <c:pt idx="1062">
                  <c:v>0.35589799999999999</c:v>
                </c:pt>
                <c:pt idx="1063">
                  <c:v>0.27313700000000002</c:v>
                </c:pt>
                <c:pt idx="1064">
                  <c:v>0.42807499999999998</c:v>
                </c:pt>
                <c:pt idx="1065">
                  <c:v>0.45719900000000002</c:v>
                </c:pt>
                <c:pt idx="1066">
                  <c:v>0.23286499999999999</c:v>
                </c:pt>
                <c:pt idx="1067">
                  <c:v>0.39944200000000002</c:v>
                </c:pt>
                <c:pt idx="1068">
                  <c:v>0.26664199999999999</c:v>
                </c:pt>
                <c:pt idx="1069">
                  <c:v>0.29068500000000003</c:v>
                </c:pt>
                <c:pt idx="1070">
                  <c:v>0.27747699999999997</c:v>
                </c:pt>
                <c:pt idx="1071">
                  <c:v>0.36671100000000001</c:v>
                </c:pt>
                <c:pt idx="1072">
                  <c:v>0.44506899999999999</c:v>
                </c:pt>
                <c:pt idx="1073">
                  <c:v>0.52776599999999996</c:v>
                </c:pt>
                <c:pt idx="1074">
                  <c:v>0.36687799999999998</c:v>
                </c:pt>
                <c:pt idx="1075">
                  <c:v>0.49588199999999999</c:v>
                </c:pt>
                <c:pt idx="1076">
                  <c:v>0.30282900000000001</c:v>
                </c:pt>
                <c:pt idx="1077">
                  <c:v>0.45534400000000003</c:v>
                </c:pt>
                <c:pt idx="1078">
                  <c:v>0.42299599999999998</c:v>
                </c:pt>
                <c:pt idx="1079">
                  <c:v>0.32513500000000001</c:v>
                </c:pt>
                <c:pt idx="1080">
                  <c:v>0.301483</c:v>
                </c:pt>
                <c:pt idx="1081">
                  <c:v>0.38376199999999999</c:v>
                </c:pt>
                <c:pt idx="1082">
                  <c:v>0.407802</c:v>
                </c:pt>
                <c:pt idx="1083">
                  <c:v>0.40292499999999998</c:v>
                </c:pt>
                <c:pt idx="1084">
                  <c:v>0.678172</c:v>
                </c:pt>
                <c:pt idx="1085">
                  <c:v>0.53898199999999996</c:v>
                </c:pt>
                <c:pt idx="1086">
                  <c:v>0.34231400000000001</c:v>
                </c:pt>
                <c:pt idx="1087">
                  <c:v>0.47612100000000002</c:v>
                </c:pt>
                <c:pt idx="1088">
                  <c:v>0.46387800000000001</c:v>
                </c:pt>
                <c:pt idx="1089">
                  <c:v>0.27556999999999998</c:v>
                </c:pt>
                <c:pt idx="1090">
                  <c:v>0.371757</c:v>
                </c:pt>
                <c:pt idx="1091">
                  <c:v>0.26007599999999997</c:v>
                </c:pt>
                <c:pt idx="1092">
                  <c:v>0.29202899999999998</c:v>
                </c:pt>
                <c:pt idx="1093">
                  <c:v>0.336729</c:v>
                </c:pt>
                <c:pt idx="1094">
                  <c:v>0.33862900000000001</c:v>
                </c:pt>
                <c:pt idx="1095">
                  <c:v>0.37758700000000001</c:v>
                </c:pt>
                <c:pt idx="1096">
                  <c:v>0.28745700000000002</c:v>
                </c:pt>
                <c:pt idx="1097">
                  <c:v>0.56847800000000004</c:v>
                </c:pt>
                <c:pt idx="1098">
                  <c:v>0.36776999999999999</c:v>
                </c:pt>
                <c:pt idx="1099">
                  <c:v>0.54677200000000004</c:v>
                </c:pt>
                <c:pt idx="1100">
                  <c:v>0.38046999999999997</c:v>
                </c:pt>
                <c:pt idx="1101">
                  <c:v>0.38291999999999998</c:v>
                </c:pt>
                <c:pt idx="1102">
                  <c:v>0.188555</c:v>
                </c:pt>
                <c:pt idx="1103">
                  <c:v>0.37900400000000001</c:v>
                </c:pt>
                <c:pt idx="1104">
                  <c:v>0.40615699999999999</c:v>
                </c:pt>
                <c:pt idx="1105">
                  <c:v>0.30589300000000003</c:v>
                </c:pt>
                <c:pt idx="1106">
                  <c:v>0.54020199999999996</c:v>
                </c:pt>
                <c:pt idx="1107">
                  <c:v>0.33129999999999998</c:v>
                </c:pt>
                <c:pt idx="1108">
                  <c:v>0.27790799999999999</c:v>
                </c:pt>
                <c:pt idx="1109">
                  <c:v>0.45383299999999999</c:v>
                </c:pt>
                <c:pt idx="1110">
                  <c:v>0.31839000000000001</c:v>
                </c:pt>
                <c:pt idx="1111">
                  <c:v>0.23172400000000001</c:v>
                </c:pt>
                <c:pt idx="1112">
                  <c:v>0.159049</c:v>
                </c:pt>
                <c:pt idx="1113">
                  <c:v>0.15753900000000001</c:v>
                </c:pt>
                <c:pt idx="1114">
                  <c:v>0.125226</c:v>
                </c:pt>
                <c:pt idx="1115">
                  <c:v>0.14272799999999999</c:v>
                </c:pt>
                <c:pt idx="1116">
                  <c:v>0.30352000000000001</c:v>
                </c:pt>
                <c:pt idx="1117">
                  <c:v>0.19289999999999999</c:v>
                </c:pt>
                <c:pt idx="1118">
                  <c:v>0.25349899999999997</c:v>
                </c:pt>
                <c:pt idx="1119">
                  <c:v>0.23603199999999999</c:v>
                </c:pt>
                <c:pt idx="1120">
                  <c:v>0.45189400000000002</c:v>
                </c:pt>
                <c:pt idx="1121">
                  <c:v>0.35253200000000001</c:v>
                </c:pt>
                <c:pt idx="1122">
                  <c:v>0.25889699999999999</c:v>
                </c:pt>
                <c:pt idx="1123">
                  <c:v>0.37917400000000001</c:v>
                </c:pt>
                <c:pt idx="1124">
                  <c:v>0.28382099999999999</c:v>
                </c:pt>
                <c:pt idx="1125">
                  <c:v>0.199849</c:v>
                </c:pt>
                <c:pt idx="1126">
                  <c:v>0.16331799999999999</c:v>
                </c:pt>
                <c:pt idx="1127">
                  <c:v>0.117298</c:v>
                </c:pt>
                <c:pt idx="1128">
                  <c:v>0.22552900000000001</c:v>
                </c:pt>
                <c:pt idx="1129">
                  <c:v>0.436917</c:v>
                </c:pt>
                <c:pt idx="1130">
                  <c:v>0.34567900000000001</c:v>
                </c:pt>
                <c:pt idx="1131">
                  <c:v>0.33169300000000002</c:v>
                </c:pt>
                <c:pt idx="1132">
                  <c:v>0.34060200000000002</c:v>
                </c:pt>
                <c:pt idx="1133">
                  <c:v>0.312801</c:v>
                </c:pt>
                <c:pt idx="1134">
                  <c:v>0.44425900000000001</c:v>
                </c:pt>
                <c:pt idx="1135">
                  <c:v>0.15126000000000001</c:v>
                </c:pt>
                <c:pt idx="1136">
                  <c:v>0.39214199999999999</c:v>
                </c:pt>
                <c:pt idx="1137">
                  <c:v>0.23122999999999999</c:v>
                </c:pt>
                <c:pt idx="1138">
                  <c:v>0.17866599999999999</c:v>
                </c:pt>
                <c:pt idx="1139">
                  <c:v>0.270563</c:v>
                </c:pt>
                <c:pt idx="1140">
                  <c:v>0.43111500000000003</c:v>
                </c:pt>
                <c:pt idx="1141">
                  <c:v>0.27013199999999998</c:v>
                </c:pt>
                <c:pt idx="1142">
                  <c:v>0.22672900000000001</c:v>
                </c:pt>
                <c:pt idx="1143">
                  <c:v>0.17932500000000001</c:v>
                </c:pt>
                <c:pt idx="1144">
                  <c:v>0.30337900000000001</c:v>
                </c:pt>
                <c:pt idx="1145">
                  <c:v>0.24529699999999999</c:v>
                </c:pt>
                <c:pt idx="1146">
                  <c:v>0.25294</c:v>
                </c:pt>
                <c:pt idx="1147">
                  <c:v>0</c:v>
                </c:pt>
              </c:numCache>
            </c:numRef>
          </c:yVal>
          <c:smooth val="0"/>
          <c:extLst>
            <c:ext xmlns:c16="http://schemas.microsoft.com/office/drawing/2014/chart" uri="{C3380CC4-5D6E-409C-BE32-E72D297353CC}">
              <c16:uniqueId val="{00000001-FEEB-427A-932A-3BB737177903}"/>
            </c:ext>
          </c:extLst>
        </c:ser>
        <c:dLbls>
          <c:showLegendKey val="0"/>
          <c:showVal val="0"/>
          <c:showCatName val="0"/>
          <c:showSerName val="0"/>
          <c:showPercent val="0"/>
          <c:showBubbleSize val="0"/>
        </c:dLbls>
        <c:axId val="914649839"/>
        <c:axId val="914641519"/>
      </c:scatterChart>
      <c:valAx>
        <c:axId val="914649839"/>
        <c:scaling>
          <c:orientation val="minMax"/>
          <c:max val="40"/>
          <c:min val="15"/>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GB" sz="1200" b="1"/>
                  <a:t>LST</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PK"/>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914641519"/>
        <c:crossesAt val="-20"/>
        <c:crossBetween val="midCat"/>
      </c:valAx>
      <c:valAx>
        <c:axId val="91464151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GB" sz="1200" b="1"/>
                  <a:t>NDVI</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PK"/>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PK"/>
          </a:p>
        </c:txPr>
        <c:crossAx val="914649839"/>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tx1"/>
      </a:solidFill>
      <a:round/>
    </a:ln>
    <a:effectLst/>
  </c:spPr>
  <c:txPr>
    <a:bodyPr/>
    <a:lstStyle/>
    <a:p>
      <a:pPr>
        <a:defRPr/>
      </a:pPr>
      <a:endParaRPr lang="en-PK"/>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spc="0" baseline="0">
                <a:solidFill>
                  <a:srgbClr val="595959"/>
                </a:solidFill>
                <a:latin typeface="Calibri"/>
                <a:ea typeface="+mn-ea"/>
                <a:cs typeface="+mn-cs"/>
              </a:defRPr>
            </a:pPr>
            <a:r>
              <a:rPr lang="en-GB" sz="1400" b="1" i="0" u="none" strike="noStrike" kern="1200" cap="none" spc="0" baseline="0">
                <a:solidFill>
                  <a:srgbClr val="595959"/>
                </a:solidFill>
                <a:uFillTx/>
                <a:latin typeface="Calibri"/>
              </a:rPr>
              <a:t>Relationship between LST and Elevation</a:t>
            </a:r>
          </a:p>
        </c:rich>
      </c:tx>
      <c:overlay val="0"/>
      <c:spPr>
        <a:noFill/>
        <a:ln>
          <a:noFill/>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spc="0" baseline="0">
              <a:solidFill>
                <a:srgbClr val="595959"/>
              </a:solidFill>
              <a:latin typeface="Calibri"/>
              <a:ea typeface="+mn-ea"/>
              <a:cs typeface="+mn-cs"/>
            </a:defRPr>
          </a:pPr>
          <a:endParaRPr lang="en-PK"/>
        </a:p>
      </c:txPr>
    </c:title>
    <c:autoTitleDeleted val="0"/>
    <c:plotArea>
      <c:layout/>
      <c:scatterChart>
        <c:scatterStyle val="lineMarker"/>
        <c:varyColors val="0"/>
        <c:ser>
          <c:idx val="0"/>
          <c:order val="0"/>
          <c:tx>
            <c:strRef>
              <c:f>Topography!$D$1</c:f>
              <c:strCache>
                <c:ptCount val="1"/>
                <c:pt idx="0">
                  <c:v>DEM</c:v>
                </c:pt>
              </c:strCache>
            </c:strRef>
          </c:tx>
          <c:spPr>
            <a:ln w="19050" cap="rnd" cmpd="sng" algn="ctr">
              <a:noFill/>
              <a:prstDash val="solid"/>
              <a:round/>
            </a:ln>
            <a:effectLst/>
          </c:spPr>
          <c:marker>
            <c:symbol val="circle"/>
            <c:size val="5"/>
            <c:spPr>
              <a:solidFill>
                <a:schemeClr val="dk1">
                  <a:tint val="88500"/>
                </a:schemeClr>
              </a:solidFill>
              <a:ln w="6350" cap="flat" cmpd="sng" algn="ctr">
                <a:solidFill>
                  <a:schemeClr val="dk1">
                    <a:tint val="88500"/>
                  </a:schemeClr>
                </a:solidFill>
                <a:prstDash val="solid"/>
                <a:round/>
              </a:ln>
              <a:effectLst/>
            </c:spPr>
          </c:marker>
          <c:trendline>
            <c:spPr>
              <a:ln w="19046" cap="rnd" cmpd="sng" algn="ctr">
                <a:solidFill>
                  <a:srgbClr val="000000"/>
                </a:solidFill>
                <a:custDash>
                  <a:ds d="200000" sp="0"/>
                </a:custDash>
                <a:round/>
              </a:ln>
              <a:effectLst/>
            </c:spPr>
            <c:trendlineType val="linear"/>
            <c:dispRSqr val="1"/>
            <c:dispEq val="1"/>
            <c:trendlineLbl>
              <c:layout>
                <c:manualLayout>
                  <c:x val="-6.3771662358455092E-2"/>
                  <c:y val="-0.40129077010289538"/>
                </c:manualLayout>
              </c:layout>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900" b="0" i="0" u="none" strike="noStrike" kern="1200" baseline="0">
                        <a:solidFill>
                          <a:srgbClr val="595959"/>
                        </a:solidFill>
                        <a:latin typeface="Calibri"/>
                        <a:ea typeface="+mn-ea"/>
                        <a:cs typeface="+mn-cs"/>
                      </a:defRPr>
                    </a:pPr>
                    <a:r>
                      <a:rPr lang="en-US" sz="900" b="0" i="0" u="none" strike="noStrike" kern="1200" cap="none" spc="0" baseline="0">
                        <a:solidFill>
                          <a:srgbClr val="595959"/>
                        </a:solidFill>
                        <a:uFillTx/>
                        <a:latin typeface="Calibri"/>
                      </a:rPr>
                      <a:t>y = -93.306x + 4168</a:t>
                    </a:r>
                    <a:br>
                      <a:rPr lang="en-US" sz="900" b="0" i="0" u="none" strike="noStrike" kern="1200" cap="none" spc="0" baseline="0">
                        <a:solidFill>
                          <a:srgbClr val="595959"/>
                        </a:solidFill>
                        <a:uFillTx/>
                        <a:latin typeface="Calibri"/>
                      </a:rPr>
                    </a:br>
                    <a:r>
                      <a:rPr lang="en-US" sz="900" b="0" i="0" u="none" strike="noStrike" kern="1200" cap="none" spc="0" baseline="0">
                        <a:solidFill>
                          <a:srgbClr val="595959"/>
                        </a:solidFill>
                        <a:uFillTx/>
                        <a:latin typeface="Calibri"/>
                      </a:rPr>
                      <a:t>R² = 0.699</a:t>
                    </a:r>
                  </a:p>
                </c:rich>
              </c:tx>
              <c:numFmt formatCode="General" sourceLinked="0"/>
              <c:spPr>
                <a:solidFill>
                  <a:srgbClr val="FFFFFF"/>
                </a:solidFill>
                <a:ln w="9528">
                  <a:solidFill>
                    <a:srgbClr val="BFBFBF"/>
                  </a:solidFill>
                  <a:prstDash val="solid"/>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900" b="0" i="0" u="none" strike="noStrike" kern="1200" baseline="0">
                      <a:solidFill>
                        <a:srgbClr val="595959"/>
                      </a:solidFill>
                      <a:latin typeface="Calibri"/>
                      <a:ea typeface="+mn-ea"/>
                      <a:cs typeface="+mn-cs"/>
                    </a:defRPr>
                  </a:pPr>
                  <a:endParaRPr lang="en-PK"/>
                </a:p>
              </c:txPr>
            </c:trendlineLbl>
          </c:trendline>
          <c:xVal>
            <c:numRef>
              <c:f>Topography!$A$2:$A$1149</c:f>
              <c:numCache>
                <c:formatCode>0.0</c:formatCode>
                <c:ptCount val="1148"/>
                <c:pt idx="0">
                  <c:v>23.096071999999999</c:v>
                </c:pt>
                <c:pt idx="1">
                  <c:v>40</c:v>
                </c:pt>
                <c:pt idx="2">
                  <c:v>28.760905999999999</c:v>
                </c:pt>
                <c:pt idx="3">
                  <c:v>27.261009000000001</c:v>
                </c:pt>
                <c:pt idx="4">
                  <c:v>26.670926999999999</c:v>
                </c:pt>
                <c:pt idx="5">
                  <c:v>24.426500000000001</c:v>
                </c:pt>
                <c:pt idx="6">
                  <c:v>26.895399000000001</c:v>
                </c:pt>
                <c:pt idx="7">
                  <c:v>30.927173</c:v>
                </c:pt>
                <c:pt idx="8">
                  <c:v>27.385362000000001</c:v>
                </c:pt>
                <c:pt idx="9">
                  <c:v>25.835466</c:v>
                </c:pt>
                <c:pt idx="10">
                  <c:v>29.640557999999999</c:v>
                </c:pt>
                <c:pt idx="11">
                  <c:v>27.236080999999999</c:v>
                </c:pt>
                <c:pt idx="12">
                  <c:v>28.703662999999999</c:v>
                </c:pt>
                <c:pt idx="13">
                  <c:v>30.569474</c:v>
                </c:pt>
                <c:pt idx="14">
                  <c:v>33.291998</c:v>
                </c:pt>
                <c:pt idx="15">
                  <c:v>30.719045999999999</c:v>
                </c:pt>
                <c:pt idx="16">
                  <c:v>26.6692</c:v>
                </c:pt>
                <c:pt idx="17">
                  <c:v>29.025089999999999</c:v>
                </c:pt>
                <c:pt idx="18">
                  <c:v>29.547906000000001</c:v>
                </c:pt>
                <c:pt idx="19">
                  <c:v>26.764655000000001</c:v>
                </c:pt>
                <c:pt idx="20">
                  <c:v>28.524614</c:v>
                </c:pt>
                <c:pt idx="21">
                  <c:v>27.969474000000002</c:v>
                </c:pt>
                <c:pt idx="22">
                  <c:v>31.938476000000001</c:v>
                </c:pt>
                <c:pt idx="23">
                  <c:v>31.102167000000001</c:v>
                </c:pt>
                <c:pt idx="24">
                  <c:v>27.853117999999998</c:v>
                </c:pt>
                <c:pt idx="25">
                  <c:v>32.760373000000001</c:v>
                </c:pt>
                <c:pt idx="26">
                  <c:v>26.833839999999999</c:v>
                </c:pt>
                <c:pt idx="27">
                  <c:v>29.333725000000001</c:v>
                </c:pt>
                <c:pt idx="28">
                  <c:v>25.843088000000002</c:v>
                </c:pt>
                <c:pt idx="29">
                  <c:v>30.363023999999999</c:v>
                </c:pt>
                <c:pt idx="30">
                  <c:v>29.485681</c:v>
                </c:pt>
                <c:pt idx="31">
                  <c:v>30.062100999999998</c:v>
                </c:pt>
                <c:pt idx="32">
                  <c:v>27.820948999999999</c:v>
                </c:pt>
                <c:pt idx="33">
                  <c:v>28.497197</c:v>
                </c:pt>
                <c:pt idx="34">
                  <c:v>27.933620000000001</c:v>
                </c:pt>
                <c:pt idx="35">
                  <c:v>34.951473999999997</c:v>
                </c:pt>
                <c:pt idx="36">
                  <c:v>33.290627999999998</c:v>
                </c:pt>
                <c:pt idx="37">
                  <c:v>30.385968999999999</c:v>
                </c:pt>
                <c:pt idx="38">
                  <c:v>30.044568999999999</c:v>
                </c:pt>
                <c:pt idx="39">
                  <c:v>31.760629000000002</c:v>
                </c:pt>
                <c:pt idx="40">
                  <c:v>28.334137999999999</c:v>
                </c:pt>
                <c:pt idx="41">
                  <c:v>31.041896999999999</c:v>
                </c:pt>
                <c:pt idx="42">
                  <c:v>30.092559000000001</c:v>
                </c:pt>
                <c:pt idx="43">
                  <c:v>31.840561000000001</c:v>
                </c:pt>
                <c:pt idx="44">
                  <c:v>27.939409999999999</c:v>
                </c:pt>
                <c:pt idx="45">
                  <c:v>28.267868</c:v>
                </c:pt>
                <c:pt idx="46">
                  <c:v>28.846557000000001</c:v>
                </c:pt>
                <c:pt idx="47">
                  <c:v>25.144786</c:v>
                </c:pt>
                <c:pt idx="48">
                  <c:v>26.354624000000001</c:v>
                </c:pt>
                <c:pt idx="49">
                  <c:v>29.707114000000001</c:v>
                </c:pt>
                <c:pt idx="50">
                  <c:v>31.645394</c:v>
                </c:pt>
                <c:pt idx="51">
                  <c:v>28.806781999999998</c:v>
                </c:pt>
                <c:pt idx="52">
                  <c:v>29.774524</c:v>
                </c:pt>
                <c:pt idx="53">
                  <c:v>28.822009000000001</c:v>
                </c:pt>
                <c:pt idx="54">
                  <c:v>31.729700999999999</c:v>
                </c:pt>
                <c:pt idx="55">
                  <c:v>30.989739</c:v>
                </c:pt>
                <c:pt idx="56">
                  <c:v>31.775943000000002</c:v>
                </c:pt>
                <c:pt idx="57">
                  <c:v>34.979030000000002</c:v>
                </c:pt>
                <c:pt idx="58">
                  <c:v>28.864128999999998</c:v>
                </c:pt>
                <c:pt idx="59">
                  <c:v>25.008406999999998</c:v>
                </c:pt>
                <c:pt idx="60">
                  <c:v>27.128219000000001</c:v>
                </c:pt>
                <c:pt idx="61">
                  <c:v>28.413112000000002</c:v>
                </c:pt>
                <c:pt idx="62">
                  <c:v>30.278956000000001</c:v>
                </c:pt>
                <c:pt idx="63">
                  <c:v>34.258808999999999</c:v>
                </c:pt>
                <c:pt idx="64">
                  <c:v>30.495647999999999</c:v>
                </c:pt>
                <c:pt idx="65">
                  <c:v>27.942011000000001</c:v>
                </c:pt>
                <c:pt idx="66">
                  <c:v>30.858086</c:v>
                </c:pt>
                <c:pt idx="67">
                  <c:v>30.123376</c:v>
                </c:pt>
                <c:pt idx="68">
                  <c:v>26.966540999999999</c:v>
                </c:pt>
                <c:pt idx="69">
                  <c:v>31.009602999999998</c:v>
                </c:pt>
                <c:pt idx="70">
                  <c:v>31.516795999999999</c:v>
                </c:pt>
                <c:pt idx="71">
                  <c:v>28.087969999999999</c:v>
                </c:pt>
                <c:pt idx="72">
                  <c:v>29.824769</c:v>
                </c:pt>
                <c:pt idx="73">
                  <c:v>30.418099000000002</c:v>
                </c:pt>
                <c:pt idx="74">
                  <c:v>29.396557999999999</c:v>
                </c:pt>
                <c:pt idx="75">
                  <c:v>30.297832</c:v>
                </c:pt>
                <c:pt idx="76">
                  <c:v>29.403908999999999</c:v>
                </c:pt>
                <c:pt idx="77">
                  <c:v>28.508239</c:v>
                </c:pt>
                <c:pt idx="78">
                  <c:v>31.063030999999999</c:v>
                </c:pt>
                <c:pt idx="79">
                  <c:v>29.780336999999999</c:v>
                </c:pt>
                <c:pt idx="80">
                  <c:v>29.134947</c:v>
                </c:pt>
                <c:pt idx="81">
                  <c:v>29.930381000000001</c:v>
                </c:pt>
                <c:pt idx="82">
                  <c:v>28.418081000000001</c:v>
                </c:pt>
                <c:pt idx="83">
                  <c:v>31.865390000000001</c:v>
                </c:pt>
                <c:pt idx="84">
                  <c:v>29.885131999999999</c:v>
                </c:pt>
                <c:pt idx="85">
                  <c:v>28.276046999999998</c:v>
                </c:pt>
                <c:pt idx="86">
                  <c:v>31.128060000000001</c:v>
                </c:pt>
                <c:pt idx="87">
                  <c:v>33.380740000000003</c:v>
                </c:pt>
                <c:pt idx="88">
                  <c:v>36.477547999999999</c:v>
                </c:pt>
                <c:pt idx="89">
                  <c:v>27.584806</c:v>
                </c:pt>
                <c:pt idx="90">
                  <c:v>30.725006</c:v>
                </c:pt>
                <c:pt idx="91">
                  <c:v>28.451495000000001</c:v>
                </c:pt>
                <c:pt idx="92">
                  <c:v>30.204211999999998</c:v>
                </c:pt>
                <c:pt idx="93">
                  <c:v>29.424294</c:v>
                </c:pt>
                <c:pt idx="94">
                  <c:v>32.316200000000002</c:v>
                </c:pt>
                <c:pt idx="95">
                  <c:v>30.582909000000001</c:v>
                </c:pt>
                <c:pt idx="96">
                  <c:v>30.139880000000002</c:v>
                </c:pt>
                <c:pt idx="97">
                  <c:v>32.507384000000002</c:v>
                </c:pt>
                <c:pt idx="98">
                  <c:v>31.780833999999999</c:v>
                </c:pt>
                <c:pt idx="99">
                  <c:v>27.028362999999999</c:v>
                </c:pt>
                <c:pt idx="100">
                  <c:v>34.168605999999997</c:v>
                </c:pt>
                <c:pt idx="101">
                  <c:v>30.52036</c:v>
                </c:pt>
                <c:pt idx="102">
                  <c:v>30.435473000000002</c:v>
                </c:pt>
                <c:pt idx="103">
                  <c:v>28.946535999999998</c:v>
                </c:pt>
                <c:pt idx="104">
                  <c:v>31.768324</c:v>
                </c:pt>
                <c:pt idx="105">
                  <c:v>30.674647</c:v>
                </c:pt>
                <c:pt idx="106">
                  <c:v>30.979628999999999</c:v>
                </c:pt>
                <c:pt idx="107">
                  <c:v>31.658829000000001</c:v>
                </c:pt>
                <c:pt idx="108">
                  <c:v>31.904608</c:v>
                </c:pt>
                <c:pt idx="109">
                  <c:v>36.400807</c:v>
                </c:pt>
                <c:pt idx="110">
                  <c:v>28.546258999999999</c:v>
                </c:pt>
                <c:pt idx="111">
                  <c:v>28.518014999999998</c:v>
                </c:pt>
                <c:pt idx="112">
                  <c:v>25.763369999999998</c:v>
                </c:pt>
                <c:pt idx="113">
                  <c:v>31.128943</c:v>
                </c:pt>
                <c:pt idx="114">
                  <c:v>28.623235999999999</c:v>
                </c:pt>
                <c:pt idx="115">
                  <c:v>31.847178</c:v>
                </c:pt>
                <c:pt idx="116">
                  <c:v>31.829695999999998</c:v>
                </c:pt>
                <c:pt idx="117">
                  <c:v>31.811836</c:v>
                </c:pt>
                <c:pt idx="118">
                  <c:v>33.268715999999998</c:v>
                </c:pt>
                <c:pt idx="119">
                  <c:v>34.415407000000002</c:v>
                </c:pt>
                <c:pt idx="120">
                  <c:v>35.288103</c:v>
                </c:pt>
                <c:pt idx="121">
                  <c:v>31.688758</c:v>
                </c:pt>
                <c:pt idx="122">
                  <c:v>30.011748999999998</c:v>
                </c:pt>
                <c:pt idx="123">
                  <c:v>26.897791000000002</c:v>
                </c:pt>
                <c:pt idx="124">
                  <c:v>28.090864</c:v>
                </c:pt>
                <c:pt idx="125">
                  <c:v>33.506608</c:v>
                </c:pt>
                <c:pt idx="126">
                  <c:v>30.909375000000001</c:v>
                </c:pt>
                <c:pt idx="127">
                  <c:v>33.149112000000002</c:v>
                </c:pt>
                <c:pt idx="128">
                  <c:v>29.362400000000001</c:v>
                </c:pt>
                <c:pt idx="129">
                  <c:v>32.818300000000001</c:v>
                </c:pt>
                <c:pt idx="130">
                  <c:v>32.201956000000003</c:v>
                </c:pt>
                <c:pt idx="131">
                  <c:v>32.227452</c:v>
                </c:pt>
                <c:pt idx="132">
                  <c:v>29.923860999999999</c:v>
                </c:pt>
                <c:pt idx="133">
                  <c:v>35.028858999999997</c:v>
                </c:pt>
                <c:pt idx="134">
                  <c:v>35.041393999999997</c:v>
                </c:pt>
                <c:pt idx="135">
                  <c:v>34.401091999999998</c:v>
                </c:pt>
                <c:pt idx="136">
                  <c:v>34.394798000000002</c:v>
                </c:pt>
                <c:pt idx="137">
                  <c:v>34.133206000000001</c:v>
                </c:pt>
                <c:pt idx="138">
                  <c:v>32.634484999999998</c:v>
                </c:pt>
                <c:pt idx="139">
                  <c:v>28.256045</c:v>
                </c:pt>
                <c:pt idx="140">
                  <c:v>29.809449999999998</c:v>
                </c:pt>
                <c:pt idx="141">
                  <c:v>27.274432999999998</c:v>
                </c:pt>
                <c:pt idx="142">
                  <c:v>28.443034999999998</c:v>
                </c:pt>
                <c:pt idx="143">
                  <c:v>28.967897000000001</c:v>
                </c:pt>
                <c:pt idx="144">
                  <c:v>32.915351000000001</c:v>
                </c:pt>
                <c:pt idx="145">
                  <c:v>32.723813</c:v>
                </c:pt>
                <c:pt idx="146">
                  <c:v>33.852609000000001</c:v>
                </c:pt>
                <c:pt idx="147">
                  <c:v>32.146410000000003</c:v>
                </c:pt>
                <c:pt idx="148">
                  <c:v>31.147147</c:v>
                </c:pt>
                <c:pt idx="149">
                  <c:v>34.242908999999997</c:v>
                </c:pt>
                <c:pt idx="150">
                  <c:v>30.016594000000001</c:v>
                </c:pt>
                <c:pt idx="151">
                  <c:v>29.257656999999998</c:v>
                </c:pt>
                <c:pt idx="152">
                  <c:v>29.167614</c:v>
                </c:pt>
                <c:pt idx="153">
                  <c:v>28.800962999999999</c:v>
                </c:pt>
                <c:pt idx="154">
                  <c:v>27.675163000000001</c:v>
                </c:pt>
                <c:pt idx="155">
                  <c:v>27.38542</c:v>
                </c:pt>
                <c:pt idx="156">
                  <c:v>26.287866999999999</c:v>
                </c:pt>
                <c:pt idx="157">
                  <c:v>31.221938999999999</c:v>
                </c:pt>
                <c:pt idx="158">
                  <c:v>28.070702000000001</c:v>
                </c:pt>
                <c:pt idx="159">
                  <c:v>29.687010999999998</c:v>
                </c:pt>
                <c:pt idx="160">
                  <c:v>31.140384000000001</c:v>
                </c:pt>
                <c:pt idx="161">
                  <c:v>36.061615000000003</c:v>
                </c:pt>
                <c:pt idx="162">
                  <c:v>32.487050000000004</c:v>
                </c:pt>
                <c:pt idx="163">
                  <c:v>32.319316999999998</c:v>
                </c:pt>
                <c:pt idx="164">
                  <c:v>34.058663000000003</c:v>
                </c:pt>
                <c:pt idx="165">
                  <c:v>27.964767999999999</c:v>
                </c:pt>
                <c:pt idx="166">
                  <c:v>29.581244999999999</c:v>
                </c:pt>
                <c:pt idx="167">
                  <c:v>27.731155000000001</c:v>
                </c:pt>
                <c:pt idx="168">
                  <c:v>27.930447000000001</c:v>
                </c:pt>
                <c:pt idx="169">
                  <c:v>27.240808999999999</c:v>
                </c:pt>
                <c:pt idx="170">
                  <c:v>29.855255</c:v>
                </c:pt>
                <c:pt idx="171">
                  <c:v>26.912751</c:v>
                </c:pt>
                <c:pt idx="172">
                  <c:v>35.739986999999999</c:v>
                </c:pt>
                <c:pt idx="173">
                  <c:v>31.925457999999999</c:v>
                </c:pt>
                <c:pt idx="174">
                  <c:v>30.794177999999999</c:v>
                </c:pt>
                <c:pt idx="175">
                  <c:v>28.324373999999999</c:v>
                </c:pt>
                <c:pt idx="176">
                  <c:v>37.293332999999997</c:v>
                </c:pt>
                <c:pt idx="177">
                  <c:v>33.620944999999999</c:v>
                </c:pt>
                <c:pt idx="178">
                  <c:v>33.561525000000003</c:v>
                </c:pt>
                <c:pt idx="179">
                  <c:v>36.657572999999999</c:v>
                </c:pt>
                <c:pt idx="180">
                  <c:v>29.677610000000001</c:v>
                </c:pt>
                <c:pt idx="181">
                  <c:v>32.085168000000003</c:v>
                </c:pt>
                <c:pt idx="182">
                  <c:v>28.760663000000001</c:v>
                </c:pt>
                <c:pt idx="183">
                  <c:v>29.241858000000001</c:v>
                </c:pt>
                <c:pt idx="184">
                  <c:v>29.365667999999999</c:v>
                </c:pt>
                <c:pt idx="185">
                  <c:v>28.796400999999999</c:v>
                </c:pt>
                <c:pt idx="186">
                  <c:v>29.940128999999999</c:v>
                </c:pt>
                <c:pt idx="187">
                  <c:v>32.278897000000001</c:v>
                </c:pt>
                <c:pt idx="188">
                  <c:v>31.426914</c:v>
                </c:pt>
                <c:pt idx="189">
                  <c:v>31.540206000000001</c:v>
                </c:pt>
                <c:pt idx="190">
                  <c:v>31.504405999999999</c:v>
                </c:pt>
                <c:pt idx="191">
                  <c:v>31.478888999999999</c:v>
                </c:pt>
                <c:pt idx="192">
                  <c:v>28.393422999999999</c:v>
                </c:pt>
                <c:pt idx="193">
                  <c:v>33.048178</c:v>
                </c:pt>
                <c:pt idx="194">
                  <c:v>32.583761000000003</c:v>
                </c:pt>
                <c:pt idx="195">
                  <c:v>28.550798</c:v>
                </c:pt>
                <c:pt idx="196">
                  <c:v>33.469518999999998</c:v>
                </c:pt>
                <c:pt idx="197">
                  <c:v>31.894634</c:v>
                </c:pt>
                <c:pt idx="198">
                  <c:v>27.843351999999999</c:v>
                </c:pt>
                <c:pt idx="199">
                  <c:v>27.518227</c:v>
                </c:pt>
                <c:pt idx="200">
                  <c:v>27.518227</c:v>
                </c:pt>
                <c:pt idx="201">
                  <c:v>24.689709000000001</c:v>
                </c:pt>
                <c:pt idx="202">
                  <c:v>26.836842000000001</c:v>
                </c:pt>
                <c:pt idx="203">
                  <c:v>24.863081000000001</c:v>
                </c:pt>
                <c:pt idx="204">
                  <c:v>27.223547</c:v>
                </c:pt>
                <c:pt idx="205">
                  <c:v>26.856847999999999</c:v>
                </c:pt>
                <c:pt idx="206">
                  <c:v>24.115264</c:v>
                </c:pt>
                <c:pt idx="207">
                  <c:v>25.133925000000001</c:v>
                </c:pt>
                <c:pt idx="208">
                  <c:v>23.547058</c:v>
                </c:pt>
                <c:pt idx="209">
                  <c:v>23.671703999999998</c:v>
                </c:pt>
                <c:pt idx="210">
                  <c:v>22.238613000000001</c:v>
                </c:pt>
                <c:pt idx="211">
                  <c:v>19.932254</c:v>
                </c:pt>
                <c:pt idx="212">
                  <c:v>25.763819999999999</c:v>
                </c:pt>
                <c:pt idx="213">
                  <c:v>23.863892</c:v>
                </c:pt>
                <c:pt idx="214">
                  <c:v>27.937556000000001</c:v>
                </c:pt>
                <c:pt idx="215">
                  <c:v>27.511111</c:v>
                </c:pt>
                <c:pt idx="216">
                  <c:v>25.291405000000001</c:v>
                </c:pt>
                <c:pt idx="217">
                  <c:v>28.832048</c:v>
                </c:pt>
                <c:pt idx="218">
                  <c:v>29.343986999999998</c:v>
                </c:pt>
                <c:pt idx="219">
                  <c:v>28.301317999999998</c:v>
                </c:pt>
                <c:pt idx="220">
                  <c:v>23.967119</c:v>
                </c:pt>
                <c:pt idx="221">
                  <c:v>22.910056999999998</c:v>
                </c:pt>
                <c:pt idx="222">
                  <c:v>22.462375999999999</c:v>
                </c:pt>
                <c:pt idx="223">
                  <c:v>17.773092999999999</c:v>
                </c:pt>
                <c:pt idx="224">
                  <c:v>19.636865</c:v>
                </c:pt>
                <c:pt idx="225">
                  <c:v>27.285890999999999</c:v>
                </c:pt>
                <c:pt idx="226">
                  <c:v>25.882559000000001</c:v>
                </c:pt>
                <c:pt idx="227">
                  <c:v>28.411819000000001</c:v>
                </c:pt>
                <c:pt idx="228">
                  <c:v>26.497823</c:v>
                </c:pt>
                <c:pt idx="229">
                  <c:v>28.353463999999999</c:v>
                </c:pt>
                <c:pt idx="230">
                  <c:v>29.197391</c:v>
                </c:pt>
                <c:pt idx="231">
                  <c:v>26.710965999999999</c:v>
                </c:pt>
                <c:pt idx="232">
                  <c:v>30.393265</c:v>
                </c:pt>
                <c:pt idx="233">
                  <c:v>26.345262999999999</c:v>
                </c:pt>
                <c:pt idx="234">
                  <c:v>26.365275</c:v>
                </c:pt>
                <c:pt idx="235">
                  <c:v>26.632171</c:v>
                </c:pt>
                <c:pt idx="236">
                  <c:v>29.587562999999999</c:v>
                </c:pt>
                <c:pt idx="237">
                  <c:v>27.775604999999999</c:v>
                </c:pt>
                <c:pt idx="238">
                  <c:v>28.518222999999999</c:v>
                </c:pt>
                <c:pt idx="239">
                  <c:v>20.89451</c:v>
                </c:pt>
                <c:pt idx="240">
                  <c:v>28.287213999999999</c:v>
                </c:pt>
                <c:pt idx="241">
                  <c:v>25.938400000000001</c:v>
                </c:pt>
                <c:pt idx="242">
                  <c:v>27.133406999999998</c:v>
                </c:pt>
                <c:pt idx="243">
                  <c:v>27.412821000000001</c:v>
                </c:pt>
                <c:pt idx="244">
                  <c:v>27.951460999999998</c:v>
                </c:pt>
                <c:pt idx="245">
                  <c:v>29.127824</c:v>
                </c:pt>
                <c:pt idx="246">
                  <c:v>27.033978000000001</c:v>
                </c:pt>
                <c:pt idx="247">
                  <c:v>30.113726</c:v>
                </c:pt>
                <c:pt idx="248">
                  <c:v>30.030711</c:v>
                </c:pt>
                <c:pt idx="249">
                  <c:v>29.040913</c:v>
                </c:pt>
                <c:pt idx="250">
                  <c:v>31.855611</c:v>
                </c:pt>
                <c:pt idx="251">
                  <c:v>25.311440000000001</c:v>
                </c:pt>
                <c:pt idx="252">
                  <c:v>24.287227000000001</c:v>
                </c:pt>
                <c:pt idx="253">
                  <c:v>20.697683999999999</c:v>
                </c:pt>
                <c:pt idx="254">
                  <c:v>26.962852999999999</c:v>
                </c:pt>
                <c:pt idx="255">
                  <c:v>29.571439999999999</c:v>
                </c:pt>
                <c:pt idx="256">
                  <c:v>31.923137000000001</c:v>
                </c:pt>
                <c:pt idx="257">
                  <c:v>28.111812</c:v>
                </c:pt>
                <c:pt idx="258">
                  <c:v>27.625243999999999</c:v>
                </c:pt>
                <c:pt idx="259">
                  <c:v>28.093921000000002</c:v>
                </c:pt>
                <c:pt idx="260">
                  <c:v>28.203968</c:v>
                </c:pt>
                <c:pt idx="261">
                  <c:v>24.952105</c:v>
                </c:pt>
                <c:pt idx="262">
                  <c:v>23.807039</c:v>
                </c:pt>
                <c:pt idx="263">
                  <c:v>31.018115999999999</c:v>
                </c:pt>
                <c:pt idx="264">
                  <c:v>24.239035000000001</c:v>
                </c:pt>
                <c:pt idx="265">
                  <c:v>29.008839999999999</c:v>
                </c:pt>
                <c:pt idx="266">
                  <c:v>21.999855</c:v>
                </c:pt>
                <c:pt idx="267">
                  <c:v>30.262374999999999</c:v>
                </c:pt>
                <c:pt idx="268">
                  <c:v>27.468495999999998</c:v>
                </c:pt>
                <c:pt idx="269">
                  <c:v>28.269711000000001</c:v>
                </c:pt>
                <c:pt idx="270">
                  <c:v>27.151951</c:v>
                </c:pt>
                <c:pt idx="271">
                  <c:v>29.777856</c:v>
                </c:pt>
                <c:pt idx="272">
                  <c:v>31.781583000000001</c:v>
                </c:pt>
                <c:pt idx="273">
                  <c:v>30.356408999999999</c:v>
                </c:pt>
                <c:pt idx="274">
                  <c:v>29.598837</c:v>
                </c:pt>
                <c:pt idx="275">
                  <c:v>30.345493999999999</c:v>
                </c:pt>
                <c:pt idx="276">
                  <c:v>24.711969</c:v>
                </c:pt>
                <c:pt idx="277">
                  <c:v>26.014600999999999</c:v>
                </c:pt>
                <c:pt idx="278">
                  <c:v>23.700904000000001</c:v>
                </c:pt>
                <c:pt idx="279">
                  <c:v>27.792293000000001</c:v>
                </c:pt>
                <c:pt idx="280">
                  <c:v>29.398848999999998</c:v>
                </c:pt>
                <c:pt idx="281">
                  <c:v>27.506491</c:v>
                </c:pt>
                <c:pt idx="282">
                  <c:v>25.487556000000001</c:v>
                </c:pt>
                <c:pt idx="283">
                  <c:v>25.691476000000002</c:v>
                </c:pt>
                <c:pt idx="284">
                  <c:v>26.993976</c:v>
                </c:pt>
                <c:pt idx="285">
                  <c:v>27.057818000000001</c:v>
                </c:pt>
                <c:pt idx="286">
                  <c:v>25.009853</c:v>
                </c:pt>
                <c:pt idx="287">
                  <c:v>25.440345000000001</c:v>
                </c:pt>
                <c:pt idx="288">
                  <c:v>23.861899000000001</c:v>
                </c:pt>
                <c:pt idx="289">
                  <c:v>22.994299999999999</c:v>
                </c:pt>
                <c:pt idx="290">
                  <c:v>28.350991</c:v>
                </c:pt>
                <c:pt idx="291">
                  <c:v>27.432485</c:v>
                </c:pt>
                <c:pt idx="292">
                  <c:v>27.295977000000001</c:v>
                </c:pt>
                <c:pt idx="293">
                  <c:v>32.364521000000003</c:v>
                </c:pt>
                <c:pt idx="294">
                  <c:v>28.122342</c:v>
                </c:pt>
                <c:pt idx="295">
                  <c:v>32.904927000000001</c:v>
                </c:pt>
                <c:pt idx="296">
                  <c:v>32.096162</c:v>
                </c:pt>
                <c:pt idx="297">
                  <c:v>30.955386000000001</c:v>
                </c:pt>
                <c:pt idx="298">
                  <c:v>30.571891000000001</c:v>
                </c:pt>
                <c:pt idx="299">
                  <c:v>21.754197999999999</c:v>
                </c:pt>
                <c:pt idx="300">
                  <c:v>27.464448999999998</c:v>
                </c:pt>
                <c:pt idx="301">
                  <c:v>31.383327000000001</c:v>
                </c:pt>
                <c:pt idx="302">
                  <c:v>30.961200000000002</c:v>
                </c:pt>
                <c:pt idx="303">
                  <c:v>31.489704</c:v>
                </c:pt>
                <c:pt idx="304">
                  <c:v>28.278423</c:v>
                </c:pt>
                <c:pt idx="305">
                  <c:v>28.099910999999999</c:v>
                </c:pt>
                <c:pt idx="306">
                  <c:v>26.566072999999999</c:v>
                </c:pt>
                <c:pt idx="307">
                  <c:v>26.130324000000002</c:v>
                </c:pt>
                <c:pt idx="308">
                  <c:v>24.514551000000001</c:v>
                </c:pt>
                <c:pt idx="309">
                  <c:v>30.986325999999998</c:v>
                </c:pt>
                <c:pt idx="310">
                  <c:v>26.986328</c:v>
                </c:pt>
                <c:pt idx="311">
                  <c:v>25.813362999999999</c:v>
                </c:pt>
                <c:pt idx="312">
                  <c:v>33.503363</c:v>
                </c:pt>
                <c:pt idx="313">
                  <c:v>29.683751999999998</c:v>
                </c:pt>
                <c:pt idx="314">
                  <c:v>32.352494999999998</c:v>
                </c:pt>
                <c:pt idx="315">
                  <c:v>29.827935</c:v>
                </c:pt>
                <c:pt idx="316">
                  <c:v>27.481978000000002</c:v>
                </c:pt>
                <c:pt idx="317">
                  <c:v>24.609656000000001</c:v>
                </c:pt>
                <c:pt idx="318">
                  <c:v>24.209517999999999</c:v>
                </c:pt>
                <c:pt idx="319">
                  <c:v>29.942332</c:v>
                </c:pt>
                <c:pt idx="320">
                  <c:v>27.074580999999998</c:v>
                </c:pt>
                <c:pt idx="321">
                  <c:v>26.552287</c:v>
                </c:pt>
                <c:pt idx="322">
                  <c:v>28.603652</c:v>
                </c:pt>
                <c:pt idx="323">
                  <c:v>27.410959999999999</c:v>
                </c:pt>
                <c:pt idx="324">
                  <c:v>26.89461</c:v>
                </c:pt>
                <c:pt idx="325">
                  <c:v>26.359577000000002</c:v>
                </c:pt>
                <c:pt idx="326">
                  <c:v>26.076284999999999</c:v>
                </c:pt>
                <c:pt idx="327">
                  <c:v>23.779094000000001</c:v>
                </c:pt>
                <c:pt idx="328">
                  <c:v>27.387891</c:v>
                </c:pt>
                <c:pt idx="329">
                  <c:v>30.157903999999998</c:v>
                </c:pt>
                <c:pt idx="330">
                  <c:v>28.001418000000001</c:v>
                </c:pt>
                <c:pt idx="331">
                  <c:v>30.455787000000001</c:v>
                </c:pt>
                <c:pt idx="332">
                  <c:v>28.483198999999999</c:v>
                </c:pt>
                <c:pt idx="333">
                  <c:v>29.578512</c:v>
                </c:pt>
                <c:pt idx="334">
                  <c:v>31.739830999999999</c:v>
                </c:pt>
                <c:pt idx="335">
                  <c:v>28.199074</c:v>
                </c:pt>
                <c:pt idx="336">
                  <c:v>27.550864000000001</c:v>
                </c:pt>
                <c:pt idx="337">
                  <c:v>30.199639999999999</c:v>
                </c:pt>
                <c:pt idx="338">
                  <c:v>33.520629999999997</c:v>
                </c:pt>
                <c:pt idx="339">
                  <c:v>29.193669</c:v>
                </c:pt>
                <c:pt idx="340">
                  <c:v>29.093219999999999</c:v>
                </c:pt>
                <c:pt idx="341">
                  <c:v>26.750440000000001</c:v>
                </c:pt>
                <c:pt idx="342">
                  <c:v>32.099294999999998</c:v>
                </c:pt>
                <c:pt idx="343">
                  <c:v>31.911840000000002</c:v>
                </c:pt>
                <c:pt idx="344">
                  <c:v>28.832329000000001</c:v>
                </c:pt>
                <c:pt idx="345">
                  <c:v>25.183619</c:v>
                </c:pt>
                <c:pt idx="346">
                  <c:v>32.145043999999999</c:v>
                </c:pt>
                <c:pt idx="347">
                  <c:v>32.943658999999997</c:v>
                </c:pt>
                <c:pt idx="348">
                  <c:v>31.115846999999999</c:v>
                </c:pt>
                <c:pt idx="349">
                  <c:v>30.728825000000001</c:v>
                </c:pt>
                <c:pt idx="350">
                  <c:v>32.812924000000002</c:v>
                </c:pt>
                <c:pt idx="351">
                  <c:v>27.415451000000001</c:v>
                </c:pt>
                <c:pt idx="352">
                  <c:v>25.347373999999999</c:v>
                </c:pt>
                <c:pt idx="353">
                  <c:v>28.426030999999998</c:v>
                </c:pt>
                <c:pt idx="354">
                  <c:v>26.758165000000002</c:v>
                </c:pt>
                <c:pt idx="355">
                  <c:v>29.628329999999998</c:v>
                </c:pt>
                <c:pt idx="356">
                  <c:v>24.681873</c:v>
                </c:pt>
                <c:pt idx="357">
                  <c:v>23.857305</c:v>
                </c:pt>
                <c:pt idx="358">
                  <c:v>30.007944999999999</c:v>
                </c:pt>
                <c:pt idx="359">
                  <c:v>31.443152000000001</c:v>
                </c:pt>
                <c:pt idx="360">
                  <c:v>28.906196000000001</c:v>
                </c:pt>
                <c:pt idx="361">
                  <c:v>27.071567999999999</c:v>
                </c:pt>
                <c:pt idx="362">
                  <c:v>27.869685</c:v>
                </c:pt>
                <c:pt idx="363">
                  <c:v>27.737811000000001</c:v>
                </c:pt>
                <c:pt idx="364">
                  <c:v>29.775635000000001</c:v>
                </c:pt>
                <c:pt idx="365">
                  <c:v>28.653769</c:v>
                </c:pt>
                <c:pt idx="366">
                  <c:v>28.150044999999999</c:v>
                </c:pt>
                <c:pt idx="367">
                  <c:v>28.824684999999999</c:v>
                </c:pt>
                <c:pt idx="368">
                  <c:v>27.578361000000001</c:v>
                </c:pt>
                <c:pt idx="369">
                  <c:v>35.788504000000003</c:v>
                </c:pt>
                <c:pt idx="370">
                  <c:v>30.297516999999999</c:v>
                </c:pt>
                <c:pt idx="371">
                  <c:v>32.832140000000003</c:v>
                </c:pt>
                <c:pt idx="372">
                  <c:v>30.377051999999999</c:v>
                </c:pt>
                <c:pt idx="373">
                  <c:v>31.155908</c:v>
                </c:pt>
                <c:pt idx="374">
                  <c:v>30.714745000000001</c:v>
                </c:pt>
                <c:pt idx="375">
                  <c:v>29.921485000000001</c:v>
                </c:pt>
                <c:pt idx="376">
                  <c:v>34.376069000000001</c:v>
                </c:pt>
                <c:pt idx="377">
                  <c:v>28.296993000000001</c:v>
                </c:pt>
                <c:pt idx="378">
                  <c:v>28.590205000000001</c:v>
                </c:pt>
                <c:pt idx="379">
                  <c:v>28.936964</c:v>
                </c:pt>
                <c:pt idx="380">
                  <c:v>29.349815</c:v>
                </c:pt>
                <c:pt idx="381">
                  <c:v>29.025708999999999</c:v>
                </c:pt>
                <c:pt idx="382">
                  <c:v>30.648140999999999</c:v>
                </c:pt>
                <c:pt idx="383">
                  <c:v>28.218081000000002</c:v>
                </c:pt>
                <c:pt idx="384">
                  <c:v>31.304680000000001</c:v>
                </c:pt>
                <c:pt idx="385">
                  <c:v>34.108058999999997</c:v>
                </c:pt>
                <c:pt idx="386">
                  <c:v>30.332381000000002</c:v>
                </c:pt>
                <c:pt idx="387">
                  <c:v>32.760424999999998</c:v>
                </c:pt>
                <c:pt idx="388">
                  <c:v>27.771609999999999</c:v>
                </c:pt>
                <c:pt idx="389">
                  <c:v>32.254702000000002</c:v>
                </c:pt>
                <c:pt idx="390">
                  <c:v>29.32761</c:v>
                </c:pt>
                <c:pt idx="391">
                  <c:v>30.053594</c:v>
                </c:pt>
                <c:pt idx="392">
                  <c:v>28.511887000000002</c:v>
                </c:pt>
                <c:pt idx="393">
                  <c:v>28.447745999999999</c:v>
                </c:pt>
                <c:pt idx="394">
                  <c:v>30.361725</c:v>
                </c:pt>
                <c:pt idx="395">
                  <c:v>29.059747999999999</c:v>
                </c:pt>
                <c:pt idx="396">
                  <c:v>29.698909</c:v>
                </c:pt>
                <c:pt idx="397">
                  <c:v>39.429960000000001</c:v>
                </c:pt>
                <c:pt idx="398">
                  <c:v>33.554892000000002</c:v>
                </c:pt>
                <c:pt idx="399">
                  <c:v>26.178909999999998</c:v>
                </c:pt>
                <c:pt idx="400">
                  <c:v>22.731762</c:v>
                </c:pt>
                <c:pt idx="401">
                  <c:v>28.088508999999998</c:v>
                </c:pt>
                <c:pt idx="402">
                  <c:v>33.459474</c:v>
                </c:pt>
                <c:pt idx="403">
                  <c:v>27.885811</c:v>
                </c:pt>
                <c:pt idx="404">
                  <c:v>25.407261999999999</c:v>
                </c:pt>
                <c:pt idx="405">
                  <c:v>31.449394000000002</c:v>
                </c:pt>
                <c:pt idx="406">
                  <c:v>25.862324999999998</c:v>
                </c:pt>
                <c:pt idx="407">
                  <c:v>28.995615999999998</c:v>
                </c:pt>
                <c:pt idx="408">
                  <c:v>33.096885</c:v>
                </c:pt>
                <c:pt idx="409">
                  <c:v>31.879117999999998</c:v>
                </c:pt>
                <c:pt idx="410">
                  <c:v>29.652339000000001</c:v>
                </c:pt>
                <c:pt idx="411">
                  <c:v>32.507007999999999</c:v>
                </c:pt>
                <c:pt idx="412">
                  <c:v>29.588394000000001</c:v>
                </c:pt>
                <c:pt idx="413">
                  <c:v>28.155487000000001</c:v>
                </c:pt>
                <c:pt idx="414">
                  <c:v>28.753098000000001</c:v>
                </c:pt>
                <c:pt idx="415">
                  <c:v>33.742804999999997</c:v>
                </c:pt>
                <c:pt idx="416">
                  <c:v>31.502026999999998</c:v>
                </c:pt>
                <c:pt idx="417">
                  <c:v>29.669481999999999</c:v>
                </c:pt>
                <c:pt idx="418">
                  <c:v>24.359221999999999</c:v>
                </c:pt>
                <c:pt idx="419">
                  <c:v>22.620612999999999</c:v>
                </c:pt>
                <c:pt idx="420">
                  <c:v>26.681850000000001</c:v>
                </c:pt>
                <c:pt idx="421">
                  <c:v>28.502835999999999</c:v>
                </c:pt>
                <c:pt idx="422">
                  <c:v>22.400509</c:v>
                </c:pt>
                <c:pt idx="423">
                  <c:v>20.255953000000002</c:v>
                </c:pt>
                <c:pt idx="424">
                  <c:v>31.625916</c:v>
                </c:pt>
                <c:pt idx="425">
                  <c:v>29.142122000000001</c:v>
                </c:pt>
                <c:pt idx="426">
                  <c:v>30.586067</c:v>
                </c:pt>
                <c:pt idx="427">
                  <c:v>31.400518999999999</c:v>
                </c:pt>
                <c:pt idx="428">
                  <c:v>33.297648000000002</c:v>
                </c:pt>
                <c:pt idx="429">
                  <c:v>30.620048000000001</c:v>
                </c:pt>
                <c:pt idx="430">
                  <c:v>29.410938000000002</c:v>
                </c:pt>
                <c:pt idx="431">
                  <c:v>33.607433</c:v>
                </c:pt>
                <c:pt idx="432">
                  <c:v>26.566734</c:v>
                </c:pt>
                <c:pt idx="433">
                  <c:v>28.870968999999999</c:v>
                </c:pt>
                <c:pt idx="434">
                  <c:v>35.314782999999998</c:v>
                </c:pt>
                <c:pt idx="435">
                  <c:v>32.231836000000001</c:v>
                </c:pt>
                <c:pt idx="436">
                  <c:v>29.520654</c:v>
                </c:pt>
                <c:pt idx="437">
                  <c:v>30.516295</c:v>
                </c:pt>
                <c:pt idx="438">
                  <c:v>31.95861</c:v>
                </c:pt>
                <c:pt idx="439">
                  <c:v>27.50958</c:v>
                </c:pt>
                <c:pt idx="440">
                  <c:v>26.265858999999999</c:v>
                </c:pt>
                <c:pt idx="441">
                  <c:v>24.601285000000001</c:v>
                </c:pt>
                <c:pt idx="442">
                  <c:v>19.892544999999998</c:v>
                </c:pt>
                <c:pt idx="443">
                  <c:v>17.914508999999999</c:v>
                </c:pt>
                <c:pt idx="444">
                  <c:v>28.988168000000002</c:v>
                </c:pt>
                <c:pt idx="445">
                  <c:v>33.174339000000003</c:v>
                </c:pt>
                <c:pt idx="446">
                  <c:v>32.684036999999996</c:v>
                </c:pt>
                <c:pt idx="447">
                  <c:v>30.364961000000001</c:v>
                </c:pt>
                <c:pt idx="448">
                  <c:v>30.932106999999998</c:v>
                </c:pt>
                <c:pt idx="449">
                  <c:v>33.104210000000002</c:v>
                </c:pt>
                <c:pt idx="450">
                  <c:v>25.14864</c:v>
                </c:pt>
                <c:pt idx="451">
                  <c:v>32.915773999999999</c:v>
                </c:pt>
                <c:pt idx="452">
                  <c:v>30.465881</c:v>
                </c:pt>
                <c:pt idx="453">
                  <c:v>26.725739999999998</c:v>
                </c:pt>
                <c:pt idx="454">
                  <c:v>25.161963</c:v>
                </c:pt>
                <c:pt idx="455">
                  <c:v>24.471412999999998</c:v>
                </c:pt>
                <c:pt idx="456">
                  <c:v>29.843025999999998</c:v>
                </c:pt>
                <c:pt idx="457">
                  <c:v>24.203562000000002</c:v>
                </c:pt>
                <c:pt idx="458">
                  <c:v>30.872440000000001</c:v>
                </c:pt>
                <c:pt idx="459">
                  <c:v>29.267859999999999</c:v>
                </c:pt>
                <c:pt idx="460">
                  <c:v>28.137644999999999</c:v>
                </c:pt>
                <c:pt idx="461">
                  <c:v>23.024812000000001</c:v>
                </c:pt>
                <c:pt idx="462">
                  <c:v>25.288367000000001</c:v>
                </c:pt>
                <c:pt idx="463">
                  <c:v>27.054157</c:v>
                </c:pt>
                <c:pt idx="464">
                  <c:v>17.383548000000001</c:v>
                </c:pt>
                <c:pt idx="465">
                  <c:v>31.667048999999999</c:v>
                </c:pt>
                <c:pt idx="466">
                  <c:v>31.978278</c:v>
                </c:pt>
                <c:pt idx="467">
                  <c:v>31.741796999999998</c:v>
                </c:pt>
                <c:pt idx="468">
                  <c:v>29.335189</c:v>
                </c:pt>
                <c:pt idx="469">
                  <c:v>27.283525000000001</c:v>
                </c:pt>
                <c:pt idx="470">
                  <c:v>31.955185</c:v>
                </c:pt>
                <c:pt idx="471">
                  <c:v>33.445022000000002</c:v>
                </c:pt>
                <c:pt idx="472">
                  <c:v>31.41987</c:v>
                </c:pt>
                <c:pt idx="473">
                  <c:v>33.313012999999998</c:v>
                </c:pt>
                <c:pt idx="474">
                  <c:v>32.147627</c:v>
                </c:pt>
                <c:pt idx="475">
                  <c:v>28.950367</c:v>
                </c:pt>
                <c:pt idx="476">
                  <c:v>31.664981999999998</c:v>
                </c:pt>
                <c:pt idx="477">
                  <c:v>29.411757999999999</c:v>
                </c:pt>
                <c:pt idx="478">
                  <c:v>29.391929000000001</c:v>
                </c:pt>
                <c:pt idx="479">
                  <c:v>30.821491999999999</c:v>
                </c:pt>
                <c:pt idx="480">
                  <c:v>29.338604</c:v>
                </c:pt>
                <c:pt idx="481">
                  <c:v>31.675829</c:v>
                </c:pt>
                <c:pt idx="482">
                  <c:v>27.507968000000002</c:v>
                </c:pt>
                <c:pt idx="483">
                  <c:v>27.073367000000001</c:v>
                </c:pt>
                <c:pt idx="484">
                  <c:v>24.686669999999999</c:v>
                </c:pt>
                <c:pt idx="485">
                  <c:v>30.142399999999999</c:v>
                </c:pt>
                <c:pt idx="486">
                  <c:v>33.520842999999999</c:v>
                </c:pt>
                <c:pt idx="487">
                  <c:v>34.501347000000003</c:v>
                </c:pt>
                <c:pt idx="488">
                  <c:v>27.603715000000001</c:v>
                </c:pt>
                <c:pt idx="489">
                  <c:v>30.763688999999999</c:v>
                </c:pt>
                <c:pt idx="490">
                  <c:v>31.453385999999998</c:v>
                </c:pt>
                <c:pt idx="491">
                  <c:v>30.493998000000001</c:v>
                </c:pt>
                <c:pt idx="492">
                  <c:v>31.912613</c:v>
                </c:pt>
                <c:pt idx="493">
                  <c:v>29.913853</c:v>
                </c:pt>
                <c:pt idx="494">
                  <c:v>28.296756999999999</c:v>
                </c:pt>
                <c:pt idx="495">
                  <c:v>28.146977</c:v>
                </c:pt>
                <c:pt idx="496">
                  <c:v>30.929023999999998</c:v>
                </c:pt>
                <c:pt idx="497">
                  <c:v>30.760102</c:v>
                </c:pt>
                <c:pt idx="498">
                  <c:v>26.829613999999999</c:v>
                </c:pt>
                <c:pt idx="499">
                  <c:v>24.471052</c:v>
                </c:pt>
                <c:pt idx="500">
                  <c:v>31.709683999999999</c:v>
                </c:pt>
                <c:pt idx="501">
                  <c:v>31.310917</c:v>
                </c:pt>
                <c:pt idx="502">
                  <c:v>30.911944999999999</c:v>
                </c:pt>
                <c:pt idx="503">
                  <c:v>29.908200999999998</c:v>
                </c:pt>
                <c:pt idx="504">
                  <c:v>28.658825</c:v>
                </c:pt>
                <c:pt idx="505">
                  <c:v>31.599278999999999</c:v>
                </c:pt>
                <c:pt idx="506">
                  <c:v>31.636353</c:v>
                </c:pt>
                <c:pt idx="507">
                  <c:v>30.171606000000001</c:v>
                </c:pt>
                <c:pt idx="508">
                  <c:v>27.247658999999999</c:v>
                </c:pt>
                <c:pt idx="509">
                  <c:v>29.682663999999999</c:v>
                </c:pt>
                <c:pt idx="510">
                  <c:v>30.241674</c:v>
                </c:pt>
                <c:pt idx="511">
                  <c:v>29.687766</c:v>
                </c:pt>
                <c:pt idx="512">
                  <c:v>30.489404</c:v>
                </c:pt>
                <c:pt idx="513">
                  <c:v>30.949736000000001</c:v>
                </c:pt>
                <c:pt idx="514">
                  <c:v>25.856304999999999</c:v>
                </c:pt>
                <c:pt idx="515">
                  <c:v>25.377365999999999</c:v>
                </c:pt>
                <c:pt idx="516">
                  <c:v>30.438566000000002</c:v>
                </c:pt>
                <c:pt idx="517">
                  <c:v>29.251729000000001</c:v>
                </c:pt>
                <c:pt idx="518">
                  <c:v>28.976697999999999</c:v>
                </c:pt>
                <c:pt idx="519">
                  <c:v>32.178930000000001</c:v>
                </c:pt>
                <c:pt idx="520">
                  <c:v>34.498046000000002</c:v>
                </c:pt>
                <c:pt idx="521">
                  <c:v>37.884211999999998</c:v>
                </c:pt>
                <c:pt idx="522">
                  <c:v>35.353458000000003</c:v>
                </c:pt>
                <c:pt idx="523">
                  <c:v>31.432793</c:v>
                </c:pt>
                <c:pt idx="524">
                  <c:v>32.189346</c:v>
                </c:pt>
                <c:pt idx="525">
                  <c:v>28.535544999999999</c:v>
                </c:pt>
                <c:pt idx="526">
                  <c:v>27.389453</c:v>
                </c:pt>
                <c:pt idx="527">
                  <c:v>26.130374</c:v>
                </c:pt>
                <c:pt idx="528">
                  <c:v>24.598310000000001</c:v>
                </c:pt>
                <c:pt idx="529">
                  <c:v>27.810616</c:v>
                </c:pt>
                <c:pt idx="530">
                  <c:v>27.997800999999999</c:v>
                </c:pt>
                <c:pt idx="531">
                  <c:v>26.811038</c:v>
                </c:pt>
                <c:pt idx="532">
                  <c:v>30.370332999999999</c:v>
                </c:pt>
                <c:pt idx="533">
                  <c:v>32.337719999999997</c:v>
                </c:pt>
                <c:pt idx="534">
                  <c:v>29.851234000000002</c:v>
                </c:pt>
                <c:pt idx="535">
                  <c:v>30.482005999999998</c:v>
                </c:pt>
                <c:pt idx="536">
                  <c:v>32.417118000000002</c:v>
                </c:pt>
                <c:pt idx="537">
                  <c:v>34.579810000000002</c:v>
                </c:pt>
                <c:pt idx="538">
                  <c:v>32.446620000000003</c:v>
                </c:pt>
                <c:pt idx="539">
                  <c:v>32.555228999999997</c:v>
                </c:pt>
                <c:pt idx="540">
                  <c:v>32.018619000000001</c:v>
                </c:pt>
                <c:pt idx="541">
                  <c:v>31.823858999999999</c:v>
                </c:pt>
                <c:pt idx="542">
                  <c:v>31.656286000000001</c:v>
                </c:pt>
                <c:pt idx="543">
                  <c:v>29.837941000000001</c:v>
                </c:pt>
                <c:pt idx="544">
                  <c:v>28.174612</c:v>
                </c:pt>
                <c:pt idx="545">
                  <c:v>28.181882000000002</c:v>
                </c:pt>
                <c:pt idx="546">
                  <c:v>29.523707000000002</c:v>
                </c:pt>
                <c:pt idx="547">
                  <c:v>31.364799999999999</c:v>
                </c:pt>
                <c:pt idx="548">
                  <c:v>30.467071000000001</c:v>
                </c:pt>
                <c:pt idx="549">
                  <c:v>26.637972999999999</c:v>
                </c:pt>
                <c:pt idx="550">
                  <c:v>32.474355000000003</c:v>
                </c:pt>
                <c:pt idx="551">
                  <c:v>31.108525</c:v>
                </c:pt>
                <c:pt idx="552">
                  <c:v>30.104944</c:v>
                </c:pt>
                <c:pt idx="553">
                  <c:v>32.902051</c:v>
                </c:pt>
                <c:pt idx="554">
                  <c:v>35.763261999999997</c:v>
                </c:pt>
                <c:pt idx="555">
                  <c:v>34.568851000000002</c:v>
                </c:pt>
                <c:pt idx="556">
                  <c:v>36.232098999999998</c:v>
                </c:pt>
                <c:pt idx="557">
                  <c:v>29.566426</c:v>
                </c:pt>
                <c:pt idx="558">
                  <c:v>31.448163000000001</c:v>
                </c:pt>
                <c:pt idx="559">
                  <c:v>30.068173999999999</c:v>
                </c:pt>
                <c:pt idx="560">
                  <c:v>29.854619</c:v>
                </c:pt>
                <c:pt idx="561">
                  <c:v>33.819817</c:v>
                </c:pt>
                <c:pt idx="562">
                  <c:v>34.443489999999997</c:v>
                </c:pt>
                <c:pt idx="563">
                  <c:v>28.733066000000001</c:v>
                </c:pt>
                <c:pt idx="564">
                  <c:v>30.146906000000001</c:v>
                </c:pt>
                <c:pt idx="565">
                  <c:v>32.441476000000002</c:v>
                </c:pt>
                <c:pt idx="566">
                  <c:v>32.631571999999998</c:v>
                </c:pt>
                <c:pt idx="567">
                  <c:v>29.813979</c:v>
                </c:pt>
                <c:pt idx="568">
                  <c:v>32.48959</c:v>
                </c:pt>
                <c:pt idx="569">
                  <c:v>29.735168000000002</c:v>
                </c:pt>
                <c:pt idx="570">
                  <c:v>33.559882999999999</c:v>
                </c:pt>
                <c:pt idx="571">
                  <c:v>31.141734</c:v>
                </c:pt>
                <c:pt idx="572">
                  <c:v>30.934934999999999</c:v>
                </c:pt>
                <c:pt idx="573">
                  <c:v>29.600444</c:v>
                </c:pt>
                <c:pt idx="574">
                  <c:v>34.026116999999999</c:v>
                </c:pt>
                <c:pt idx="575">
                  <c:v>35.076985999999998</c:v>
                </c:pt>
                <c:pt idx="576">
                  <c:v>29.327438999999998</c:v>
                </c:pt>
                <c:pt idx="577">
                  <c:v>27.875786000000002</c:v>
                </c:pt>
                <c:pt idx="578">
                  <c:v>29.326549</c:v>
                </c:pt>
                <c:pt idx="579">
                  <c:v>31.187688999999999</c:v>
                </c:pt>
                <c:pt idx="580">
                  <c:v>30.715395999999998</c:v>
                </c:pt>
                <c:pt idx="581">
                  <c:v>30.306536999999999</c:v>
                </c:pt>
                <c:pt idx="582">
                  <c:v>28.716995000000001</c:v>
                </c:pt>
                <c:pt idx="583">
                  <c:v>32.15119</c:v>
                </c:pt>
                <c:pt idx="584">
                  <c:v>28.785162</c:v>
                </c:pt>
                <c:pt idx="585">
                  <c:v>36.005473000000002</c:v>
                </c:pt>
                <c:pt idx="586">
                  <c:v>32.455117999999999</c:v>
                </c:pt>
                <c:pt idx="587">
                  <c:v>31.516213</c:v>
                </c:pt>
                <c:pt idx="588">
                  <c:v>30.958411999999999</c:v>
                </c:pt>
                <c:pt idx="589">
                  <c:v>31.135363999999999</c:v>
                </c:pt>
                <c:pt idx="590">
                  <c:v>31.013645</c:v>
                </c:pt>
                <c:pt idx="591">
                  <c:v>29.592369000000001</c:v>
                </c:pt>
                <c:pt idx="592">
                  <c:v>31.848272999999999</c:v>
                </c:pt>
                <c:pt idx="593">
                  <c:v>32.036983999999997</c:v>
                </c:pt>
                <c:pt idx="594">
                  <c:v>31.601777999999999</c:v>
                </c:pt>
                <c:pt idx="595">
                  <c:v>32.034433999999997</c:v>
                </c:pt>
                <c:pt idx="596">
                  <c:v>28.874112</c:v>
                </c:pt>
                <c:pt idx="597">
                  <c:v>27.643854000000001</c:v>
                </c:pt>
                <c:pt idx="598">
                  <c:v>30.278822999999999</c:v>
                </c:pt>
                <c:pt idx="599">
                  <c:v>30.052568000000001</c:v>
                </c:pt>
                <c:pt idx="600">
                  <c:v>31.874659000000001</c:v>
                </c:pt>
                <c:pt idx="601">
                  <c:v>34.169528999999997</c:v>
                </c:pt>
                <c:pt idx="602">
                  <c:v>29.977388000000001</c:v>
                </c:pt>
                <c:pt idx="603">
                  <c:v>30.523402999999998</c:v>
                </c:pt>
                <c:pt idx="604">
                  <c:v>30.489308999999999</c:v>
                </c:pt>
                <c:pt idx="605">
                  <c:v>32.657214000000003</c:v>
                </c:pt>
                <c:pt idx="606">
                  <c:v>31.953067000000001</c:v>
                </c:pt>
                <c:pt idx="607">
                  <c:v>32.253537999999999</c:v>
                </c:pt>
                <c:pt idx="608">
                  <c:v>33.988052000000003</c:v>
                </c:pt>
                <c:pt idx="609">
                  <c:v>27.606081</c:v>
                </c:pt>
                <c:pt idx="610">
                  <c:v>32.756884999999997</c:v>
                </c:pt>
                <c:pt idx="611">
                  <c:v>28.462565999999999</c:v>
                </c:pt>
                <c:pt idx="612">
                  <c:v>30.536525000000001</c:v>
                </c:pt>
                <c:pt idx="613">
                  <c:v>31.459602</c:v>
                </c:pt>
                <c:pt idx="614">
                  <c:v>31.430374</c:v>
                </c:pt>
                <c:pt idx="615">
                  <c:v>33.158250000000002</c:v>
                </c:pt>
                <c:pt idx="616">
                  <c:v>29.205684000000002</c:v>
                </c:pt>
                <c:pt idx="617">
                  <c:v>31.967977000000001</c:v>
                </c:pt>
                <c:pt idx="618">
                  <c:v>25.308284</c:v>
                </c:pt>
                <c:pt idx="619">
                  <c:v>31.955679</c:v>
                </c:pt>
                <c:pt idx="620">
                  <c:v>35.932358000000001</c:v>
                </c:pt>
                <c:pt idx="621">
                  <c:v>30.884446000000001</c:v>
                </c:pt>
                <c:pt idx="622">
                  <c:v>29.984942</c:v>
                </c:pt>
                <c:pt idx="623">
                  <c:v>31.333212</c:v>
                </c:pt>
                <c:pt idx="624">
                  <c:v>27.842649999999999</c:v>
                </c:pt>
                <c:pt idx="625">
                  <c:v>26.729733</c:v>
                </c:pt>
                <c:pt idx="626">
                  <c:v>35.441082999999999</c:v>
                </c:pt>
                <c:pt idx="627">
                  <c:v>35.873696000000002</c:v>
                </c:pt>
                <c:pt idx="628">
                  <c:v>29.966366000000001</c:v>
                </c:pt>
                <c:pt idx="629">
                  <c:v>28.354324999999999</c:v>
                </c:pt>
                <c:pt idx="630">
                  <c:v>28.875192999999999</c:v>
                </c:pt>
                <c:pt idx="631">
                  <c:v>36.951596000000002</c:v>
                </c:pt>
                <c:pt idx="632">
                  <c:v>30.636191</c:v>
                </c:pt>
                <c:pt idx="633">
                  <c:v>31.361695999999998</c:v>
                </c:pt>
                <c:pt idx="634">
                  <c:v>30.610116999999999</c:v>
                </c:pt>
                <c:pt idx="635">
                  <c:v>31.725612999999999</c:v>
                </c:pt>
                <c:pt idx="636">
                  <c:v>29.273436</c:v>
                </c:pt>
                <c:pt idx="637">
                  <c:v>27.891376999999999</c:v>
                </c:pt>
                <c:pt idx="638">
                  <c:v>30.715599999999998</c:v>
                </c:pt>
                <c:pt idx="639">
                  <c:v>31.851989</c:v>
                </c:pt>
                <c:pt idx="640">
                  <c:v>36.026403999999999</c:v>
                </c:pt>
                <c:pt idx="641">
                  <c:v>28.278459999999999</c:v>
                </c:pt>
                <c:pt idx="642">
                  <c:v>26.303471999999999</c:v>
                </c:pt>
                <c:pt idx="643">
                  <c:v>31.564409000000001</c:v>
                </c:pt>
                <c:pt idx="644">
                  <c:v>33.139321000000002</c:v>
                </c:pt>
                <c:pt idx="645">
                  <c:v>31.499157</c:v>
                </c:pt>
                <c:pt idx="646">
                  <c:v>29.367699999999999</c:v>
                </c:pt>
                <c:pt idx="647">
                  <c:v>30.086689</c:v>
                </c:pt>
                <c:pt idx="648">
                  <c:v>40.348210999999999</c:v>
                </c:pt>
                <c:pt idx="649">
                  <c:v>28.868728999999998</c:v>
                </c:pt>
                <c:pt idx="650">
                  <c:v>34.877150999999998</c:v>
                </c:pt>
                <c:pt idx="651">
                  <c:v>28.463498000000001</c:v>
                </c:pt>
                <c:pt idx="652">
                  <c:v>33.004688999999999</c:v>
                </c:pt>
                <c:pt idx="653">
                  <c:v>31.144601999999999</c:v>
                </c:pt>
                <c:pt idx="654">
                  <c:v>29.715498</c:v>
                </c:pt>
                <c:pt idx="655">
                  <c:v>31.101838999999998</c:v>
                </c:pt>
                <c:pt idx="656">
                  <c:v>32.171720000000001</c:v>
                </c:pt>
                <c:pt idx="657">
                  <c:v>32.573414999999997</c:v>
                </c:pt>
                <c:pt idx="658">
                  <c:v>31.994888</c:v>
                </c:pt>
                <c:pt idx="659">
                  <c:v>33.051734000000003</c:v>
                </c:pt>
                <c:pt idx="660">
                  <c:v>30.610911000000002</c:v>
                </c:pt>
                <c:pt idx="661">
                  <c:v>30.895436</c:v>
                </c:pt>
                <c:pt idx="662">
                  <c:v>35.347664999999999</c:v>
                </c:pt>
                <c:pt idx="663">
                  <c:v>27.700669000000001</c:v>
                </c:pt>
                <c:pt idx="664">
                  <c:v>28.749157</c:v>
                </c:pt>
                <c:pt idx="665">
                  <c:v>25.230616999999999</c:v>
                </c:pt>
                <c:pt idx="666">
                  <c:v>26.197649999999999</c:v>
                </c:pt>
                <c:pt idx="667">
                  <c:v>30.350845</c:v>
                </c:pt>
                <c:pt idx="668">
                  <c:v>29.718264999999999</c:v>
                </c:pt>
                <c:pt idx="669">
                  <c:v>35.607798000000003</c:v>
                </c:pt>
                <c:pt idx="670">
                  <c:v>33.948062</c:v>
                </c:pt>
                <c:pt idx="671">
                  <c:v>33.821826999999999</c:v>
                </c:pt>
                <c:pt idx="672">
                  <c:v>42.266432999999999</c:v>
                </c:pt>
                <c:pt idx="673">
                  <c:v>32.984802999999999</c:v>
                </c:pt>
                <c:pt idx="674">
                  <c:v>33.545484999999999</c:v>
                </c:pt>
                <c:pt idx="675">
                  <c:v>31.172260000000001</c:v>
                </c:pt>
                <c:pt idx="676">
                  <c:v>34.895567</c:v>
                </c:pt>
                <c:pt idx="677">
                  <c:v>32.264870999999999</c:v>
                </c:pt>
                <c:pt idx="678">
                  <c:v>32.242339999999999</c:v>
                </c:pt>
                <c:pt idx="679">
                  <c:v>31.897541</c:v>
                </c:pt>
                <c:pt idx="680">
                  <c:v>30.893636999999998</c:v>
                </c:pt>
                <c:pt idx="681">
                  <c:v>30.937297999999998</c:v>
                </c:pt>
                <c:pt idx="682">
                  <c:v>28.301888999999999</c:v>
                </c:pt>
                <c:pt idx="683">
                  <c:v>27.903105</c:v>
                </c:pt>
                <c:pt idx="684">
                  <c:v>34.866619</c:v>
                </c:pt>
                <c:pt idx="685">
                  <c:v>39.185825999999999</c:v>
                </c:pt>
                <c:pt idx="686">
                  <c:v>27.645513000000001</c:v>
                </c:pt>
                <c:pt idx="687">
                  <c:v>28.110322</c:v>
                </c:pt>
                <c:pt idx="688">
                  <c:v>26.016953999999998</c:v>
                </c:pt>
                <c:pt idx="689">
                  <c:v>29.431971999999998</c:v>
                </c:pt>
                <c:pt idx="690">
                  <c:v>34.042712000000002</c:v>
                </c:pt>
                <c:pt idx="691">
                  <c:v>30.141144000000001</c:v>
                </c:pt>
                <c:pt idx="692">
                  <c:v>35.104807999999998</c:v>
                </c:pt>
                <c:pt idx="693">
                  <c:v>31.897611999999999</c:v>
                </c:pt>
                <c:pt idx="694">
                  <c:v>29.571783</c:v>
                </c:pt>
                <c:pt idx="695">
                  <c:v>29.770712</c:v>
                </c:pt>
                <c:pt idx="696">
                  <c:v>33.731720000000003</c:v>
                </c:pt>
                <c:pt idx="697">
                  <c:v>35.289530999999997</c:v>
                </c:pt>
                <c:pt idx="698">
                  <c:v>30.136445999999999</c:v>
                </c:pt>
                <c:pt idx="699">
                  <c:v>36.868858000000003</c:v>
                </c:pt>
                <c:pt idx="700">
                  <c:v>29.482333000000001</c:v>
                </c:pt>
                <c:pt idx="701">
                  <c:v>30.949725999999998</c:v>
                </c:pt>
                <c:pt idx="702">
                  <c:v>31.639686000000001</c:v>
                </c:pt>
                <c:pt idx="703">
                  <c:v>32.415500000000002</c:v>
                </c:pt>
                <c:pt idx="704">
                  <c:v>28.294574999999998</c:v>
                </c:pt>
                <c:pt idx="705">
                  <c:v>32.49212</c:v>
                </c:pt>
                <c:pt idx="706">
                  <c:v>29.264641999999998</c:v>
                </c:pt>
                <c:pt idx="707">
                  <c:v>28.339694000000001</c:v>
                </c:pt>
                <c:pt idx="708">
                  <c:v>32.860846000000002</c:v>
                </c:pt>
                <c:pt idx="709">
                  <c:v>33.138230999999998</c:v>
                </c:pt>
                <c:pt idx="710">
                  <c:v>34.521233000000002</c:v>
                </c:pt>
                <c:pt idx="711">
                  <c:v>30.580862</c:v>
                </c:pt>
                <c:pt idx="712">
                  <c:v>25.004677000000001</c:v>
                </c:pt>
                <c:pt idx="713">
                  <c:v>29.469132999999999</c:v>
                </c:pt>
                <c:pt idx="714">
                  <c:v>28.214914</c:v>
                </c:pt>
                <c:pt idx="715">
                  <c:v>27.67042</c:v>
                </c:pt>
                <c:pt idx="716">
                  <c:v>30.67268</c:v>
                </c:pt>
                <c:pt idx="717">
                  <c:v>28.861827000000002</c:v>
                </c:pt>
                <c:pt idx="718">
                  <c:v>30.663774</c:v>
                </c:pt>
                <c:pt idx="719">
                  <c:v>28.194317000000002</c:v>
                </c:pt>
                <c:pt idx="720">
                  <c:v>34.778072999999999</c:v>
                </c:pt>
                <c:pt idx="721">
                  <c:v>36.146126000000002</c:v>
                </c:pt>
                <c:pt idx="722">
                  <c:v>35.303981999999998</c:v>
                </c:pt>
                <c:pt idx="723">
                  <c:v>32.872278999999999</c:v>
                </c:pt>
                <c:pt idx="724">
                  <c:v>33.347836999999998</c:v>
                </c:pt>
                <c:pt idx="725">
                  <c:v>29.760964000000001</c:v>
                </c:pt>
                <c:pt idx="726">
                  <c:v>31.526610000000002</c:v>
                </c:pt>
                <c:pt idx="727">
                  <c:v>27.581958</c:v>
                </c:pt>
                <c:pt idx="728">
                  <c:v>33.170696</c:v>
                </c:pt>
                <c:pt idx="729">
                  <c:v>31.750921999999999</c:v>
                </c:pt>
                <c:pt idx="730">
                  <c:v>29.37229</c:v>
                </c:pt>
                <c:pt idx="731">
                  <c:v>33.660567999999998</c:v>
                </c:pt>
                <c:pt idx="732">
                  <c:v>30.954864000000001</c:v>
                </c:pt>
                <c:pt idx="733">
                  <c:v>22.419304</c:v>
                </c:pt>
                <c:pt idx="734">
                  <c:v>29.745861999999999</c:v>
                </c:pt>
                <c:pt idx="735">
                  <c:v>35.333052000000002</c:v>
                </c:pt>
                <c:pt idx="736">
                  <c:v>28.729852000000001</c:v>
                </c:pt>
                <c:pt idx="737">
                  <c:v>28.580696</c:v>
                </c:pt>
                <c:pt idx="738">
                  <c:v>29.682376000000001</c:v>
                </c:pt>
                <c:pt idx="739">
                  <c:v>28.371451</c:v>
                </c:pt>
                <c:pt idx="740">
                  <c:v>27.210149000000001</c:v>
                </c:pt>
                <c:pt idx="741">
                  <c:v>28.542172999999998</c:v>
                </c:pt>
                <c:pt idx="742">
                  <c:v>27.719726000000001</c:v>
                </c:pt>
                <c:pt idx="743">
                  <c:v>28.961172000000001</c:v>
                </c:pt>
                <c:pt idx="744">
                  <c:v>31.172141</c:v>
                </c:pt>
                <c:pt idx="745">
                  <c:v>31.448789000000001</c:v>
                </c:pt>
                <c:pt idx="746">
                  <c:v>35.219116999999997</c:v>
                </c:pt>
                <c:pt idx="747">
                  <c:v>35.809382999999997</c:v>
                </c:pt>
                <c:pt idx="748">
                  <c:v>31.922242000000001</c:v>
                </c:pt>
                <c:pt idx="749">
                  <c:v>32.531934</c:v>
                </c:pt>
                <c:pt idx="750">
                  <c:v>31.877600999999999</c:v>
                </c:pt>
                <c:pt idx="751">
                  <c:v>28.821047</c:v>
                </c:pt>
                <c:pt idx="752">
                  <c:v>25.760567999999999</c:v>
                </c:pt>
                <c:pt idx="753">
                  <c:v>28.225232999999999</c:v>
                </c:pt>
                <c:pt idx="754">
                  <c:v>28.414762</c:v>
                </c:pt>
                <c:pt idx="755">
                  <c:v>30.787980000000001</c:v>
                </c:pt>
                <c:pt idx="756">
                  <c:v>31.022562000000001</c:v>
                </c:pt>
                <c:pt idx="757">
                  <c:v>27.145693000000001</c:v>
                </c:pt>
                <c:pt idx="758">
                  <c:v>28.779161999999999</c:v>
                </c:pt>
                <c:pt idx="759">
                  <c:v>24.060138999999999</c:v>
                </c:pt>
                <c:pt idx="760">
                  <c:v>27.463903999999999</c:v>
                </c:pt>
                <c:pt idx="761">
                  <c:v>26.302206000000002</c:v>
                </c:pt>
                <c:pt idx="762">
                  <c:v>28.710764000000001</c:v>
                </c:pt>
                <c:pt idx="763">
                  <c:v>26.906663999999999</c:v>
                </c:pt>
                <c:pt idx="764">
                  <c:v>30.969494999999998</c:v>
                </c:pt>
                <c:pt idx="765">
                  <c:v>29.192596999999999</c:v>
                </c:pt>
                <c:pt idx="766">
                  <c:v>31.289283999999999</c:v>
                </c:pt>
                <c:pt idx="767">
                  <c:v>30.108356000000001</c:v>
                </c:pt>
                <c:pt idx="768">
                  <c:v>33.94885</c:v>
                </c:pt>
                <c:pt idx="769">
                  <c:v>28.450409000000001</c:v>
                </c:pt>
                <c:pt idx="770">
                  <c:v>34.393208000000001</c:v>
                </c:pt>
                <c:pt idx="771">
                  <c:v>30.921631999999999</c:v>
                </c:pt>
                <c:pt idx="772">
                  <c:v>31.350453000000002</c:v>
                </c:pt>
                <c:pt idx="773">
                  <c:v>31.838090999999999</c:v>
                </c:pt>
                <c:pt idx="774">
                  <c:v>32.318176000000001</c:v>
                </c:pt>
                <c:pt idx="775">
                  <c:v>27.590354000000001</c:v>
                </c:pt>
                <c:pt idx="776">
                  <c:v>22.662952000000001</c:v>
                </c:pt>
                <c:pt idx="777">
                  <c:v>22.458055999999999</c:v>
                </c:pt>
                <c:pt idx="778">
                  <c:v>21.574210000000001</c:v>
                </c:pt>
                <c:pt idx="779">
                  <c:v>20.255241999999999</c:v>
                </c:pt>
                <c:pt idx="780">
                  <c:v>28.75254</c:v>
                </c:pt>
                <c:pt idx="781">
                  <c:v>23.321622000000001</c:v>
                </c:pt>
                <c:pt idx="782">
                  <c:v>20.808130999999999</c:v>
                </c:pt>
                <c:pt idx="783">
                  <c:v>21.845831</c:v>
                </c:pt>
                <c:pt idx="784">
                  <c:v>24.331697999999999</c:v>
                </c:pt>
                <c:pt idx="785">
                  <c:v>28.209218</c:v>
                </c:pt>
                <c:pt idx="786">
                  <c:v>29.06615</c:v>
                </c:pt>
                <c:pt idx="787">
                  <c:v>28.577622000000002</c:v>
                </c:pt>
                <c:pt idx="788">
                  <c:v>30.142322</c:v>
                </c:pt>
                <c:pt idx="789">
                  <c:v>35.901322999999998</c:v>
                </c:pt>
                <c:pt idx="790">
                  <c:v>33.210985999999998</c:v>
                </c:pt>
                <c:pt idx="791">
                  <c:v>35.215764</c:v>
                </c:pt>
                <c:pt idx="792">
                  <c:v>33.351260000000003</c:v>
                </c:pt>
                <c:pt idx="793">
                  <c:v>28.318674000000001</c:v>
                </c:pt>
                <c:pt idx="794">
                  <c:v>28.938381</c:v>
                </c:pt>
                <c:pt idx="795">
                  <c:v>27.388597000000001</c:v>
                </c:pt>
                <c:pt idx="796">
                  <c:v>26.058584</c:v>
                </c:pt>
                <c:pt idx="797">
                  <c:v>23.877564</c:v>
                </c:pt>
                <c:pt idx="798">
                  <c:v>26.919934999999999</c:v>
                </c:pt>
                <c:pt idx="799">
                  <c:v>26.624324000000001</c:v>
                </c:pt>
                <c:pt idx="800">
                  <c:v>22.494638999999999</c:v>
                </c:pt>
                <c:pt idx="801">
                  <c:v>28.572409</c:v>
                </c:pt>
                <c:pt idx="802">
                  <c:v>30.495045999999999</c:v>
                </c:pt>
                <c:pt idx="803">
                  <c:v>30.702283999999999</c:v>
                </c:pt>
                <c:pt idx="804">
                  <c:v>29.921171000000001</c:v>
                </c:pt>
                <c:pt idx="805">
                  <c:v>34.450074999999998</c:v>
                </c:pt>
                <c:pt idx="806">
                  <c:v>33.623119000000003</c:v>
                </c:pt>
                <c:pt idx="807">
                  <c:v>35.269747000000002</c:v>
                </c:pt>
                <c:pt idx="808">
                  <c:v>35.119563999999997</c:v>
                </c:pt>
                <c:pt idx="809">
                  <c:v>29.868117999999999</c:v>
                </c:pt>
                <c:pt idx="810">
                  <c:v>30.064665999999999</c:v>
                </c:pt>
                <c:pt idx="811">
                  <c:v>27.406932999999999</c:v>
                </c:pt>
                <c:pt idx="812">
                  <c:v>35.105604</c:v>
                </c:pt>
                <c:pt idx="813">
                  <c:v>30.429597000000001</c:v>
                </c:pt>
                <c:pt idx="814">
                  <c:v>30.291307</c:v>
                </c:pt>
                <c:pt idx="815">
                  <c:v>23.016618000000001</c:v>
                </c:pt>
                <c:pt idx="816">
                  <c:v>20.804919999999999</c:v>
                </c:pt>
                <c:pt idx="817">
                  <c:v>30.510204999999999</c:v>
                </c:pt>
                <c:pt idx="818">
                  <c:v>27.408709000000002</c:v>
                </c:pt>
                <c:pt idx="819">
                  <c:v>29.915039</c:v>
                </c:pt>
                <c:pt idx="820">
                  <c:v>26.046771</c:v>
                </c:pt>
                <c:pt idx="821">
                  <c:v>33.070757</c:v>
                </c:pt>
                <c:pt idx="822">
                  <c:v>29.373456999999998</c:v>
                </c:pt>
                <c:pt idx="823">
                  <c:v>37.460666000000003</c:v>
                </c:pt>
                <c:pt idx="824">
                  <c:v>29.964178</c:v>
                </c:pt>
                <c:pt idx="825">
                  <c:v>29.388936000000001</c:v>
                </c:pt>
                <c:pt idx="826">
                  <c:v>29.526721999999999</c:v>
                </c:pt>
                <c:pt idx="827">
                  <c:v>27.149289</c:v>
                </c:pt>
                <c:pt idx="828">
                  <c:v>28.043960999999999</c:v>
                </c:pt>
                <c:pt idx="829">
                  <c:v>26.268059000000001</c:v>
                </c:pt>
                <c:pt idx="830">
                  <c:v>24.164625999999998</c:v>
                </c:pt>
                <c:pt idx="831">
                  <c:v>25.901351999999999</c:v>
                </c:pt>
                <c:pt idx="832">
                  <c:v>29.690317</c:v>
                </c:pt>
                <c:pt idx="833">
                  <c:v>30.412860999999999</c:v>
                </c:pt>
                <c:pt idx="834">
                  <c:v>26.941025</c:v>
                </c:pt>
                <c:pt idx="835">
                  <c:v>29.006817999999999</c:v>
                </c:pt>
                <c:pt idx="836">
                  <c:v>27.956582999999998</c:v>
                </c:pt>
                <c:pt idx="837">
                  <c:v>32.196852999999997</c:v>
                </c:pt>
                <c:pt idx="838">
                  <c:v>33.010945999999997</c:v>
                </c:pt>
                <c:pt idx="839">
                  <c:v>31.784818999999999</c:v>
                </c:pt>
                <c:pt idx="840">
                  <c:v>30.405110000000001</c:v>
                </c:pt>
                <c:pt idx="841">
                  <c:v>30.266335000000002</c:v>
                </c:pt>
                <c:pt idx="842">
                  <c:v>26.292086999999999</c:v>
                </c:pt>
                <c:pt idx="843">
                  <c:v>27.285830000000001</c:v>
                </c:pt>
                <c:pt idx="844">
                  <c:v>23.923729999999999</c:v>
                </c:pt>
                <c:pt idx="845">
                  <c:v>24.844776</c:v>
                </c:pt>
                <c:pt idx="846">
                  <c:v>32.379843999999999</c:v>
                </c:pt>
                <c:pt idx="847">
                  <c:v>26.505562000000001</c:v>
                </c:pt>
                <c:pt idx="848">
                  <c:v>26.985327000000002</c:v>
                </c:pt>
                <c:pt idx="849">
                  <c:v>30.061081999999999</c:v>
                </c:pt>
                <c:pt idx="850">
                  <c:v>28.372499000000001</c:v>
                </c:pt>
                <c:pt idx="851">
                  <c:v>29.850804</c:v>
                </c:pt>
                <c:pt idx="852">
                  <c:v>32.655295000000002</c:v>
                </c:pt>
                <c:pt idx="853">
                  <c:v>33.004308999999999</c:v>
                </c:pt>
                <c:pt idx="854">
                  <c:v>24.952559999999998</c:v>
                </c:pt>
                <c:pt idx="855">
                  <c:v>32.316524000000001</c:v>
                </c:pt>
                <c:pt idx="856">
                  <c:v>32.196218000000002</c:v>
                </c:pt>
                <c:pt idx="857">
                  <c:v>31.093803000000001</c:v>
                </c:pt>
                <c:pt idx="858">
                  <c:v>29.861249000000001</c:v>
                </c:pt>
                <c:pt idx="859">
                  <c:v>30.580907</c:v>
                </c:pt>
                <c:pt idx="860">
                  <c:v>30.142265999999999</c:v>
                </c:pt>
                <c:pt idx="861">
                  <c:v>32.948985999999998</c:v>
                </c:pt>
                <c:pt idx="862">
                  <c:v>27.092462999999999</c:v>
                </c:pt>
                <c:pt idx="863">
                  <c:v>29.783103000000001</c:v>
                </c:pt>
                <c:pt idx="864">
                  <c:v>27.430776999999999</c:v>
                </c:pt>
                <c:pt idx="865">
                  <c:v>29.047049000000001</c:v>
                </c:pt>
                <c:pt idx="866">
                  <c:v>28.929684000000002</c:v>
                </c:pt>
                <c:pt idx="867">
                  <c:v>23.130918999999999</c:v>
                </c:pt>
                <c:pt idx="868">
                  <c:v>29.245524</c:v>
                </c:pt>
                <c:pt idx="869">
                  <c:v>29.157198999999999</c:v>
                </c:pt>
                <c:pt idx="870">
                  <c:v>32.654752000000002</c:v>
                </c:pt>
                <c:pt idx="871">
                  <c:v>25.128822</c:v>
                </c:pt>
                <c:pt idx="872">
                  <c:v>30.784241000000002</c:v>
                </c:pt>
                <c:pt idx="873">
                  <c:v>29.570875999999998</c:v>
                </c:pt>
                <c:pt idx="874">
                  <c:v>22.138646000000001</c:v>
                </c:pt>
                <c:pt idx="875">
                  <c:v>19.398461000000001</c:v>
                </c:pt>
                <c:pt idx="876">
                  <c:v>17.744305000000001</c:v>
                </c:pt>
                <c:pt idx="877">
                  <c:v>18.390929</c:v>
                </c:pt>
                <c:pt idx="878">
                  <c:v>30.076788000000001</c:v>
                </c:pt>
                <c:pt idx="879">
                  <c:v>30.982013999999999</c:v>
                </c:pt>
                <c:pt idx="880">
                  <c:v>30.706361999999999</c:v>
                </c:pt>
                <c:pt idx="881">
                  <c:v>31.399374999999999</c:v>
                </c:pt>
                <c:pt idx="882">
                  <c:v>30.809570000000001</c:v>
                </c:pt>
                <c:pt idx="883">
                  <c:v>33.432250000000003</c:v>
                </c:pt>
                <c:pt idx="884">
                  <c:v>24.087263</c:v>
                </c:pt>
                <c:pt idx="885">
                  <c:v>20.648516999999998</c:v>
                </c:pt>
                <c:pt idx="886">
                  <c:v>26.231365</c:v>
                </c:pt>
                <c:pt idx="887">
                  <c:v>28.023861</c:v>
                </c:pt>
                <c:pt idx="888">
                  <c:v>28.90325</c:v>
                </c:pt>
                <c:pt idx="889">
                  <c:v>28.008482000000001</c:v>
                </c:pt>
                <c:pt idx="890">
                  <c:v>25.693363000000002</c:v>
                </c:pt>
                <c:pt idx="891">
                  <c:v>26.333254</c:v>
                </c:pt>
                <c:pt idx="892">
                  <c:v>27.890539</c:v>
                </c:pt>
                <c:pt idx="893">
                  <c:v>26.462968</c:v>
                </c:pt>
                <c:pt idx="894">
                  <c:v>29.834161000000002</c:v>
                </c:pt>
                <c:pt idx="895">
                  <c:v>29.695632</c:v>
                </c:pt>
                <c:pt idx="896">
                  <c:v>33.027504999999998</c:v>
                </c:pt>
                <c:pt idx="897">
                  <c:v>19.630614000000001</c:v>
                </c:pt>
                <c:pt idx="898">
                  <c:v>22.620695000000001</c:v>
                </c:pt>
                <c:pt idx="899">
                  <c:v>18.129715999999998</c:v>
                </c:pt>
                <c:pt idx="900">
                  <c:v>16.707446000000001</c:v>
                </c:pt>
                <c:pt idx="901">
                  <c:v>31.081757</c:v>
                </c:pt>
                <c:pt idx="902">
                  <c:v>30.859280999999999</c:v>
                </c:pt>
                <c:pt idx="903">
                  <c:v>33.696232999999999</c:v>
                </c:pt>
                <c:pt idx="904">
                  <c:v>29.175149999999999</c:v>
                </c:pt>
                <c:pt idx="905">
                  <c:v>28.164701999999998</c:v>
                </c:pt>
                <c:pt idx="906">
                  <c:v>24.175421</c:v>
                </c:pt>
                <c:pt idx="907">
                  <c:v>26.984938</c:v>
                </c:pt>
                <c:pt idx="908">
                  <c:v>24.179162000000002</c:v>
                </c:pt>
                <c:pt idx="909">
                  <c:v>21.856688999999999</c:v>
                </c:pt>
                <c:pt idx="910">
                  <c:v>22.488160000000001</c:v>
                </c:pt>
                <c:pt idx="911">
                  <c:v>24.959232</c:v>
                </c:pt>
                <c:pt idx="912">
                  <c:v>25.80134</c:v>
                </c:pt>
                <c:pt idx="913">
                  <c:v>27.645118</c:v>
                </c:pt>
                <c:pt idx="914">
                  <c:v>20.856477999999999</c:v>
                </c:pt>
                <c:pt idx="915">
                  <c:v>20.087147000000002</c:v>
                </c:pt>
                <c:pt idx="916">
                  <c:v>27.311527999999999</c:v>
                </c:pt>
                <c:pt idx="917">
                  <c:v>25.880490999999999</c:v>
                </c:pt>
                <c:pt idx="918">
                  <c:v>26.023602</c:v>
                </c:pt>
                <c:pt idx="919">
                  <c:v>27.819391</c:v>
                </c:pt>
                <c:pt idx="920">
                  <c:v>27.857824000000001</c:v>
                </c:pt>
                <c:pt idx="921">
                  <c:v>29.904188000000001</c:v>
                </c:pt>
                <c:pt idx="922">
                  <c:v>26.169314</c:v>
                </c:pt>
                <c:pt idx="923">
                  <c:v>20.356482</c:v>
                </c:pt>
                <c:pt idx="924">
                  <c:v>17.415192000000001</c:v>
                </c:pt>
                <c:pt idx="925">
                  <c:v>33.004674999999999</c:v>
                </c:pt>
                <c:pt idx="926">
                  <c:v>32.228065999999998</c:v>
                </c:pt>
                <c:pt idx="927">
                  <c:v>34.188085999999998</c:v>
                </c:pt>
                <c:pt idx="928">
                  <c:v>34.827027999999999</c:v>
                </c:pt>
                <c:pt idx="929">
                  <c:v>26.612441</c:v>
                </c:pt>
                <c:pt idx="930">
                  <c:v>28.773333000000001</c:v>
                </c:pt>
                <c:pt idx="931">
                  <c:v>24.467663000000002</c:v>
                </c:pt>
                <c:pt idx="932">
                  <c:v>25.919492000000002</c:v>
                </c:pt>
                <c:pt idx="933">
                  <c:v>22.524702999999999</c:v>
                </c:pt>
                <c:pt idx="934">
                  <c:v>22.369007</c:v>
                </c:pt>
                <c:pt idx="935">
                  <c:v>18.904259</c:v>
                </c:pt>
                <c:pt idx="936">
                  <c:v>24.273548999999999</c:v>
                </c:pt>
                <c:pt idx="937">
                  <c:v>22.559896999999999</c:v>
                </c:pt>
                <c:pt idx="938">
                  <c:v>24.775891999999999</c:v>
                </c:pt>
                <c:pt idx="939">
                  <c:v>23.69014</c:v>
                </c:pt>
                <c:pt idx="940">
                  <c:v>21.567986999999999</c:v>
                </c:pt>
                <c:pt idx="941">
                  <c:v>22.329049000000001</c:v>
                </c:pt>
                <c:pt idx="942">
                  <c:v>26.205507999999998</c:v>
                </c:pt>
                <c:pt idx="943">
                  <c:v>26.190397000000001</c:v>
                </c:pt>
                <c:pt idx="944">
                  <c:v>18.933192999999999</c:v>
                </c:pt>
                <c:pt idx="945">
                  <c:v>25.227262</c:v>
                </c:pt>
                <c:pt idx="946">
                  <c:v>24.551791000000001</c:v>
                </c:pt>
                <c:pt idx="947">
                  <c:v>17.122143999999999</c:v>
                </c:pt>
                <c:pt idx="948">
                  <c:v>17.908004999999999</c:v>
                </c:pt>
                <c:pt idx="949">
                  <c:v>12.465216</c:v>
                </c:pt>
                <c:pt idx="950">
                  <c:v>32.892524000000002</c:v>
                </c:pt>
                <c:pt idx="951">
                  <c:v>27.889859999999999</c:v>
                </c:pt>
                <c:pt idx="952">
                  <c:v>28.051380000000002</c:v>
                </c:pt>
                <c:pt idx="953">
                  <c:v>31.799119999999998</c:v>
                </c:pt>
                <c:pt idx="954">
                  <c:v>35.088034999999998</c:v>
                </c:pt>
                <c:pt idx="955">
                  <c:v>30.329226999999999</c:v>
                </c:pt>
                <c:pt idx="956">
                  <c:v>25.894327000000001</c:v>
                </c:pt>
                <c:pt idx="957">
                  <c:v>27.099831999999999</c:v>
                </c:pt>
                <c:pt idx="958">
                  <c:v>24.594981000000001</c:v>
                </c:pt>
                <c:pt idx="959">
                  <c:v>24.803743000000001</c:v>
                </c:pt>
                <c:pt idx="960">
                  <c:v>23.014961</c:v>
                </c:pt>
                <c:pt idx="961">
                  <c:v>20.087931000000001</c:v>
                </c:pt>
                <c:pt idx="962">
                  <c:v>26.171961</c:v>
                </c:pt>
                <c:pt idx="963">
                  <c:v>27.528518999999999</c:v>
                </c:pt>
                <c:pt idx="964">
                  <c:v>23.706284</c:v>
                </c:pt>
                <c:pt idx="965">
                  <c:v>19.670081</c:v>
                </c:pt>
                <c:pt idx="966">
                  <c:v>23.914921</c:v>
                </c:pt>
                <c:pt idx="967">
                  <c:v>22.085743999999998</c:v>
                </c:pt>
                <c:pt idx="968">
                  <c:v>28.427339</c:v>
                </c:pt>
                <c:pt idx="969">
                  <c:v>20.177931000000001</c:v>
                </c:pt>
                <c:pt idx="970">
                  <c:v>27.313718999999999</c:v>
                </c:pt>
                <c:pt idx="971">
                  <c:v>23.790431999999999</c:v>
                </c:pt>
                <c:pt idx="972">
                  <c:v>25.926036</c:v>
                </c:pt>
                <c:pt idx="973">
                  <c:v>21.144399</c:v>
                </c:pt>
                <c:pt idx="974">
                  <c:v>32.980490000000003</c:v>
                </c:pt>
                <c:pt idx="975">
                  <c:v>32.130588000000003</c:v>
                </c:pt>
                <c:pt idx="976">
                  <c:v>27.359248000000001</c:v>
                </c:pt>
                <c:pt idx="977">
                  <c:v>24.625295999999999</c:v>
                </c:pt>
                <c:pt idx="978">
                  <c:v>35.352764999999998</c:v>
                </c:pt>
                <c:pt idx="979">
                  <c:v>29.694583999999999</c:v>
                </c:pt>
                <c:pt idx="980">
                  <c:v>31.864930000000001</c:v>
                </c:pt>
                <c:pt idx="981">
                  <c:v>28.873189</c:v>
                </c:pt>
                <c:pt idx="982">
                  <c:v>27.246580000000002</c:v>
                </c:pt>
                <c:pt idx="983">
                  <c:v>24.705962</c:v>
                </c:pt>
                <c:pt idx="984">
                  <c:v>21.116817999999999</c:v>
                </c:pt>
                <c:pt idx="985">
                  <c:v>19.143115999999999</c:v>
                </c:pt>
                <c:pt idx="986">
                  <c:v>20.144272999999998</c:v>
                </c:pt>
                <c:pt idx="987">
                  <c:v>22.23189</c:v>
                </c:pt>
                <c:pt idx="988">
                  <c:v>13.367774000000001</c:v>
                </c:pt>
                <c:pt idx="989">
                  <c:v>14.535648999999999</c:v>
                </c:pt>
                <c:pt idx="990">
                  <c:v>24.615677999999999</c:v>
                </c:pt>
                <c:pt idx="991">
                  <c:v>23.676715000000002</c:v>
                </c:pt>
                <c:pt idx="992">
                  <c:v>30.522646999999999</c:v>
                </c:pt>
                <c:pt idx="993">
                  <c:v>27.937446000000001</c:v>
                </c:pt>
                <c:pt idx="994">
                  <c:v>32.362949</c:v>
                </c:pt>
                <c:pt idx="995">
                  <c:v>25.630822999999999</c:v>
                </c:pt>
                <c:pt idx="996">
                  <c:v>25.968917999999999</c:v>
                </c:pt>
                <c:pt idx="997">
                  <c:v>31.962561000000001</c:v>
                </c:pt>
                <c:pt idx="998">
                  <c:v>31.008410999999999</c:v>
                </c:pt>
                <c:pt idx="999">
                  <c:v>31.818776</c:v>
                </c:pt>
                <c:pt idx="1000">
                  <c:v>25.986203</c:v>
                </c:pt>
                <c:pt idx="1001">
                  <c:v>27.419868999999998</c:v>
                </c:pt>
                <c:pt idx="1002">
                  <c:v>23.197849999999999</c:v>
                </c:pt>
                <c:pt idx="1003">
                  <c:v>26.227557000000001</c:v>
                </c:pt>
                <c:pt idx="1004">
                  <c:v>23.595521000000002</c:v>
                </c:pt>
                <c:pt idx="1005">
                  <c:v>23.909648000000001</c:v>
                </c:pt>
                <c:pt idx="1006">
                  <c:v>15.440378000000001</c:v>
                </c:pt>
                <c:pt idx="1007">
                  <c:v>31.252882</c:v>
                </c:pt>
                <c:pt idx="1008">
                  <c:v>30.780626999999999</c:v>
                </c:pt>
                <c:pt idx="1009">
                  <c:v>26.843294</c:v>
                </c:pt>
                <c:pt idx="1010">
                  <c:v>29.629300000000001</c:v>
                </c:pt>
                <c:pt idx="1011">
                  <c:v>22.877835999999999</c:v>
                </c:pt>
                <c:pt idx="1012">
                  <c:v>30.357510999999999</c:v>
                </c:pt>
                <c:pt idx="1013">
                  <c:v>31.813559999999999</c:v>
                </c:pt>
                <c:pt idx="1014">
                  <c:v>34.433717999999999</c:v>
                </c:pt>
                <c:pt idx="1015">
                  <c:v>23.622502999999998</c:v>
                </c:pt>
                <c:pt idx="1016">
                  <c:v>20.33586</c:v>
                </c:pt>
                <c:pt idx="1017">
                  <c:v>19.861763</c:v>
                </c:pt>
                <c:pt idx="1018">
                  <c:v>20.330798999999999</c:v>
                </c:pt>
                <c:pt idx="1019">
                  <c:v>22.803135000000001</c:v>
                </c:pt>
                <c:pt idx="1020">
                  <c:v>25.987559999999998</c:v>
                </c:pt>
                <c:pt idx="1021">
                  <c:v>19.762991</c:v>
                </c:pt>
                <c:pt idx="1022">
                  <c:v>27.907729</c:v>
                </c:pt>
                <c:pt idx="1023">
                  <c:v>24.220050000000001</c:v>
                </c:pt>
                <c:pt idx="1024">
                  <c:v>22.245488999999999</c:v>
                </c:pt>
                <c:pt idx="1025">
                  <c:v>21.237780000000001</c:v>
                </c:pt>
                <c:pt idx="1026">
                  <c:v>25.249203000000001</c:v>
                </c:pt>
                <c:pt idx="1027">
                  <c:v>26.157662999999999</c:v>
                </c:pt>
                <c:pt idx="1028">
                  <c:v>29.349612</c:v>
                </c:pt>
                <c:pt idx="1029">
                  <c:v>29.147248000000001</c:v>
                </c:pt>
                <c:pt idx="1030">
                  <c:v>23.348974999999999</c:v>
                </c:pt>
                <c:pt idx="1031">
                  <c:v>23.66694</c:v>
                </c:pt>
                <c:pt idx="1032">
                  <c:v>22.914401999999999</c:v>
                </c:pt>
                <c:pt idx="1033">
                  <c:v>23.862369999999999</c:v>
                </c:pt>
                <c:pt idx="1034">
                  <c:v>19.854997999999998</c:v>
                </c:pt>
                <c:pt idx="1035">
                  <c:v>17.680427000000002</c:v>
                </c:pt>
                <c:pt idx="1036">
                  <c:v>28.047181999999999</c:v>
                </c:pt>
                <c:pt idx="1037">
                  <c:v>27.109327</c:v>
                </c:pt>
                <c:pt idx="1038">
                  <c:v>21.355025999999999</c:v>
                </c:pt>
                <c:pt idx="1039">
                  <c:v>22.011968</c:v>
                </c:pt>
                <c:pt idx="1040">
                  <c:v>21.785208999999998</c:v>
                </c:pt>
                <c:pt idx="1041">
                  <c:v>22.048604999999998</c:v>
                </c:pt>
                <c:pt idx="1042">
                  <c:v>24.827089000000001</c:v>
                </c:pt>
                <c:pt idx="1043">
                  <c:v>24.288837000000001</c:v>
                </c:pt>
                <c:pt idx="1044">
                  <c:v>25.207159999999998</c:v>
                </c:pt>
                <c:pt idx="1045">
                  <c:v>20.428982000000001</c:v>
                </c:pt>
                <c:pt idx="1046">
                  <c:v>20.514693000000001</c:v>
                </c:pt>
                <c:pt idx="1047">
                  <c:v>22.236716999999999</c:v>
                </c:pt>
                <c:pt idx="1048">
                  <c:v>22.534103999999999</c:v>
                </c:pt>
                <c:pt idx="1049">
                  <c:v>18.325617999999999</c:v>
                </c:pt>
                <c:pt idx="1050">
                  <c:v>29.161787</c:v>
                </c:pt>
                <c:pt idx="1051">
                  <c:v>26.164535000000001</c:v>
                </c:pt>
                <c:pt idx="1052">
                  <c:v>25.493039</c:v>
                </c:pt>
                <c:pt idx="1053">
                  <c:v>23.673494999999999</c:v>
                </c:pt>
                <c:pt idx="1054">
                  <c:v>21.308720999999998</c:v>
                </c:pt>
                <c:pt idx="1055">
                  <c:v>21.392491</c:v>
                </c:pt>
                <c:pt idx="1056">
                  <c:v>27.767534000000001</c:v>
                </c:pt>
                <c:pt idx="1057">
                  <c:v>23.732989</c:v>
                </c:pt>
                <c:pt idx="1058">
                  <c:v>24.523306000000002</c:v>
                </c:pt>
                <c:pt idx="1059">
                  <c:v>22.896457000000002</c:v>
                </c:pt>
                <c:pt idx="1060">
                  <c:v>23.605307</c:v>
                </c:pt>
                <c:pt idx="1061">
                  <c:v>23.442852999999999</c:v>
                </c:pt>
                <c:pt idx="1062">
                  <c:v>25.7746</c:v>
                </c:pt>
                <c:pt idx="1063">
                  <c:v>24.946532000000001</c:v>
                </c:pt>
                <c:pt idx="1064">
                  <c:v>27.342423</c:v>
                </c:pt>
                <c:pt idx="1065">
                  <c:v>21.961433</c:v>
                </c:pt>
                <c:pt idx="1066">
                  <c:v>26.19436</c:v>
                </c:pt>
                <c:pt idx="1067">
                  <c:v>22.791276</c:v>
                </c:pt>
                <c:pt idx="1068">
                  <c:v>19.066013000000002</c:v>
                </c:pt>
                <c:pt idx="1069">
                  <c:v>28.202444</c:v>
                </c:pt>
                <c:pt idx="1070">
                  <c:v>23.619745000000002</c:v>
                </c:pt>
                <c:pt idx="1071">
                  <c:v>24.289292</c:v>
                </c:pt>
                <c:pt idx="1072">
                  <c:v>18.675314</c:v>
                </c:pt>
                <c:pt idx="1073">
                  <c:v>24.149602000000002</c:v>
                </c:pt>
                <c:pt idx="1074">
                  <c:v>23.75168</c:v>
                </c:pt>
                <c:pt idx="1075">
                  <c:v>21.224346000000001</c:v>
                </c:pt>
                <c:pt idx="1076">
                  <c:v>21.352654000000001</c:v>
                </c:pt>
                <c:pt idx="1077">
                  <c:v>19.552721999999999</c:v>
                </c:pt>
                <c:pt idx="1078">
                  <c:v>15.554482</c:v>
                </c:pt>
                <c:pt idx="1079">
                  <c:v>18.717623</c:v>
                </c:pt>
                <c:pt idx="1080">
                  <c:v>27.741299999999999</c:v>
                </c:pt>
                <c:pt idx="1081">
                  <c:v>20.719847999999999</c:v>
                </c:pt>
                <c:pt idx="1082">
                  <c:v>22.856721</c:v>
                </c:pt>
                <c:pt idx="1083">
                  <c:v>23.956230000000001</c:v>
                </c:pt>
                <c:pt idx="1084">
                  <c:v>22.894030000000001</c:v>
                </c:pt>
                <c:pt idx="1085">
                  <c:v>23.070613000000002</c:v>
                </c:pt>
                <c:pt idx="1086">
                  <c:v>22.732627000000001</c:v>
                </c:pt>
                <c:pt idx="1087">
                  <c:v>21.566320999999999</c:v>
                </c:pt>
                <c:pt idx="1088">
                  <c:v>21.587251999999999</c:v>
                </c:pt>
                <c:pt idx="1089">
                  <c:v>18.887903999999999</c:v>
                </c:pt>
                <c:pt idx="1090">
                  <c:v>23.745127</c:v>
                </c:pt>
                <c:pt idx="1091">
                  <c:v>32.042997999999997</c:v>
                </c:pt>
                <c:pt idx="1092">
                  <c:v>29.386918000000001</c:v>
                </c:pt>
                <c:pt idx="1093">
                  <c:v>22.524035000000001</c:v>
                </c:pt>
                <c:pt idx="1094">
                  <c:v>24.488553</c:v>
                </c:pt>
                <c:pt idx="1095">
                  <c:v>19.016576000000001</c:v>
                </c:pt>
                <c:pt idx="1096">
                  <c:v>24.883908000000002</c:v>
                </c:pt>
                <c:pt idx="1097">
                  <c:v>26.859390999999999</c:v>
                </c:pt>
                <c:pt idx="1098">
                  <c:v>25.024107000000001</c:v>
                </c:pt>
                <c:pt idx="1099">
                  <c:v>21.144414999999999</c:v>
                </c:pt>
                <c:pt idx="1100">
                  <c:v>16.209516000000001</c:v>
                </c:pt>
                <c:pt idx="1101">
                  <c:v>23.727331</c:v>
                </c:pt>
                <c:pt idx="1102">
                  <c:v>21.592210000000001</c:v>
                </c:pt>
                <c:pt idx="1103">
                  <c:v>21.90682</c:v>
                </c:pt>
                <c:pt idx="1104">
                  <c:v>21.036280000000001</c:v>
                </c:pt>
                <c:pt idx="1105">
                  <c:v>23.94558</c:v>
                </c:pt>
                <c:pt idx="1106">
                  <c:v>18.164287999999999</c:v>
                </c:pt>
                <c:pt idx="1107">
                  <c:v>24.300576</c:v>
                </c:pt>
                <c:pt idx="1108">
                  <c:v>26.777144</c:v>
                </c:pt>
                <c:pt idx="1109">
                  <c:v>21.359307000000001</c:v>
                </c:pt>
                <c:pt idx="1110">
                  <c:v>25.272808999999999</c:v>
                </c:pt>
                <c:pt idx="1111">
                  <c:v>24.690670999999998</c:v>
                </c:pt>
                <c:pt idx="1112">
                  <c:v>25.136604999999999</c:v>
                </c:pt>
                <c:pt idx="1113">
                  <c:v>31.387632</c:v>
                </c:pt>
                <c:pt idx="1114">
                  <c:v>29.279313999999999</c:v>
                </c:pt>
                <c:pt idx="1115">
                  <c:v>30.523502000000001</c:v>
                </c:pt>
                <c:pt idx="1116">
                  <c:v>34.728732999999998</c:v>
                </c:pt>
                <c:pt idx="1117">
                  <c:v>34.861055</c:v>
                </c:pt>
                <c:pt idx="1118">
                  <c:v>37.808528000000003</c:v>
                </c:pt>
                <c:pt idx="1119">
                  <c:v>27.343413999999999</c:v>
                </c:pt>
                <c:pt idx="1120">
                  <c:v>21.220946999999999</c:v>
                </c:pt>
                <c:pt idx="1121">
                  <c:v>25.574316</c:v>
                </c:pt>
                <c:pt idx="1122">
                  <c:v>29.201304</c:v>
                </c:pt>
                <c:pt idx="1123">
                  <c:v>28.468648999999999</c:v>
                </c:pt>
                <c:pt idx="1124">
                  <c:v>35.767442000000003</c:v>
                </c:pt>
                <c:pt idx="1125">
                  <c:v>30.741834000000001</c:v>
                </c:pt>
                <c:pt idx="1126">
                  <c:v>36.543353000000003</c:v>
                </c:pt>
                <c:pt idx="1127">
                  <c:v>34.403582999999998</c:v>
                </c:pt>
                <c:pt idx="1128">
                  <c:v>31.672495999999999</c:v>
                </c:pt>
                <c:pt idx="1129">
                  <c:v>29.225269999999998</c:v>
                </c:pt>
                <c:pt idx="1130">
                  <c:v>26.142775</c:v>
                </c:pt>
                <c:pt idx="1131">
                  <c:v>30.598687000000002</c:v>
                </c:pt>
                <c:pt idx="1132">
                  <c:v>32.502513</c:v>
                </c:pt>
                <c:pt idx="1133">
                  <c:v>29.026371000000001</c:v>
                </c:pt>
                <c:pt idx="1134">
                  <c:v>29.108613999999999</c:v>
                </c:pt>
                <c:pt idx="1135">
                  <c:v>35.547435999999998</c:v>
                </c:pt>
                <c:pt idx="1136">
                  <c:v>34.013998000000001</c:v>
                </c:pt>
                <c:pt idx="1137">
                  <c:v>32.909880000000001</c:v>
                </c:pt>
                <c:pt idx="1138">
                  <c:v>33.663977000000003</c:v>
                </c:pt>
                <c:pt idx="1139">
                  <c:v>30.034253</c:v>
                </c:pt>
                <c:pt idx="1140">
                  <c:v>29.983978</c:v>
                </c:pt>
                <c:pt idx="1141">
                  <c:v>31.431560000000001</c:v>
                </c:pt>
                <c:pt idx="1142">
                  <c:v>32.412491000000003</c:v>
                </c:pt>
                <c:pt idx="1143">
                  <c:v>29.688291</c:v>
                </c:pt>
                <c:pt idx="1144">
                  <c:v>32.712935999999999</c:v>
                </c:pt>
                <c:pt idx="1145">
                  <c:v>29.880773000000001</c:v>
                </c:pt>
                <c:pt idx="1146">
                  <c:v>29.959298</c:v>
                </c:pt>
                <c:pt idx="1147">
                  <c:v>31.444030999999999</c:v>
                </c:pt>
              </c:numCache>
            </c:numRef>
          </c:xVal>
          <c:yVal>
            <c:numRef>
              <c:f>Topography!$D$2:$D$1149</c:f>
              <c:numCache>
                <c:formatCode>General</c:formatCode>
                <c:ptCount val="1148"/>
                <c:pt idx="0">
                  <c:v>2024</c:v>
                </c:pt>
                <c:pt idx="1">
                  <c:v>986</c:v>
                </c:pt>
                <c:pt idx="2">
                  <c:v>1163</c:v>
                </c:pt>
                <c:pt idx="3">
                  <c:v>1304</c:v>
                </c:pt>
                <c:pt idx="4">
                  <c:v>1542</c:v>
                </c:pt>
                <c:pt idx="5">
                  <c:v>1897</c:v>
                </c:pt>
                <c:pt idx="6">
                  <c:v>1745</c:v>
                </c:pt>
                <c:pt idx="7">
                  <c:v>714</c:v>
                </c:pt>
                <c:pt idx="8">
                  <c:v>1276</c:v>
                </c:pt>
                <c:pt idx="9">
                  <c:v>1686</c:v>
                </c:pt>
                <c:pt idx="10">
                  <c:v>1794</c:v>
                </c:pt>
                <c:pt idx="11">
                  <c:v>1774</c:v>
                </c:pt>
                <c:pt idx="12">
                  <c:v>1654</c:v>
                </c:pt>
                <c:pt idx="13">
                  <c:v>844</c:v>
                </c:pt>
                <c:pt idx="14">
                  <c:v>1025</c:v>
                </c:pt>
                <c:pt idx="15">
                  <c:v>1039</c:v>
                </c:pt>
                <c:pt idx="16">
                  <c:v>1209</c:v>
                </c:pt>
                <c:pt idx="17">
                  <c:v>1673</c:v>
                </c:pt>
                <c:pt idx="18">
                  <c:v>1704</c:v>
                </c:pt>
                <c:pt idx="19">
                  <c:v>1830</c:v>
                </c:pt>
                <c:pt idx="20">
                  <c:v>1613</c:v>
                </c:pt>
                <c:pt idx="21">
                  <c:v>1474</c:v>
                </c:pt>
                <c:pt idx="22">
                  <c:v>717</c:v>
                </c:pt>
                <c:pt idx="23">
                  <c:v>868</c:v>
                </c:pt>
                <c:pt idx="24">
                  <c:v>1104</c:v>
                </c:pt>
                <c:pt idx="25">
                  <c:v>1173</c:v>
                </c:pt>
                <c:pt idx="26">
                  <c:v>1831</c:v>
                </c:pt>
                <c:pt idx="27">
                  <c:v>1638</c:v>
                </c:pt>
                <c:pt idx="28">
                  <c:v>1547</c:v>
                </c:pt>
                <c:pt idx="29">
                  <c:v>1439</c:v>
                </c:pt>
                <c:pt idx="30">
                  <c:v>1232</c:v>
                </c:pt>
                <c:pt idx="31">
                  <c:v>687</c:v>
                </c:pt>
                <c:pt idx="32">
                  <c:v>886</c:v>
                </c:pt>
                <c:pt idx="33">
                  <c:v>1243</c:v>
                </c:pt>
                <c:pt idx="34">
                  <c:v>1488</c:v>
                </c:pt>
                <c:pt idx="35">
                  <c:v>1453</c:v>
                </c:pt>
                <c:pt idx="36">
                  <c:v>1550</c:v>
                </c:pt>
                <c:pt idx="37">
                  <c:v>1664</c:v>
                </c:pt>
                <c:pt idx="38">
                  <c:v>1542</c:v>
                </c:pt>
                <c:pt idx="39">
                  <c:v>1325</c:v>
                </c:pt>
                <c:pt idx="40">
                  <c:v>1240</c:v>
                </c:pt>
                <c:pt idx="41">
                  <c:v>1021</c:v>
                </c:pt>
                <c:pt idx="42">
                  <c:v>687</c:v>
                </c:pt>
                <c:pt idx="43">
                  <c:v>724</c:v>
                </c:pt>
                <c:pt idx="44">
                  <c:v>932</c:v>
                </c:pt>
                <c:pt idx="45">
                  <c:v>1178</c:v>
                </c:pt>
                <c:pt idx="46">
                  <c:v>1124</c:v>
                </c:pt>
                <c:pt idx="47">
                  <c:v>1385</c:v>
                </c:pt>
                <c:pt idx="48">
                  <c:v>1716</c:v>
                </c:pt>
                <c:pt idx="49">
                  <c:v>1578</c:v>
                </c:pt>
                <c:pt idx="50">
                  <c:v>1387</c:v>
                </c:pt>
                <c:pt idx="51">
                  <c:v>1328</c:v>
                </c:pt>
                <c:pt idx="52">
                  <c:v>1122</c:v>
                </c:pt>
                <c:pt idx="53">
                  <c:v>1145</c:v>
                </c:pt>
                <c:pt idx="54">
                  <c:v>682</c:v>
                </c:pt>
                <c:pt idx="55">
                  <c:v>914</c:v>
                </c:pt>
                <c:pt idx="56">
                  <c:v>1160</c:v>
                </c:pt>
                <c:pt idx="57">
                  <c:v>1037</c:v>
                </c:pt>
                <c:pt idx="58">
                  <c:v>1129</c:v>
                </c:pt>
                <c:pt idx="59">
                  <c:v>1454</c:v>
                </c:pt>
                <c:pt idx="60">
                  <c:v>1643</c:v>
                </c:pt>
                <c:pt idx="61">
                  <c:v>1546</c:v>
                </c:pt>
                <c:pt idx="62">
                  <c:v>1365</c:v>
                </c:pt>
                <c:pt idx="63">
                  <c:v>1187</c:v>
                </c:pt>
                <c:pt idx="64">
                  <c:v>958</c:v>
                </c:pt>
                <c:pt idx="65">
                  <c:v>1163</c:v>
                </c:pt>
                <c:pt idx="66">
                  <c:v>715</c:v>
                </c:pt>
                <c:pt idx="67">
                  <c:v>833</c:v>
                </c:pt>
                <c:pt idx="68">
                  <c:v>1086</c:v>
                </c:pt>
                <c:pt idx="69">
                  <c:v>1401</c:v>
                </c:pt>
                <c:pt idx="70">
                  <c:v>1321</c:v>
                </c:pt>
                <c:pt idx="71">
                  <c:v>1389</c:v>
                </c:pt>
                <c:pt idx="72">
                  <c:v>1414</c:v>
                </c:pt>
                <c:pt idx="73">
                  <c:v>1396</c:v>
                </c:pt>
                <c:pt idx="74">
                  <c:v>1108</c:v>
                </c:pt>
                <c:pt idx="75">
                  <c:v>1058</c:v>
                </c:pt>
                <c:pt idx="76">
                  <c:v>1013</c:v>
                </c:pt>
                <c:pt idx="77">
                  <c:v>1172</c:v>
                </c:pt>
                <c:pt idx="78">
                  <c:v>726</c:v>
                </c:pt>
                <c:pt idx="79">
                  <c:v>984</c:v>
                </c:pt>
                <c:pt idx="80">
                  <c:v>1303</c:v>
                </c:pt>
                <c:pt idx="81">
                  <c:v>1360</c:v>
                </c:pt>
                <c:pt idx="82">
                  <c:v>1292</c:v>
                </c:pt>
                <c:pt idx="83">
                  <c:v>1162</c:v>
                </c:pt>
                <c:pt idx="84">
                  <c:v>1115</c:v>
                </c:pt>
                <c:pt idx="85">
                  <c:v>1108</c:v>
                </c:pt>
                <c:pt idx="86">
                  <c:v>898</c:v>
                </c:pt>
                <c:pt idx="87">
                  <c:v>1054</c:v>
                </c:pt>
                <c:pt idx="88">
                  <c:v>1154</c:v>
                </c:pt>
                <c:pt idx="89">
                  <c:v>1336</c:v>
                </c:pt>
                <c:pt idx="90">
                  <c:v>653</c:v>
                </c:pt>
                <c:pt idx="91">
                  <c:v>862</c:v>
                </c:pt>
                <c:pt idx="92">
                  <c:v>1136</c:v>
                </c:pt>
                <c:pt idx="93">
                  <c:v>1221</c:v>
                </c:pt>
                <c:pt idx="94">
                  <c:v>996</c:v>
                </c:pt>
                <c:pt idx="95">
                  <c:v>996</c:v>
                </c:pt>
                <c:pt idx="96">
                  <c:v>813</c:v>
                </c:pt>
                <c:pt idx="97">
                  <c:v>805</c:v>
                </c:pt>
                <c:pt idx="98">
                  <c:v>1081</c:v>
                </c:pt>
                <c:pt idx="99">
                  <c:v>1193</c:v>
                </c:pt>
                <c:pt idx="100">
                  <c:v>1395</c:v>
                </c:pt>
                <c:pt idx="101">
                  <c:v>1459</c:v>
                </c:pt>
                <c:pt idx="102">
                  <c:v>713</c:v>
                </c:pt>
                <c:pt idx="103">
                  <c:v>935</c:v>
                </c:pt>
                <c:pt idx="104">
                  <c:v>1073</c:v>
                </c:pt>
                <c:pt idx="105">
                  <c:v>894</c:v>
                </c:pt>
                <c:pt idx="106">
                  <c:v>781</c:v>
                </c:pt>
                <c:pt idx="107">
                  <c:v>741</c:v>
                </c:pt>
                <c:pt idx="108">
                  <c:v>798</c:v>
                </c:pt>
                <c:pt idx="109">
                  <c:v>985</c:v>
                </c:pt>
                <c:pt idx="110">
                  <c:v>1073</c:v>
                </c:pt>
                <c:pt idx="111">
                  <c:v>1455</c:v>
                </c:pt>
                <c:pt idx="112">
                  <c:v>1506</c:v>
                </c:pt>
                <c:pt idx="113">
                  <c:v>1608</c:v>
                </c:pt>
                <c:pt idx="114">
                  <c:v>857</c:v>
                </c:pt>
                <c:pt idx="115">
                  <c:v>823</c:v>
                </c:pt>
                <c:pt idx="116">
                  <c:v>700</c:v>
                </c:pt>
                <c:pt idx="117">
                  <c:v>892</c:v>
                </c:pt>
                <c:pt idx="118">
                  <c:v>1150</c:v>
                </c:pt>
                <c:pt idx="119">
                  <c:v>1146</c:v>
                </c:pt>
                <c:pt idx="120">
                  <c:v>1318</c:v>
                </c:pt>
                <c:pt idx="121">
                  <c:v>1120</c:v>
                </c:pt>
                <c:pt idx="122">
                  <c:v>1027</c:v>
                </c:pt>
                <c:pt idx="123">
                  <c:v>1311</c:v>
                </c:pt>
                <c:pt idx="124">
                  <c:v>1391</c:v>
                </c:pt>
                <c:pt idx="125">
                  <c:v>611</c:v>
                </c:pt>
                <c:pt idx="126">
                  <c:v>755</c:v>
                </c:pt>
                <c:pt idx="127">
                  <c:v>740</c:v>
                </c:pt>
                <c:pt idx="128">
                  <c:v>972</c:v>
                </c:pt>
                <c:pt idx="129">
                  <c:v>1048</c:v>
                </c:pt>
                <c:pt idx="130">
                  <c:v>1263</c:v>
                </c:pt>
                <c:pt idx="131">
                  <c:v>1570</c:v>
                </c:pt>
                <c:pt idx="132">
                  <c:v>1442</c:v>
                </c:pt>
                <c:pt idx="133">
                  <c:v>1366</c:v>
                </c:pt>
                <c:pt idx="134">
                  <c:v>1302</c:v>
                </c:pt>
                <c:pt idx="135">
                  <c:v>1224</c:v>
                </c:pt>
                <c:pt idx="136">
                  <c:v>1288</c:v>
                </c:pt>
                <c:pt idx="137">
                  <c:v>631</c:v>
                </c:pt>
                <c:pt idx="138">
                  <c:v>793</c:v>
                </c:pt>
                <c:pt idx="139">
                  <c:v>1051</c:v>
                </c:pt>
                <c:pt idx="140">
                  <c:v>1274</c:v>
                </c:pt>
                <c:pt idx="141">
                  <c:v>1469</c:v>
                </c:pt>
                <c:pt idx="142">
                  <c:v>1714</c:v>
                </c:pt>
                <c:pt idx="143">
                  <c:v>1721</c:v>
                </c:pt>
                <c:pt idx="144">
                  <c:v>1441</c:v>
                </c:pt>
                <c:pt idx="145">
                  <c:v>1278</c:v>
                </c:pt>
                <c:pt idx="146">
                  <c:v>1428</c:v>
                </c:pt>
                <c:pt idx="147">
                  <c:v>1271</c:v>
                </c:pt>
                <c:pt idx="148">
                  <c:v>652</c:v>
                </c:pt>
                <c:pt idx="149">
                  <c:v>700</c:v>
                </c:pt>
                <c:pt idx="150">
                  <c:v>835</c:v>
                </c:pt>
                <c:pt idx="151">
                  <c:v>993</c:v>
                </c:pt>
                <c:pt idx="152">
                  <c:v>1190</c:v>
                </c:pt>
                <c:pt idx="153">
                  <c:v>1296</c:v>
                </c:pt>
                <c:pt idx="154">
                  <c:v>1586</c:v>
                </c:pt>
                <c:pt idx="155">
                  <c:v>1555</c:v>
                </c:pt>
                <c:pt idx="156">
                  <c:v>1554</c:v>
                </c:pt>
                <c:pt idx="157">
                  <c:v>1482</c:v>
                </c:pt>
                <c:pt idx="158">
                  <c:v>1609</c:v>
                </c:pt>
                <c:pt idx="159">
                  <c:v>1354</c:v>
                </c:pt>
                <c:pt idx="160">
                  <c:v>630</c:v>
                </c:pt>
                <c:pt idx="161">
                  <c:v>857</c:v>
                </c:pt>
                <c:pt idx="162">
                  <c:v>1064</c:v>
                </c:pt>
                <c:pt idx="163">
                  <c:v>975</c:v>
                </c:pt>
                <c:pt idx="164">
                  <c:v>932</c:v>
                </c:pt>
                <c:pt idx="165">
                  <c:v>969</c:v>
                </c:pt>
                <c:pt idx="166">
                  <c:v>1220</c:v>
                </c:pt>
                <c:pt idx="167">
                  <c:v>1345</c:v>
                </c:pt>
                <c:pt idx="168">
                  <c:v>1238</c:v>
                </c:pt>
                <c:pt idx="169">
                  <c:v>1494</c:v>
                </c:pt>
                <c:pt idx="170">
                  <c:v>1436</c:v>
                </c:pt>
                <c:pt idx="171">
                  <c:v>1532</c:v>
                </c:pt>
                <c:pt idx="172">
                  <c:v>1443</c:v>
                </c:pt>
                <c:pt idx="173">
                  <c:v>860</c:v>
                </c:pt>
                <c:pt idx="174">
                  <c:v>1063</c:v>
                </c:pt>
                <c:pt idx="175">
                  <c:v>1337</c:v>
                </c:pt>
                <c:pt idx="176">
                  <c:v>1246</c:v>
                </c:pt>
                <c:pt idx="177">
                  <c:v>1230</c:v>
                </c:pt>
                <c:pt idx="178">
                  <c:v>994</c:v>
                </c:pt>
                <c:pt idx="179">
                  <c:v>1079</c:v>
                </c:pt>
                <c:pt idx="180">
                  <c:v>1010</c:v>
                </c:pt>
                <c:pt idx="181">
                  <c:v>1112</c:v>
                </c:pt>
                <c:pt idx="182">
                  <c:v>1182</c:v>
                </c:pt>
                <c:pt idx="183">
                  <c:v>1208</c:v>
                </c:pt>
                <c:pt idx="184">
                  <c:v>1281</c:v>
                </c:pt>
                <c:pt idx="185">
                  <c:v>1447</c:v>
                </c:pt>
                <c:pt idx="186">
                  <c:v>702</c:v>
                </c:pt>
                <c:pt idx="187">
                  <c:v>817</c:v>
                </c:pt>
                <c:pt idx="188">
                  <c:v>1051</c:v>
                </c:pt>
                <c:pt idx="189">
                  <c:v>1296</c:v>
                </c:pt>
                <c:pt idx="190">
                  <c:v>1432</c:v>
                </c:pt>
                <c:pt idx="191">
                  <c:v>1365</c:v>
                </c:pt>
                <c:pt idx="192">
                  <c:v>1238</c:v>
                </c:pt>
                <c:pt idx="193">
                  <c:v>1286</c:v>
                </c:pt>
                <c:pt idx="194">
                  <c:v>1167</c:v>
                </c:pt>
                <c:pt idx="195">
                  <c:v>1337</c:v>
                </c:pt>
                <c:pt idx="196">
                  <c:v>1304</c:v>
                </c:pt>
                <c:pt idx="197">
                  <c:v>1223</c:v>
                </c:pt>
                <c:pt idx="198">
                  <c:v>1296</c:v>
                </c:pt>
                <c:pt idx="199">
                  <c:v>1450</c:v>
                </c:pt>
                <c:pt idx="200">
                  <c:v>1883</c:v>
                </c:pt>
                <c:pt idx="201">
                  <c:v>2140</c:v>
                </c:pt>
                <c:pt idx="202">
                  <c:v>1977</c:v>
                </c:pt>
                <c:pt idx="203">
                  <c:v>1872</c:v>
                </c:pt>
                <c:pt idx="204">
                  <c:v>1561</c:v>
                </c:pt>
                <c:pt idx="205">
                  <c:v>1770</c:v>
                </c:pt>
                <c:pt idx="206">
                  <c:v>1713</c:v>
                </c:pt>
                <c:pt idx="207">
                  <c:v>1800</c:v>
                </c:pt>
                <c:pt idx="208">
                  <c:v>1764</c:v>
                </c:pt>
                <c:pt idx="209">
                  <c:v>2078</c:v>
                </c:pt>
                <c:pt idx="210">
                  <c:v>2303</c:v>
                </c:pt>
                <c:pt idx="211">
                  <c:v>2358</c:v>
                </c:pt>
                <c:pt idx="212">
                  <c:v>2014</c:v>
                </c:pt>
                <c:pt idx="213">
                  <c:v>1903</c:v>
                </c:pt>
                <c:pt idx="214">
                  <c:v>1843</c:v>
                </c:pt>
                <c:pt idx="215">
                  <c:v>1602</c:v>
                </c:pt>
                <c:pt idx="216">
                  <c:v>1391</c:v>
                </c:pt>
                <c:pt idx="217">
                  <c:v>1416</c:v>
                </c:pt>
                <c:pt idx="218">
                  <c:v>1492</c:v>
                </c:pt>
                <c:pt idx="219">
                  <c:v>1564</c:v>
                </c:pt>
                <c:pt idx="220">
                  <c:v>1809</c:v>
                </c:pt>
                <c:pt idx="221">
                  <c:v>1916</c:v>
                </c:pt>
                <c:pt idx="222">
                  <c:v>1937</c:v>
                </c:pt>
                <c:pt idx="223">
                  <c:v>2189</c:v>
                </c:pt>
                <c:pt idx="224">
                  <c:v>2357</c:v>
                </c:pt>
                <c:pt idx="225">
                  <c:v>1984</c:v>
                </c:pt>
                <c:pt idx="226">
                  <c:v>1849</c:v>
                </c:pt>
                <c:pt idx="227">
                  <c:v>1672</c:v>
                </c:pt>
                <c:pt idx="228">
                  <c:v>1549</c:v>
                </c:pt>
                <c:pt idx="229">
                  <c:v>1624</c:v>
                </c:pt>
                <c:pt idx="230">
                  <c:v>1455</c:v>
                </c:pt>
                <c:pt idx="231">
                  <c:v>1396</c:v>
                </c:pt>
                <c:pt idx="232">
                  <c:v>1461</c:v>
                </c:pt>
                <c:pt idx="233">
                  <c:v>1488</c:v>
                </c:pt>
                <c:pt idx="234">
                  <c:v>1672</c:v>
                </c:pt>
                <c:pt idx="235">
                  <c:v>1857</c:v>
                </c:pt>
                <c:pt idx="236">
                  <c:v>1855</c:v>
                </c:pt>
                <c:pt idx="237">
                  <c:v>1928</c:v>
                </c:pt>
                <c:pt idx="238">
                  <c:v>2104</c:v>
                </c:pt>
                <c:pt idx="239">
                  <c:v>2290</c:v>
                </c:pt>
                <c:pt idx="240">
                  <c:v>1793</c:v>
                </c:pt>
                <c:pt idx="241">
                  <c:v>1689</c:v>
                </c:pt>
                <c:pt idx="242">
                  <c:v>1613</c:v>
                </c:pt>
                <c:pt idx="243">
                  <c:v>1523</c:v>
                </c:pt>
                <c:pt idx="244">
                  <c:v>1285</c:v>
                </c:pt>
                <c:pt idx="245">
                  <c:v>1423</c:v>
                </c:pt>
                <c:pt idx="246">
                  <c:v>1490</c:v>
                </c:pt>
                <c:pt idx="247">
                  <c:v>1719</c:v>
                </c:pt>
                <c:pt idx="248">
                  <c:v>1719</c:v>
                </c:pt>
                <c:pt idx="249">
                  <c:v>1593</c:v>
                </c:pt>
                <c:pt idx="250">
                  <c:v>1711</c:v>
                </c:pt>
                <c:pt idx="251">
                  <c:v>1726</c:v>
                </c:pt>
                <c:pt idx="252">
                  <c:v>1873</c:v>
                </c:pt>
                <c:pt idx="253">
                  <c:v>2182</c:v>
                </c:pt>
                <c:pt idx="254">
                  <c:v>1670</c:v>
                </c:pt>
                <c:pt idx="255">
                  <c:v>1568</c:v>
                </c:pt>
                <c:pt idx="256">
                  <c:v>1406</c:v>
                </c:pt>
                <c:pt idx="257">
                  <c:v>1207</c:v>
                </c:pt>
                <c:pt idx="258">
                  <c:v>1310</c:v>
                </c:pt>
                <c:pt idx="259">
                  <c:v>1382</c:v>
                </c:pt>
                <c:pt idx="260">
                  <c:v>1452</c:v>
                </c:pt>
                <c:pt idx="261">
                  <c:v>1595</c:v>
                </c:pt>
                <c:pt idx="262">
                  <c:v>1844</c:v>
                </c:pt>
                <c:pt idx="263">
                  <c:v>1791</c:v>
                </c:pt>
                <c:pt idx="264">
                  <c:v>1823</c:v>
                </c:pt>
                <c:pt idx="265">
                  <c:v>1988</c:v>
                </c:pt>
                <c:pt idx="266">
                  <c:v>2104</c:v>
                </c:pt>
                <c:pt idx="267">
                  <c:v>1425</c:v>
                </c:pt>
                <c:pt idx="268">
                  <c:v>1457</c:v>
                </c:pt>
                <c:pt idx="269">
                  <c:v>1283</c:v>
                </c:pt>
                <c:pt idx="270">
                  <c:v>1345</c:v>
                </c:pt>
                <c:pt idx="271">
                  <c:v>1624</c:v>
                </c:pt>
                <c:pt idx="272">
                  <c:v>1525</c:v>
                </c:pt>
                <c:pt idx="273">
                  <c:v>1622</c:v>
                </c:pt>
                <c:pt idx="274">
                  <c:v>1793</c:v>
                </c:pt>
                <c:pt idx="275">
                  <c:v>1748</c:v>
                </c:pt>
                <c:pt idx="276">
                  <c:v>1810</c:v>
                </c:pt>
                <c:pt idx="277">
                  <c:v>2128</c:v>
                </c:pt>
                <c:pt idx="278">
                  <c:v>2094</c:v>
                </c:pt>
                <c:pt idx="279">
                  <c:v>1411</c:v>
                </c:pt>
                <c:pt idx="280">
                  <c:v>1164</c:v>
                </c:pt>
                <c:pt idx="281">
                  <c:v>1289</c:v>
                </c:pt>
                <c:pt idx="282">
                  <c:v>1416</c:v>
                </c:pt>
                <c:pt idx="283">
                  <c:v>1450</c:v>
                </c:pt>
                <c:pt idx="284">
                  <c:v>1419</c:v>
                </c:pt>
                <c:pt idx="285">
                  <c:v>1569</c:v>
                </c:pt>
                <c:pt idx="286">
                  <c:v>1668</c:v>
                </c:pt>
                <c:pt idx="287">
                  <c:v>1774</c:v>
                </c:pt>
                <c:pt idx="288">
                  <c:v>1862</c:v>
                </c:pt>
                <c:pt idx="289">
                  <c:v>2070</c:v>
                </c:pt>
                <c:pt idx="290">
                  <c:v>1100</c:v>
                </c:pt>
                <c:pt idx="291">
                  <c:v>1208</c:v>
                </c:pt>
                <c:pt idx="292">
                  <c:v>1503</c:v>
                </c:pt>
                <c:pt idx="293">
                  <c:v>1523</c:v>
                </c:pt>
                <c:pt idx="294">
                  <c:v>1489</c:v>
                </c:pt>
                <c:pt idx="295">
                  <c:v>1508</c:v>
                </c:pt>
                <c:pt idx="296">
                  <c:v>1545</c:v>
                </c:pt>
                <c:pt idx="297">
                  <c:v>1653</c:v>
                </c:pt>
                <c:pt idx="298">
                  <c:v>1658</c:v>
                </c:pt>
                <c:pt idx="299">
                  <c:v>1873</c:v>
                </c:pt>
                <c:pt idx="300">
                  <c:v>2188</c:v>
                </c:pt>
                <c:pt idx="301">
                  <c:v>1314</c:v>
                </c:pt>
                <c:pt idx="302">
                  <c:v>1540</c:v>
                </c:pt>
                <c:pt idx="303">
                  <c:v>1348</c:v>
                </c:pt>
                <c:pt idx="304">
                  <c:v>1371</c:v>
                </c:pt>
                <c:pt idx="305">
                  <c:v>1507</c:v>
                </c:pt>
                <c:pt idx="306">
                  <c:v>1649</c:v>
                </c:pt>
                <c:pt idx="307">
                  <c:v>1753</c:v>
                </c:pt>
                <c:pt idx="308">
                  <c:v>1852</c:v>
                </c:pt>
                <c:pt idx="309">
                  <c:v>1872</c:v>
                </c:pt>
                <c:pt idx="310">
                  <c:v>1168</c:v>
                </c:pt>
                <c:pt idx="311">
                  <c:v>1492</c:v>
                </c:pt>
                <c:pt idx="312">
                  <c:v>1589</c:v>
                </c:pt>
                <c:pt idx="313">
                  <c:v>1661</c:v>
                </c:pt>
                <c:pt idx="314">
                  <c:v>1623</c:v>
                </c:pt>
                <c:pt idx="315">
                  <c:v>1542</c:v>
                </c:pt>
                <c:pt idx="316">
                  <c:v>1552</c:v>
                </c:pt>
                <c:pt idx="317">
                  <c:v>1775</c:v>
                </c:pt>
                <c:pt idx="318">
                  <c:v>1918</c:v>
                </c:pt>
                <c:pt idx="319">
                  <c:v>1246</c:v>
                </c:pt>
                <c:pt idx="320">
                  <c:v>1264</c:v>
                </c:pt>
                <c:pt idx="321">
                  <c:v>1427</c:v>
                </c:pt>
                <c:pt idx="322">
                  <c:v>1493</c:v>
                </c:pt>
                <c:pt idx="323">
                  <c:v>1495</c:v>
                </c:pt>
                <c:pt idx="324">
                  <c:v>1630</c:v>
                </c:pt>
                <c:pt idx="325">
                  <c:v>1696</c:v>
                </c:pt>
                <c:pt idx="326">
                  <c:v>1798</c:v>
                </c:pt>
                <c:pt idx="327">
                  <c:v>1926</c:v>
                </c:pt>
                <c:pt idx="328">
                  <c:v>1525</c:v>
                </c:pt>
                <c:pt idx="329">
                  <c:v>1319</c:v>
                </c:pt>
                <c:pt idx="330">
                  <c:v>1391</c:v>
                </c:pt>
                <c:pt idx="331">
                  <c:v>1463</c:v>
                </c:pt>
                <c:pt idx="332">
                  <c:v>1442</c:v>
                </c:pt>
                <c:pt idx="333">
                  <c:v>1370</c:v>
                </c:pt>
                <c:pt idx="334">
                  <c:v>1550</c:v>
                </c:pt>
                <c:pt idx="335">
                  <c:v>1570</c:v>
                </c:pt>
                <c:pt idx="336">
                  <c:v>1849</c:v>
                </c:pt>
                <c:pt idx="337">
                  <c:v>1616</c:v>
                </c:pt>
                <c:pt idx="338">
                  <c:v>1401</c:v>
                </c:pt>
                <c:pt idx="339">
                  <c:v>1526</c:v>
                </c:pt>
                <c:pt idx="340">
                  <c:v>1334</c:v>
                </c:pt>
                <c:pt idx="341">
                  <c:v>1524</c:v>
                </c:pt>
                <c:pt idx="342">
                  <c:v>1571</c:v>
                </c:pt>
                <c:pt idx="343">
                  <c:v>1536</c:v>
                </c:pt>
                <c:pt idx="344">
                  <c:v>1613</c:v>
                </c:pt>
                <c:pt idx="345">
                  <c:v>1879</c:v>
                </c:pt>
                <c:pt idx="346">
                  <c:v>1689</c:v>
                </c:pt>
                <c:pt idx="347">
                  <c:v>1628</c:v>
                </c:pt>
                <c:pt idx="348">
                  <c:v>1631</c:v>
                </c:pt>
                <c:pt idx="349">
                  <c:v>1551</c:v>
                </c:pt>
                <c:pt idx="350">
                  <c:v>1548</c:v>
                </c:pt>
                <c:pt idx="351">
                  <c:v>1490</c:v>
                </c:pt>
                <c:pt idx="352">
                  <c:v>1667</c:v>
                </c:pt>
                <c:pt idx="353">
                  <c:v>1843</c:v>
                </c:pt>
                <c:pt idx="354">
                  <c:v>1453</c:v>
                </c:pt>
                <c:pt idx="355">
                  <c:v>1598</c:v>
                </c:pt>
                <c:pt idx="356">
                  <c:v>1793</c:v>
                </c:pt>
                <c:pt idx="357">
                  <c:v>1725</c:v>
                </c:pt>
                <c:pt idx="358">
                  <c:v>1752</c:v>
                </c:pt>
                <c:pt idx="359">
                  <c:v>1725</c:v>
                </c:pt>
                <c:pt idx="360">
                  <c:v>1706</c:v>
                </c:pt>
                <c:pt idx="361">
                  <c:v>1947</c:v>
                </c:pt>
                <c:pt idx="362">
                  <c:v>1371</c:v>
                </c:pt>
                <c:pt idx="363">
                  <c:v>1450</c:v>
                </c:pt>
                <c:pt idx="364">
                  <c:v>1376</c:v>
                </c:pt>
                <c:pt idx="365">
                  <c:v>1347</c:v>
                </c:pt>
                <c:pt idx="366">
                  <c:v>1411</c:v>
                </c:pt>
                <c:pt idx="367">
                  <c:v>1443</c:v>
                </c:pt>
                <c:pt idx="368">
                  <c:v>1630</c:v>
                </c:pt>
                <c:pt idx="369">
                  <c:v>1295</c:v>
                </c:pt>
                <c:pt idx="370">
                  <c:v>1265</c:v>
                </c:pt>
                <c:pt idx="371">
                  <c:v>1447</c:v>
                </c:pt>
                <c:pt idx="372">
                  <c:v>1376</c:v>
                </c:pt>
                <c:pt idx="373">
                  <c:v>1506</c:v>
                </c:pt>
                <c:pt idx="374">
                  <c:v>1603</c:v>
                </c:pt>
                <c:pt idx="375">
                  <c:v>1469</c:v>
                </c:pt>
                <c:pt idx="376">
                  <c:v>1350</c:v>
                </c:pt>
                <c:pt idx="377">
                  <c:v>1307</c:v>
                </c:pt>
                <c:pt idx="378">
                  <c:v>1382</c:v>
                </c:pt>
                <c:pt idx="379">
                  <c:v>1450</c:v>
                </c:pt>
                <c:pt idx="380">
                  <c:v>1272</c:v>
                </c:pt>
                <c:pt idx="381">
                  <c:v>1112</c:v>
                </c:pt>
                <c:pt idx="382">
                  <c:v>845</c:v>
                </c:pt>
                <c:pt idx="383">
                  <c:v>951</c:v>
                </c:pt>
                <c:pt idx="384">
                  <c:v>1089</c:v>
                </c:pt>
                <c:pt idx="385">
                  <c:v>1119</c:v>
                </c:pt>
                <c:pt idx="386">
                  <c:v>1045</c:v>
                </c:pt>
                <c:pt idx="387">
                  <c:v>1748</c:v>
                </c:pt>
                <c:pt idx="388">
                  <c:v>1404</c:v>
                </c:pt>
                <c:pt idx="389">
                  <c:v>1591</c:v>
                </c:pt>
                <c:pt idx="390">
                  <c:v>1349</c:v>
                </c:pt>
                <c:pt idx="391">
                  <c:v>1364</c:v>
                </c:pt>
                <c:pt idx="392">
                  <c:v>1097</c:v>
                </c:pt>
                <c:pt idx="393">
                  <c:v>909</c:v>
                </c:pt>
                <c:pt idx="394">
                  <c:v>833</c:v>
                </c:pt>
                <c:pt idx="395">
                  <c:v>867</c:v>
                </c:pt>
                <c:pt idx="396">
                  <c:v>1009</c:v>
                </c:pt>
                <c:pt idx="397">
                  <c:v>1129</c:v>
                </c:pt>
                <c:pt idx="398">
                  <c:v>1145</c:v>
                </c:pt>
                <c:pt idx="399">
                  <c:v>1085</c:v>
                </c:pt>
                <c:pt idx="400">
                  <c:v>1321</c:v>
                </c:pt>
                <c:pt idx="401">
                  <c:v>1474</c:v>
                </c:pt>
                <c:pt idx="402">
                  <c:v>1628</c:v>
                </c:pt>
                <c:pt idx="403">
                  <c:v>1899</c:v>
                </c:pt>
                <c:pt idx="404">
                  <c:v>1996</c:v>
                </c:pt>
                <c:pt idx="405">
                  <c:v>1332</c:v>
                </c:pt>
                <c:pt idx="406">
                  <c:v>1529</c:v>
                </c:pt>
                <c:pt idx="407">
                  <c:v>1419</c:v>
                </c:pt>
                <c:pt idx="408">
                  <c:v>1149</c:v>
                </c:pt>
                <c:pt idx="409">
                  <c:v>829</c:v>
                </c:pt>
                <c:pt idx="410">
                  <c:v>806</c:v>
                </c:pt>
                <c:pt idx="411">
                  <c:v>960</c:v>
                </c:pt>
                <c:pt idx="412">
                  <c:v>1053</c:v>
                </c:pt>
                <c:pt idx="413">
                  <c:v>1228</c:v>
                </c:pt>
                <c:pt idx="414">
                  <c:v>1306</c:v>
                </c:pt>
                <c:pt idx="415">
                  <c:v>1311</c:v>
                </c:pt>
                <c:pt idx="416">
                  <c:v>1351</c:v>
                </c:pt>
                <c:pt idx="417">
                  <c:v>1238</c:v>
                </c:pt>
                <c:pt idx="418">
                  <c:v>1240</c:v>
                </c:pt>
                <c:pt idx="419">
                  <c:v>1569</c:v>
                </c:pt>
                <c:pt idx="420">
                  <c:v>1535</c:v>
                </c:pt>
                <c:pt idx="421">
                  <c:v>1719</c:v>
                </c:pt>
                <c:pt idx="422">
                  <c:v>1735</c:v>
                </c:pt>
                <c:pt idx="423">
                  <c:v>1974</c:v>
                </c:pt>
                <c:pt idx="424">
                  <c:v>1502</c:v>
                </c:pt>
                <c:pt idx="425">
                  <c:v>1328</c:v>
                </c:pt>
                <c:pt idx="426">
                  <c:v>1279</c:v>
                </c:pt>
                <c:pt idx="427">
                  <c:v>953</c:v>
                </c:pt>
                <c:pt idx="428">
                  <c:v>821</c:v>
                </c:pt>
                <c:pt idx="429">
                  <c:v>1013</c:v>
                </c:pt>
                <c:pt idx="430">
                  <c:v>1236</c:v>
                </c:pt>
                <c:pt idx="431">
                  <c:v>1253</c:v>
                </c:pt>
                <c:pt idx="432">
                  <c:v>1270</c:v>
                </c:pt>
                <c:pt idx="433">
                  <c:v>1468</c:v>
                </c:pt>
                <c:pt idx="434">
                  <c:v>1611</c:v>
                </c:pt>
                <c:pt idx="435">
                  <c:v>1688</c:v>
                </c:pt>
                <c:pt idx="436">
                  <c:v>1560</c:v>
                </c:pt>
                <c:pt idx="437">
                  <c:v>1378</c:v>
                </c:pt>
                <c:pt idx="438">
                  <c:v>1396</c:v>
                </c:pt>
                <c:pt idx="439">
                  <c:v>1388</c:v>
                </c:pt>
                <c:pt idx="440">
                  <c:v>1635</c:v>
                </c:pt>
                <c:pt idx="441">
                  <c:v>1889</c:v>
                </c:pt>
                <c:pt idx="442">
                  <c:v>2222</c:v>
                </c:pt>
                <c:pt idx="443">
                  <c:v>2266</c:v>
                </c:pt>
                <c:pt idx="444">
                  <c:v>1468</c:v>
                </c:pt>
                <c:pt idx="445">
                  <c:v>1221</c:v>
                </c:pt>
                <c:pt idx="446">
                  <c:v>813</c:v>
                </c:pt>
                <c:pt idx="447">
                  <c:v>844</c:v>
                </c:pt>
                <c:pt idx="448">
                  <c:v>957</c:v>
                </c:pt>
                <c:pt idx="449">
                  <c:v>1166</c:v>
                </c:pt>
                <c:pt idx="450">
                  <c:v>1386</c:v>
                </c:pt>
                <c:pt idx="451">
                  <c:v>1680</c:v>
                </c:pt>
                <c:pt idx="452">
                  <c:v>1423</c:v>
                </c:pt>
                <c:pt idx="453">
                  <c:v>1318</c:v>
                </c:pt>
                <c:pt idx="454">
                  <c:v>1543</c:v>
                </c:pt>
                <c:pt idx="455">
                  <c:v>2001</c:v>
                </c:pt>
                <c:pt idx="456">
                  <c:v>1793</c:v>
                </c:pt>
                <c:pt idx="457">
                  <c:v>1724</c:v>
                </c:pt>
                <c:pt idx="458">
                  <c:v>1795</c:v>
                </c:pt>
                <c:pt idx="459">
                  <c:v>1549</c:v>
                </c:pt>
                <c:pt idx="460">
                  <c:v>1442</c:v>
                </c:pt>
                <c:pt idx="461">
                  <c:v>1687</c:v>
                </c:pt>
                <c:pt idx="462">
                  <c:v>1829</c:v>
                </c:pt>
                <c:pt idx="463">
                  <c:v>2154</c:v>
                </c:pt>
                <c:pt idx="464">
                  <c:v>2446</c:v>
                </c:pt>
                <c:pt idx="465">
                  <c:v>698</c:v>
                </c:pt>
                <c:pt idx="466">
                  <c:v>905</c:v>
                </c:pt>
                <c:pt idx="467">
                  <c:v>950</c:v>
                </c:pt>
                <c:pt idx="468">
                  <c:v>1207</c:v>
                </c:pt>
                <c:pt idx="469">
                  <c:v>1410</c:v>
                </c:pt>
                <c:pt idx="470">
                  <c:v>1323</c:v>
                </c:pt>
                <c:pt idx="471">
                  <c:v>1462</c:v>
                </c:pt>
                <c:pt idx="472">
                  <c:v>1417</c:v>
                </c:pt>
                <c:pt idx="473">
                  <c:v>1202</c:v>
                </c:pt>
                <c:pt idx="474">
                  <c:v>1193</c:v>
                </c:pt>
                <c:pt idx="475">
                  <c:v>1368</c:v>
                </c:pt>
                <c:pt idx="476">
                  <c:v>1445</c:v>
                </c:pt>
                <c:pt idx="477">
                  <c:v>1350</c:v>
                </c:pt>
                <c:pt idx="478">
                  <c:v>1458</c:v>
                </c:pt>
                <c:pt idx="479">
                  <c:v>807</c:v>
                </c:pt>
                <c:pt idx="480">
                  <c:v>957</c:v>
                </c:pt>
                <c:pt idx="481">
                  <c:v>1067</c:v>
                </c:pt>
                <c:pt idx="482">
                  <c:v>1227</c:v>
                </c:pt>
                <c:pt idx="483">
                  <c:v>1324</c:v>
                </c:pt>
                <c:pt idx="484">
                  <c:v>1466</c:v>
                </c:pt>
                <c:pt idx="485">
                  <c:v>1611</c:v>
                </c:pt>
                <c:pt idx="486">
                  <c:v>1373</c:v>
                </c:pt>
                <c:pt idx="487">
                  <c:v>1350</c:v>
                </c:pt>
                <c:pt idx="488">
                  <c:v>1289</c:v>
                </c:pt>
                <c:pt idx="489">
                  <c:v>1285</c:v>
                </c:pt>
                <c:pt idx="490">
                  <c:v>1334</c:v>
                </c:pt>
                <c:pt idx="491">
                  <c:v>1452</c:v>
                </c:pt>
                <c:pt idx="492">
                  <c:v>940</c:v>
                </c:pt>
                <c:pt idx="493">
                  <c:v>669</c:v>
                </c:pt>
                <c:pt idx="494">
                  <c:v>887</c:v>
                </c:pt>
                <c:pt idx="495">
                  <c:v>1001</c:v>
                </c:pt>
                <c:pt idx="496">
                  <c:v>1160</c:v>
                </c:pt>
                <c:pt idx="497">
                  <c:v>1345</c:v>
                </c:pt>
                <c:pt idx="498">
                  <c:v>1222</c:v>
                </c:pt>
                <c:pt idx="499">
                  <c:v>1466</c:v>
                </c:pt>
                <c:pt idx="500">
                  <c:v>1633</c:v>
                </c:pt>
                <c:pt idx="501">
                  <c:v>1457</c:v>
                </c:pt>
                <c:pt idx="502">
                  <c:v>1346</c:v>
                </c:pt>
                <c:pt idx="503">
                  <c:v>1371</c:v>
                </c:pt>
                <c:pt idx="504">
                  <c:v>1440</c:v>
                </c:pt>
                <c:pt idx="505">
                  <c:v>1133</c:v>
                </c:pt>
                <c:pt idx="506">
                  <c:v>827</c:v>
                </c:pt>
                <c:pt idx="507">
                  <c:v>686</c:v>
                </c:pt>
                <c:pt idx="508">
                  <c:v>658</c:v>
                </c:pt>
                <c:pt idx="509">
                  <c:v>841</c:v>
                </c:pt>
                <c:pt idx="510">
                  <c:v>1090</c:v>
                </c:pt>
                <c:pt idx="511">
                  <c:v>1114</c:v>
                </c:pt>
                <c:pt idx="512">
                  <c:v>1385</c:v>
                </c:pt>
                <c:pt idx="513">
                  <c:v>1513</c:v>
                </c:pt>
                <c:pt idx="514">
                  <c:v>1568</c:v>
                </c:pt>
                <c:pt idx="515">
                  <c:v>1698</c:v>
                </c:pt>
                <c:pt idx="516">
                  <c:v>1453</c:v>
                </c:pt>
                <c:pt idx="517">
                  <c:v>1266</c:v>
                </c:pt>
                <c:pt idx="518">
                  <c:v>1146</c:v>
                </c:pt>
                <c:pt idx="519">
                  <c:v>872</c:v>
                </c:pt>
                <c:pt idx="520">
                  <c:v>806</c:v>
                </c:pt>
                <c:pt idx="521">
                  <c:v>1015</c:v>
                </c:pt>
                <c:pt idx="522">
                  <c:v>717</c:v>
                </c:pt>
                <c:pt idx="523">
                  <c:v>795</c:v>
                </c:pt>
                <c:pt idx="524">
                  <c:v>937</c:v>
                </c:pt>
                <c:pt idx="525">
                  <c:v>905</c:v>
                </c:pt>
                <c:pt idx="526">
                  <c:v>1192</c:v>
                </c:pt>
                <c:pt idx="527">
                  <c:v>1405</c:v>
                </c:pt>
                <c:pt idx="528">
                  <c:v>1447</c:v>
                </c:pt>
                <c:pt idx="529">
                  <c:v>1477</c:v>
                </c:pt>
                <c:pt idx="530">
                  <c:v>1295</c:v>
                </c:pt>
                <c:pt idx="531">
                  <c:v>1228</c:v>
                </c:pt>
                <c:pt idx="532">
                  <c:v>1151</c:v>
                </c:pt>
                <c:pt idx="533">
                  <c:v>926</c:v>
                </c:pt>
                <c:pt idx="534">
                  <c:v>780</c:v>
                </c:pt>
                <c:pt idx="535">
                  <c:v>881</c:v>
                </c:pt>
                <c:pt idx="536">
                  <c:v>781</c:v>
                </c:pt>
                <c:pt idx="537">
                  <c:v>1071</c:v>
                </c:pt>
                <c:pt idx="538">
                  <c:v>802</c:v>
                </c:pt>
                <c:pt idx="539">
                  <c:v>680</c:v>
                </c:pt>
                <c:pt idx="540">
                  <c:v>806</c:v>
                </c:pt>
                <c:pt idx="541">
                  <c:v>854</c:v>
                </c:pt>
                <c:pt idx="542">
                  <c:v>1048</c:v>
                </c:pt>
                <c:pt idx="543">
                  <c:v>983</c:v>
                </c:pt>
                <c:pt idx="544">
                  <c:v>1113</c:v>
                </c:pt>
                <c:pt idx="545">
                  <c:v>1399</c:v>
                </c:pt>
                <c:pt idx="546">
                  <c:v>1284</c:v>
                </c:pt>
                <c:pt idx="547">
                  <c:v>1027</c:v>
                </c:pt>
                <c:pt idx="548">
                  <c:v>878</c:v>
                </c:pt>
                <c:pt idx="549">
                  <c:v>742</c:v>
                </c:pt>
                <c:pt idx="550">
                  <c:v>744</c:v>
                </c:pt>
                <c:pt idx="551">
                  <c:v>818</c:v>
                </c:pt>
                <c:pt idx="552">
                  <c:v>995</c:v>
                </c:pt>
                <c:pt idx="553">
                  <c:v>902</c:v>
                </c:pt>
                <c:pt idx="554">
                  <c:v>1103</c:v>
                </c:pt>
                <c:pt idx="555">
                  <c:v>1212</c:v>
                </c:pt>
                <c:pt idx="556">
                  <c:v>951</c:v>
                </c:pt>
                <c:pt idx="557">
                  <c:v>680</c:v>
                </c:pt>
                <c:pt idx="558">
                  <c:v>944</c:v>
                </c:pt>
                <c:pt idx="559">
                  <c:v>1034</c:v>
                </c:pt>
                <c:pt idx="560">
                  <c:v>1160</c:v>
                </c:pt>
                <c:pt idx="561">
                  <c:v>1246</c:v>
                </c:pt>
                <c:pt idx="562">
                  <c:v>1330</c:v>
                </c:pt>
                <c:pt idx="563">
                  <c:v>1363</c:v>
                </c:pt>
                <c:pt idx="564">
                  <c:v>1177</c:v>
                </c:pt>
                <c:pt idx="565">
                  <c:v>934</c:v>
                </c:pt>
                <c:pt idx="566">
                  <c:v>738</c:v>
                </c:pt>
                <c:pt idx="567">
                  <c:v>858</c:v>
                </c:pt>
                <c:pt idx="568">
                  <c:v>910</c:v>
                </c:pt>
                <c:pt idx="569">
                  <c:v>1297</c:v>
                </c:pt>
                <c:pt idx="570">
                  <c:v>1286</c:v>
                </c:pt>
                <c:pt idx="571">
                  <c:v>760</c:v>
                </c:pt>
                <c:pt idx="572">
                  <c:v>989</c:v>
                </c:pt>
                <c:pt idx="573">
                  <c:v>1287</c:v>
                </c:pt>
                <c:pt idx="574">
                  <c:v>1083</c:v>
                </c:pt>
                <c:pt idx="575">
                  <c:v>721</c:v>
                </c:pt>
                <c:pt idx="576">
                  <c:v>811</c:v>
                </c:pt>
                <c:pt idx="577">
                  <c:v>987</c:v>
                </c:pt>
                <c:pt idx="578">
                  <c:v>1232</c:v>
                </c:pt>
                <c:pt idx="579">
                  <c:v>1299</c:v>
                </c:pt>
                <c:pt idx="580">
                  <c:v>1251</c:v>
                </c:pt>
                <c:pt idx="581">
                  <c:v>1082</c:v>
                </c:pt>
                <c:pt idx="582">
                  <c:v>982</c:v>
                </c:pt>
                <c:pt idx="583">
                  <c:v>805</c:v>
                </c:pt>
                <c:pt idx="584">
                  <c:v>731</c:v>
                </c:pt>
                <c:pt idx="585">
                  <c:v>980</c:v>
                </c:pt>
                <c:pt idx="586">
                  <c:v>1293</c:v>
                </c:pt>
                <c:pt idx="587">
                  <c:v>1073</c:v>
                </c:pt>
                <c:pt idx="588">
                  <c:v>1372</c:v>
                </c:pt>
                <c:pt idx="589">
                  <c:v>1008</c:v>
                </c:pt>
                <c:pt idx="590">
                  <c:v>1114</c:v>
                </c:pt>
                <c:pt idx="591">
                  <c:v>1094</c:v>
                </c:pt>
                <c:pt idx="592">
                  <c:v>780</c:v>
                </c:pt>
                <c:pt idx="593">
                  <c:v>703</c:v>
                </c:pt>
                <c:pt idx="594">
                  <c:v>906</c:v>
                </c:pt>
                <c:pt idx="595">
                  <c:v>1041</c:v>
                </c:pt>
                <c:pt idx="596">
                  <c:v>1254</c:v>
                </c:pt>
                <c:pt idx="597">
                  <c:v>1122</c:v>
                </c:pt>
                <c:pt idx="598">
                  <c:v>910</c:v>
                </c:pt>
                <c:pt idx="599">
                  <c:v>884</c:v>
                </c:pt>
                <c:pt idx="600">
                  <c:v>731</c:v>
                </c:pt>
                <c:pt idx="601">
                  <c:v>824</c:v>
                </c:pt>
                <c:pt idx="602">
                  <c:v>933</c:v>
                </c:pt>
                <c:pt idx="603">
                  <c:v>1194</c:v>
                </c:pt>
                <c:pt idx="604">
                  <c:v>1482</c:v>
                </c:pt>
                <c:pt idx="605">
                  <c:v>1419</c:v>
                </c:pt>
                <c:pt idx="606">
                  <c:v>1233</c:v>
                </c:pt>
                <c:pt idx="607">
                  <c:v>729</c:v>
                </c:pt>
                <c:pt idx="608">
                  <c:v>827</c:v>
                </c:pt>
                <c:pt idx="609">
                  <c:v>1190</c:v>
                </c:pt>
                <c:pt idx="610">
                  <c:v>1054</c:v>
                </c:pt>
                <c:pt idx="611">
                  <c:v>754</c:v>
                </c:pt>
                <c:pt idx="612">
                  <c:v>670</c:v>
                </c:pt>
                <c:pt idx="613">
                  <c:v>778</c:v>
                </c:pt>
                <c:pt idx="614">
                  <c:v>955</c:v>
                </c:pt>
                <c:pt idx="615">
                  <c:v>1175</c:v>
                </c:pt>
                <c:pt idx="616">
                  <c:v>1083</c:v>
                </c:pt>
                <c:pt idx="617">
                  <c:v>951</c:v>
                </c:pt>
                <c:pt idx="618">
                  <c:v>712</c:v>
                </c:pt>
                <c:pt idx="619">
                  <c:v>737</c:v>
                </c:pt>
                <c:pt idx="620">
                  <c:v>782</c:v>
                </c:pt>
                <c:pt idx="621">
                  <c:v>861</c:v>
                </c:pt>
                <c:pt idx="622">
                  <c:v>1177</c:v>
                </c:pt>
                <c:pt idx="623">
                  <c:v>1165</c:v>
                </c:pt>
                <c:pt idx="624">
                  <c:v>1302</c:v>
                </c:pt>
                <c:pt idx="625">
                  <c:v>1631</c:v>
                </c:pt>
                <c:pt idx="626">
                  <c:v>1665</c:v>
                </c:pt>
                <c:pt idx="627">
                  <c:v>1090</c:v>
                </c:pt>
                <c:pt idx="628">
                  <c:v>978</c:v>
                </c:pt>
                <c:pt idx="629">
                  <c:v>852</c:v>
                </c:pt>
                <c:pt idx="630">
                  <c:v>726</c:v>
                </c:pt>
                <c:pt idx="631">
                  <c:v>761</c:v>
                </c:pt>
                <c:pt idx="632">
                  <c:v>737</c:v>
                </c:pt>
                <c:pt idx="633">
                  <c:v>880</c:v>
                </c:pt>
                <c:pt idx="634">
                  <c:v>1141</c:v>
                </c:pt>
                <c:pt idx="635">
                  <c:v>1077</c:v>
                </c:pt>
                <c:pt idx="636">
                  <c:v>825</c:v>
                </c:pt>
                <c:pt idx="637">
                  <c:v>698</c:v>
                </c:pt>
                <c:pt idx="638">
                  <c:v>790</c:v>
                </c:pt>
                <c:pt idx="639">
                  <c:v>845</c:v>
                </c:pt>
                <c:pt idx="640">
                  <c:v>851</c:v>
                </c:pt>
                <c:pt idx="641">
                  <c:v>1065</c:v>
                </c:pt>
                <c:pt idx="642">
                  <c:v>1308</c:v>
                </c:pt>
                <c:pt idx="643">
                  <c:v>1547</c:v>
                </c:pt>
                <c:pt idx="644">
                  <c:v>1728</c:v>
                </c:pt>
                <c:pt idx="645">
                  <c:v>1840</c:v>
                </c:pt>
                <c:pt idx="646">
                  <c:v>2133</c:v>
                </c:pt>
                <c:pt idx="647">
                  <c:v>921</c:v>
                </c:pt>
                <c:pt idx="648">
                  <c:v>823</c:v>
                </c:pt>
                <c:pt idx="649">
                  <c:v>672</c:v>
                </c:pt>
                <c:pt idx="650">
                  <c:v>694</c:v>
                </c:pt>
                <c:pt idx="651">
                  <c:v>662</c:v>
                </c:pt>
                <c:pt idx="652">
                  <c:v>734</c:v>
                </c:pt>
                <c:pt idx="653">
                  <c:v>902</c:v>
                </c:pt>
                <c:pt idx="654">
                  <c:v>835</c:v>
                </c:pt>
                <c:pt idx="655">
                  <c:v>773</c:v>
                </c:pt>
                <c:pt idx="656">
                  <c:v>760</c:v>
                </c:pt>
                <c:pt idx="657">
                  <c:v>841</c:v>
                </c:pt>
                <c:pt idx="658">
                  <c:v>876</c:v>
                </c:pt>
                <c:pt idx="659">
                  <c:v>1048</c:v>
                </c:pt>
                <c:pt idx="660">
                  <c:v>1120</c:v>
                </c:pt>
                <c:pt idx="661">
                  <c:v>1243</c:v>
                </c:pt>
                <c:pt idx="662">
                  <c:v>1088</c:v>
                </c:pt>
                <c:pt idx="663">
                  <c:v>1230</c:v>
                </c:pt>
                <c:pt idx="664">
                  <c:v>1543</c:v>
                </c:pt>
                <c:pt idx="665">
                  <c:v>1529</c:v>
                </c:pt>
                <c:pt idx="666">
                  <c:v>1726</c:v>
                </c:pt>
                <c:pt idx="667">
                  <c:v>881</c:v>
                </c:pt>
                <c:pt idx="668">
                  <c:v>1034</c:v>
                </c:pt>
                <c:pt idx="669">
                  <c:v>1065</c:v>
                </c:pt>
                <c:pt idx="670">
                  <c:v>1182</c:v>
                </c:pt>
                <c:pt idx="671">
                  <c:v>1061</c:v>
                </c:pt>
                <c:pt idx="672">
                  <c:v>839</c:v>
                </c:pt>
                <c:pt idx="673">
                  <c:v>694</c:v>
                </c:pt>
                <c:pt idx="674">
                  <c:v>740</c:v>
                </c:pt>
                <c:pt idx="675">
                  <c:v>681</c:v>
                </c:pt>
                <c:pt idx="676">
                  <c:v>776</c:v>
                </c:pt>
                <c:pt idx="677">
                  <c:v>877</c:v>
                </c:pt>
                <c:pt idx="678">
                  <c:v>873</c:v>
                </c:pt>
                <c:pt idx="679">
                  <c:v>1042</c:v>
                </c:pt>
                <c:pt idx="680">
                  <c:v>996</c:v>
                </c:pt>
                <c:pt idx="681">
                  <c:v>1058</c:v>
                </c:pt>
                <c:pt idx="682">
                  <c:v>1163</c:v>
                </c:pt>
                <c:pt idx="683">
                  <c:v>1402</c:v>
                </c:pt>
                <c:pt idx="684">
                  <c:v>1351</c:v>
                </c:pt>
                <c:pt idx="685">
                  <c:v>1272</c:v>
                </c:pt>
                <c:pt idx="686">
                  <c:v>1239</c:v>
                </c:pt>
                <c:pt idx="687">
                  <c:v>1423</c:v>
                </c:pt>
                <c:pt idx="688">
                  <c:v>1832</c:v>
                </c:pt>
                <c:pt idx="689">
                  <c:v>804</c:v>
                </c:pt>
                <c:pt idx="690">
                  <c:v>1139</c:v>
                </c:pt>
                <c:pt idx="691">
                  <c:v>1063</c:v>
                </c:pt>
                <c:pt idx="692">
                  <c:v>1232</c:v>
                </c:pt>
                <c:pt idx="693">
                  <c:v>1313</c:v>
                </c:pt>
                <c:pt idx="694">
                  <c:v>1062</c:v>
                </c:pt>
                <c:pt idx="695">
                  <c:v>1010</c:v>
                </c:pt>
                <c:pt idx="696">
                  <c:v>808</c:v>
                </c:pt>
                <c:pt idx="697">
                  <c:v>733</c:v>
                </c:pt>
                <c:pt idx="698">
                  <c:v>673</c:v>
                </c:pt>
                <c:pt idx="699">
                  <c:v>746</c:v>
                </c:pt>
                <c:pt idx="700">
                  <c:v>911</c:v>
                </c:pt>
                <c:pt idx="701">
                  <c:v>957</c:v>
                </c:pt>
                <c:pt idx="702">
                  <c:v>990</c:v>
                </c:pt>
                <c:pt idx="703">
                  <c:v>1055</c:v>
                </c:pt>
                <c:pt idx="704">
                  <c:v>1215</c:v>
                </c:pt>
                <c:pt idx="705">
                  <c:v>1408</c:v>
                </c:pt>
                <c:pt idx="706">
                  <c:v>1259</c:v>
                </c:pt>
                <c:pt idx="707">
                  <c:v>1609</c:v>
                </c:pt>
                <c:pt idx="708">
                  <c:v>1933</c:v>
                </c:pt>
                <c:pt idx="709">
                  <c:v>1663</c:v>
                </c:pt>
                <c:pt idx="710">
                  <c:v>1530</c:v>
                </c:pt>
                <c:pt idx="711">
                  <c:v>1364</c:v>
                </c:pt>
                <c:pt idx="712">
                  <c:v>1586</c:v>
                </c:pt>
                <c:pt idx="713">
                  <c:v>778</c:v>
                </c:pt>
                <c:pt idx="714">
                  <c:v>890</c:v>
                </c:pt>
                <c:pt idx="715">
                  <c:v>1247</c:v>
                </c:pt>
                <c:pt idx="716">
                  <c:v>1169</c:v>
                </c:pt>
                <c:pt idx="717">
                  <c:v>1324</c:v>
                </c:pt>
                <c:pt idx="718">
                  <c:v>1330</c:v>
                </c:pt>
                <c:pt idx="719">
                  <c:v>1283</c:v>
                </c:pt>
                <c:pt idx="720">
                  <c:v>1125</c:v>
                </c:pt>
                <c:pt idx="721">
                  <c:v>938</c:v>
                </c:pt>
                <c:pt idx="722">
                  <c:v>737</c:v>
                </c:pt>
                <c:pt idx="723">
                  <c:v>683</c:v>
                </c:pt>
                <c:pt idx="724">
                  <c:v>865</c:v>
                </c:pt>
                <c:pt idx="725">
                  <c:v>979</c:v>
                </c:pt>
                <c:pt idx="726">
                  <c:v>1210</c:v>
                </c:pt>
                <c:pt idx="727">
                  <c:v>1383</c:v>
                </c:pt>
                <c:pt idx="728">
                  <c:v>1537</c:v>
                </c:pt>
                <c:pt idx="729">
                  <c:v>1636</c:v>
                </c:pt>
                <c:pt idx="730">
                  <c:v>1545</c:v>
                </c:pt>
                <c:pt idx="731">
                  <c:v>1522</c:v>
                </c:pt>
                <c:pt idx="732">
                  <c:v>1490</c:v>
                </c:pt>
                <c:pt idx="733">
                  <c:v>1933</c:v>
                </c:pt>
                <c:pt idx="734">
                  <c:v>1978</c:v>
                </c:pt>
                <c:pt idx="735">
                  <c:v>1703</c:v>
                </c:pt>
                <c:pt idx="736">
                  <c:v>1703</c:v>
                </c:pt>
                <c:pt idx="737">
                  <c:v>1802</c:v>
                </c:pt>
                <c:pt idx="738">
                  <c:v>894</c:v>
                </c:pt>
                <c:pt idx="739">
                  <c:v>1140</c:v>
                </c:pt>
                <c:pt idx="740">
                  <c:v>1281</c:v>
                </c:pt>
                <c:pt idx="741">
                  <c:v>1425</c:v>
                </c:pt>
                <c:pt idx="742">
                  <c:v>1287</c:v>
                </c:pt>
                <c:pt idx="743">
                  <c:v>1265</c:v>
                </c:pt>
                <c:pt idx="744">
                  <c:v>1071</c:v>
                </c:pt>
                <c:pt idx="745">
                  <c:v>845</c:v>
                </c:pt>
                <c:pt idx="746">
                  <c:v>694</c:v>
                </c:pt>
                <c:pt idx="747">
                  <c:v>747</c:v>
                </c:pt>
                <c:pt idx="748">
                  <c:v>857</c:v>
                </c:pt>
                <c:pt idx="749">
                  <c:v>1007</c:v>
                </c:pt>
                <c:pt idx="750">
                  <c:v>1385</c:v>
                </c:pt>
                <c:pt idx="751">
                  <c:v>1439</c:v>
                </c:pt>
                <c:pt idx="752">
                  <c:v>1522</c:v>
                </c:pt>
                <c:pt idx="753">
                  <c:v>1636</c:v>
                </c:pt>
                <c:pt idx="754">
                  <c:v>2037</c:v>
                </c:pt>
                <c:pt idx="755">
                  <c:v>2000</c:v>
                </c:pt>
                <c:pt idx="756">
                  <c:v>2055</c:v>
                </c:pt>
                <c:pt idx="757">
                  <c:v>2174</c:v>
                </c:pt>
                <c:pt idx="758">
                  <c:v>2082</c:v>
                </c:pt>
                <c:pt idx="759">
                  <c:v>2094</c:v>
                </c:pt>
                <c:pt idx="760">
                  <c:v>2294</c:v>
                </c:pt>
                <c:pt idx="761">
                  <c:v>2179</c:v>
                </c:pt>
                <c:pt idx="762">
                  <c:v>1196</c:v>
                </c:pt>
                <c:pt idx="763">
                  <c:v>1375</c:v>
                </c:pt>
                <c:pt idx="764">
                  <c:v>1378</c:v>
                </c:pt>
                <c:pt idx="765">
                  <c:v>1203</c:v>
                </c:pt>
                <c:pt idx="766">
                  <c:v>1125</c:v>
                </c:pt>
                <c:pt idx="767">
                  <c:v>969</c:v>
                </c:pt>
                <c:pt idx="768">
                  <c:v>814</c:v>
                </c:pt>
                <c:pt idx="769">
                  <c:v>687</c:v>
                </c:pt>
                <c:pt idx="770">
                  <c:v>707</c:v>
                </c:pt>
                <c:pt idx="771">
                  <c:v>791</c:v>
                </c:pt>
                <c:pt idx="772">
                  <c:v>929</c:v>
                </c:pt>
                <c:pt idx="773">
                  <c:v>1099</c:v>
                </c:pt>
                <c:pt idx="774">
                  <c:v>1426</c:v>
                </c:pt>
                <c:pt idx="775">
                  <c:v>1854</c:v>
                </c:pt>
                <c:pt idx="776">
                  <c:v>2045</c:v>
                </c:pt>
                <c:pt idx="777">
                  <c:v>2237</c:v>
                </c:pt>
                <c:pt idx="778">
                  <c:v>2232</c:v>
                </c:pt>
                <c:pt idx="779">
                  <c:v>2506</c:v>
                </c:pt>
                <c:pt idx="780">
                  <c:v>2739</c:v>
                </c:pt>
                <c:pt idx="781">
                  <c:v>2474</c:v>
                </c:pt>
                <c:pt idx="782">
                  <c:v>2549</c:v>
                </c:pt>
                <c:pt idx="783">
                  <c:v>2652</c:v>
                </c:pt>
                <c:pt idx="784">
                  <c:v>2463</c:v>
                </c:pt>
                <c:pt idx="785">
                  <c:v>1157</c:v>
                </c:pt>
                <c:pt idx="786">
                  <c:v>1318</c:v>
                </c:pt>
                <c:pt idx="787">
                  <c:v>1083</c:v>
                </c:pt>
                <c:pt idx="788">
                  <c:v>938</c:v>
                </c:pt>
                <c:pt idx="789">
                  <c:v>805</c:v>
                </c:pt>
                <c:pt idx="790">
                  <c:v>972</c:v>
                </c:pt>
                <c:pt idx="791">
                  <c:v>814</c:v>
                </c:pt>
                <c:pt idx="792">
                  <c:v>734</c:v>
                </c:pt>
                <c:pt idx="793">
                  <c:v>766</c:v>
                </c:pt>
                <c:pt idx="794">
                  <c:v>1108</c:v>
                </c:pt>
                <c:pt idx="795">
                  <c:v>1083</c:v>
                </c:pt>
                <c:pt idx="796">
                  <c:v>1165</c:v>
                </c:pt>
                <c:pt idx="797">
                  <c:v>1540</c:v>
                </c:pt>
                <c:pt idx="798">
                  <c:v>1544</c:v>
                </c:pt>
                <c:pt idx="799">
                  <c:v>1628</c:v>
                </c:pt>
                <c:pt idx="800">
                  <c:v>1976</c:v>
                </c:pt>
                <c:pt idx="801">
                  <c:v>1327</c:v>
                </c:pt>
                <c:pt idx="802">
                  <c:v>1190</c:v>
                </c:pt>
                <c:pt idx="803">
                  <c:v>1152</c:v>
                </c:pt>
                <c:pt idx="804">
                  <c:v>1092</c:v>
                </c:pt>
                <c:pt idx="805">
                  <c:v>1301</c:v>
                </c:pt>
                <c:pt idx="806">
                  <c:v>1454</c:v>
                </c:pt>
                <c:pt idx="807">
                  <c:v>1211</c:v>
                </c:pt>
                <c:pt idx="808">
                  <c:v>781</c:v>
                </c:pt>
                <c:pt idx="809">
                  <c:v>707</c:v>
                </c:pt>
                <c:pt idx="810">
                  <c:v>919</c:v>
                </c:pt>
                <c:pt idx="811">
                  <c:v>1191</c:v>
                </c:pt>
                <c:pt idx="812">
                  <c:v>1507</c:v>
                </c:pt>
                <c:pt idx="813">
                  <c:v>1273</c:v>
                </c:pt>
                <c:pt idx="814">
                  <c:v>1473</c:v>
                </c:pt>
                <c:pt idx="815">
                  <c:v>1918</c:v>
                </c:pt>
                <c:pt idx="816">
                  <c:v>2155</c:v>
                </c:pt>
                <c:pt idx="817">
                  <c:v>1375</c:v>
                </c:pt>
                <c:pt idx="818">
                  <c:v>1258</c:v>
                </c:pt>
                <c:pt idx="819">
                  <c:v>1311</c:v>
                </c:pt>
                <c:pt idx="820">
                  <c:v>1485</c:v>
                </c:pt>
                <c:pt idx="821">
                  <c:v>1432</c:v>
                </c:pt>
                <c:pt idx="822">
                  <c:v>1175</c:v>
                </c:pt>
                <c:pt idx="823">
                  <c:v>940</c:v>
                </c:pt>
                <c:pt idx="824">
                  <c:v>702</c:v>
                </c:pt>
                <c:pt idx="825">
                  <c:v>767</c:v>
                </c:pt>
                <c:pt idx="826">
                  <c:v>892</c:v>
                </c:pt>
                <c:pt idx="827">
                  <c:v>1096</c:v>
                </c:pt>
                <c:pt idx="828">
                  <c:v>1133</c:v>
                </c:pt>
                <c:pt idx="829">
                  <c:v>1502</c:v>
                </c:pt>
                <c:pt idx="830">
                  <c:v>1773</c:v>
                </c:pt>
                <c:pt idx="831">
                  <c:v>2072</c:v>
                </c:pt>
                <c:pt idx="832">
                  <c:v>1643</c:v>
                </c:pt>
                <c:pt idx="833">
                  <c:v>1591</c:v>
                </c:pt>
                <c:pt idx="834">
                  <c:v>1540</c:v>
                </c:pt>
                <c:pt idx="835">
                  <c:v>1747</c:v>
                </c:pt>
                <c:pt idx="836">
                  <c:v>1645</c:v>
                </c:pt>
                <c:pt idx="837">
                  <c:v>1375</c:v>
                </c:pt>
                <c:pt idx="838">
                  <c:v>1163</c:v>
                </c:pt>
                <c:pt idx="839">
                  <c:v>1113</c:v>
                </c:pt>
                <c:pt idx="840">
                  <c:v>715</c:v>
                </c:pt>
                <c:pt idx="841">
                  <c:v>1184</c:v>
                </c:pt>
                <c:pt idx="842">
                  <c:v>1352</c:v>
                </c:pt>
                <c:pt idx="843">
                  <c:v>1751</c:v>
                </c:pt>
                <c:pt idx="844">
                  <c:v>2011</c:v>
                </c:pt>
                <c:pt idx="845">
                  <c:v>1895</c:v>
                </c:pt>
                <c:pt idx="846">
                  <c:v>2017</c:v>
                </c:pt>
                <c:pt idx="847">
                  <c:v>1767</c:v>
                </c:pt>
                <c:pt idx="848">
                  <c:v>1852</c:v>
                </c:pt>
                <c:pt idx="849">
                  <c:v>1603</c:v>
                </c:pt>
                <c:pt idx="850">
                  <c:v>1460</c:v>
                </c:pt>
                <c:pt idx="851">
                  <c:v>1276</c:v>
                </c:pt>
                <c:pt idx="852">
                  <c:v>1029</c:v>
                </c:pt>
                <c:pt idx="853">
                  <c:v>985</c:v>
                </c:pt>
                <c:pt idx="854">
                  <c:v>1533</c:v>
                </c:pt>
                <c:pt idx="855">
                  <c:v>1518</c:v>
                </c:pt>
                <c:pt idx="856">
                  <c:v>1001</c:v>
                </c:pt>
                <c:pt idx="857">
                  <c:v>841</c:v>
                </c:pt>
                <c:pt idx="858">
                  <c:v>842</c:v>
                </c:pt>
                <c:pt idx="859">
                  <c:v>949</c:v>
                </c:pt>
                <c:pt idx="860">
                  <c:v>1072</c:v>
                </c:pt>
                <c:pt idx="861">
                  <c:v>1335</c:v>
                </c:pt>
                <c:pt idx="862">
                  <c:v>1573</c:v>
                </c:pt>
                <c:pt idx="863">
                  <c:v>1899</c:v>
                </c:pt>
                <c:pt idx="864">
                  <c:v>1959</c:v>
                </c:pt>
                <c:pt idx="865">
                  <c:v>1531</c:v>
                </c:pt>
                <c:pt idx="866">
                  <c:v>1505</c:v>
                </c:pt>
                <c:pt idx="867">
                  <c:v>1842</c:v>
                </c:pt>
                <c:pt idx="868">
                  <c:v>1981</c:v>
                </c:pt>
                <c:pt idx="869">
                  <c:v>2137</c:v>
                </c:pt>
                <c:pt idx="870">
                  <c:v>1834</c:v>
                </c:pt>
                <c:pt idx="871">
                  <c:v>1884</c:v>
                </c:pt>
                <c:pt idx="872">
                  <c:v>1981</c:v>
                </c:pt>
                <c:pt idx="873">
                  <c:v>1649</c:v>
                </c:pt>
                <c:pt idx="874">
                  <c:v>1815</c:v>
                </c:pt>
                <c:pt idx="875">
                  <c:v>2302</c:v>
                </c:pt>
                <c:pt idx="876">
                  <c:v>2367</c:v>
                </c:pt>
                <c:pt idx="877">
                  <c:v>2325</c:v>
                </c:pt>
                <c:pt idx="878">
                  <c:v>788</c:v>
                </c:pt>
                <c:pt idx="879">
                  <c:v>872</c:v>
                </c:pt>
                <c:pt idx="880">
                  <c:v>949</c:v>
                </c:pt>
                <c:pt idx="881">
                  <c:v>1208</c:v>
                </c:pt>
                <c:pt idx="882">
                  <c:v>1376</c:v>
                </c:pt>
                <c:pt idx="883">
                  <c:v>1325</c:v>
                </c:pt>
                <c:pt idx="884">
                  <c:v>1517</c:v>
                </c:pt>
                <c:pt idx="885">
                  <c:v>2019</c:v>
                </c:pt>
                <c:pt idx="886">
                  <c:v>2049</c:v>
                </c:pt>
                <c:pt idx="887">
                  <c:v>2101</c:v>
                </c:pt>
                <c:pt idx="888">
                  <c:v>1916</c:v>
                </c:pt>
                <c:pt idx="889">
                  <c:v>1847</c:v>
                </c:pt>
                <c:pt idx="890">
                  <c:v>1939</c:v>
                </c:pt>
                <c:pt idx="891">
                  <c:v>2094</c:v>
                </c:pt>
                <c:pt idx="892">
                  <c:v>2363</c:v>
                </c:pt>
                <c:pt idx="893">
                  <c:v>2173</c:v>
                </c:pt>
                <c:pt idx="894">
                  <c:v>1959</c:v>
                </c:pt>
                <c:pt idx="895">
                  <c:v>2111</c:v>
                </c:pt>
                <c:pt idx="896">
                  <c:v>1952</c:v>
                </c:pt>
                <c:pt idx="897">
                  <c:v>1894</c:v>
                </c:pt>
                <c:pt idx="898">
                  <c:v>2196</c:v>
                </c:pt>
                <c:pt idx="899">
                  <c:v>2509</c:v>
                </c:pt>
                <c:pt idx="900">
                  <c:v>2532</c:v>
                </c:pt>
                <c:pt idx="901">
                  <c:v>829</c:v>
                </c:pt>
                <c:pt idx="902">
                  <c:v>980</c:v>
                </c:pt>
                <c:pt idx="903">
                  <c:v>898</c:v>
                </c:pt>
                <c:pt idx="904">
                  <c:v>1140</c:v>
                </c:pt>
                <c:pt idx="905">
                  <c:v>1479</c:v>
                </c:pt>
                <c:pt idx="906">
                  <c:v>1606</c:v>
                </c:pt>
                <c:pt idx="907">
                  <c:v>1904</c:v>
                </c:pt>
                <c:pt idx="908">
                  <c:v>1858</c:v>
                </c:pt>
                <c:pt idx="909">
                  <c:v>2265</c:v>
                </c:pt>
                <c:pt idx="910">
                  <c:v>2337</c:v>
                </c:pt>
                <c:pt idx="911">
                  <c:v>2229</c:v>
                </c:pt>
                <c:pt idx="912">
                  <c:v>2219</c:v>
                </c:pt>
                <c:pt idx="913">
                  <c:v>2099</c:v>
                </c:pt>
                <c:pt idx="914">
                  <c:v>2106</c:v>
                </c:pt>
                <c:pt idx="915">
                  <c:v>2281</c:v>
                </c:pt>
                <c:pt idx="916">
                  <c:v>2474</c:v>
                </c:pt>
                <c:pt idx="917">
                  <c:v>2499</c:v>
                </c:pt>
                <c:pt idx="918">
                  <c:v>2254</c:v>
                </c:pt>
                <c:pt idx="919">
                  <c:v>1915</c:v>
                </c:pt>
                <c:pt idx="920">
                  <c:v>2165</c:v>
                </c:pt>
                <c:pt idx="921">
                  <c:v>2043</c:v>
                </c:pt>
                <c:pt idx="922">
                  <c:v>2222</c:v>
                </c:pt>
                <c:pt idx="923">
                  <c:v>2359</c:v>
                </c:pt>
                <c:pt idx="924">
                  <c:v>2846</c:v>
                </c:pt>
                <c:pt idx="925">
                  <c:v>868</c:v>
                </c:pt>
                <c:pt idx="926">
                  <c:v>1177</c:v>
                </c:pt>
                <c:pt idx="927">
                  <c:v>1297</c:v>
                </c:pt>
                <c:pt idx="928">
                  <c:v>1135</c:v>
                </c:pt>
                <c:pt idx="929">
                  <c:v>1252</c:v>
                </c:pt>
                <c:pt idx="930">
                  <c:v>1371</c:v>
                </c:pt>
                <c:pt idx="931">
                  <c:v>1774</c:v>
                </c:pt>
                <c:pt idx="932">
                  <c:v>1630</c:v>
                </c:pt>
                <c:pt idx="933">
                  <c:v>1897</c:v>
                </c:pt>
                <c:pt idx="934">
                  <c:v>2359</c:v>
                </c:pt>
                <c:pt idx="935">
                  <c:v>2341</c:v>
                </c:pt>
                <c:pt idx="936">
                  <c:v>2237</c:v>
                </c:pt>
                <c:pt idx="937">
                  <c:v>2267</c:v>
                </c:pt>
                <c:pt idx="938">
                  <c:v>2397</c:v>
                </c:pt>
                <c:pt idx="939">
                  <c:v>2298</c:v>
                </c:pt>
                <c:pt idx="940">
                  <c:v>2628</c:v>
                </c:pt>
                <c:pt idx="941">
                  <c:v>2417</c:v>
                </c:pt>
                <c:pt idx="942">
                  <c:v>2356</c:v>
                </c:pt>
                <c:pt idx="943">
                  <c:v>2101</c:v>
                </c:pt>
                <c:pt idx="944">
                  <c:v>2446</c:v>
                </c:pt>
                <c:pt idx="945">
                  <c:v>2349</c:v>
                </c:pt>
                <c:pt idx="946">
                  <c:v>2242</c:v>
                </c:pt>
                <c:pt idx="947">
                  <c:v>2384</c:v>
                </c:pt>
                <c:pt idx="948">
                  <c:v>2803</c:v>
                </c:pt>
                <c:pt idx="949">
                  <c:v>3377</c:v>
                </c:pt>
                <c:pt idx="950">
                  <c:v>1068</c:v>
                </c:pt>
                <c:pt idx="951">
                  <c:v>1252</c:v>
                </c:pt>
                <c:pt idx="952">
                  <c:v>1413</c:v>
                </c:pt>
                <c:pt idx="953">
                  <c:v>1415</c:v>
                </c:pt>
                <c:pt idx="954">
                  <c:v>1470</c:v>
                </c:pt>
                <c:pt idx="955">
                  <c:v>1182</c:v>
                </c:pt>
                <c:pt idx="956">
                  <c:v>1456</c:v>
                </c:pt>
                <c:pt idx="957">
                  <c:v>1755</c:v>
                </c:pt>
                <c:pt idx="958">
                  <c:v>1762</c:v>
                </c:pt>
                <c:pt idx="959">
                  <c:v>1784</c:v>
                </c:pt>
                <c:pt idx="960">
                  <c:v>2048</c:v>
                </c:pt>
                <c:pt idx="961">
                  <c:v>2442</c:v>
                </c:pt>
                <c:pt idx="962">
                  <c:v>2694</c:v>
                </c:pt>
                <c:pt idx="963">
                  <c:v>2560</c:v>
                </c:pt>
                <c:pt idx="964">
                  <c:v>2435</c:v>
                </c:pt>
                <c:pt idx="965">
                  <c:v>2723</c:v>
                </c:pt>
                <c:pt idx="966">
                  <c:v>2672</c:v>
                </c:pt>
                <c:pt idx="967">
                  <c:v>2385</c:v>
                </c:pt>
                <c:pt idx="968">
                  <c:v>2394</c:v>
                </c:pt>
                <c:pt idx="969">
                  <c:v>2497</c:v>
                </c:pt>
                <c:pt idx="970">
                  <c:v>2687</c:v>
                </c:pt>
                <c:pt idx="971">
                  <c:v>2585</c:v>
                </c:pt>
                <c:pt idx="972">
                  <c:v>2851</c:v>
                </c:pt>
                <c:pt idx="973">
                  <c:v>2961</c:v>
                </c:pt>
                <c:pt idx="974">
                  <c:v>1186</c:v>
                </c:pt>
                <c:pt idx="975">
                  <c:v>1178</c:v>
                </c:pt>
                <c:pt idx="976">
                  <c:v>1511</c:v>
                </c:pt>
                <c:pt idx="977">
                  <c:v>1722</c:v>
                </c:pt>
                <c:pt idx="978">
                  <c:v>1710</c:v>
                </c:pt>
                <c:pt idx="979">
                  <c:v>1734</c:v>
                </c:pt>
                <c:pt idx="980">
                  <c:v>1357</c:v>
                </c:pt>
                <c:pt idx="981">
                  <c:v>1340</c:v>
                </c:pt>
                <c:pt idx="982">
                  <c:v>1619</c:v>
                </c:pt>
                <c:pt idx="983">
                  <c:v>1805</c:v>
                </c:pt>
                <c:pt idx="984">
                  <c:v>2154</c:v>
                </c:pt>
                <c:pt idx="985">
                  <c:v>2351</c:v>
                </c:pt>
                <c:pt idx="986">
                  <c:v>2397</c:v>
                </c:pt>
                <c:pt idx="987">
                  <c:v>2744</c:v>
                </c:pt>
                <c:pt idx="988">
                  <c:v>2679</c:v>
                </c:pt>
                <c:pt idx="989">
                  <c:v>2835</c:v>
                </c:pt>
                <c:pt idx="990">
                  <c:v>2667</c:v>
                </c:pt>
                <c:pt idx="991">
                  <c:v>2736</c:v>
                </c:pt>
                <c:pt idx="992">
                  <c:v>1293</c:v>
                </c:pt>
                <c:pt idx="993">
                  <c:v>1520</c:v>
                </c:pt>
                <c:pt idx="994">
                  <c:v>1532</c:v>
                </c:pt>
                <c:pt idx="995">
                  <c:v>1638</c:v>
                </c:pt>
                <c:pt idx="996">
                  <c:v>1991</c:v>
                </c:pt>
                <c:pt idx="997">
                  <c:v>1914</c:v>
                </c:pt>
                <c:pt idx="998">
                  <c:v>1607</c:v>
                </c:pt>
                <c:pt idx="999">
                  <c:v>1472</c:v>
                </c:pt>
                <c:pt idx="1000">
                  <c:v>1760</c:v>
                </c:pt>
                <c:pt idx="1001">
                  <c:v>2213</c:v>
                </c:pt>
                <c:pt idx="1002">
                  <c:v>2195</c:v>
                </c:pt>
                <c:pt idx="1003">
                  <c:v>2286</c:v>
                </c:pt>
                <c:pt idx="1004">
                  <c:v>2247</c:v>
                </c:pt>
                <c:pt idx="1005">
                  <c:v>2357</c:v>
                </c:pt>
                <c:pt idx="1006">
                  <c:v>2614</c:v>
                </c:pt>
                <c:pt idx="1007">
                  <c:v>1684</c:v>
                </c:pt>
                <c:pt idx="1008">
                  <c:v>1891</c:v>
                </c:pt>
                <c:pt idx="1009">
                  <c:v>2047</c:v>
                </c:pt>
                <c:pt idx="1010">
                  <c:v>2098</c:v>
                </c:pt>
                <c:pt idx="1011">
                  <c:v>2180</c:v>
                </c:pt>
                <c:pt idx="1012">
                  <c:v>1959</c:v>
                </c:pt>
                <c:pt idx="1013">
                  <c:v>1887</c:v>
                </c:pt>
                <c:pt idx="1014">
                  <c:v>1645</c:v>
                </c:pt>
                <c:pt idx="1015">
                  <c:v>1856</c:v>
                </c:pt>
                <c:pt idx="1016">
                  <c:v>2039</c:v>
                </c:pt>
                <c:pt idx="1017">
                  <c:v>2343</c:v>
                </c:pt>
                <c:pt idx="1018">
                  <c:v>2409</c:v>
                </c:pt>
                <c:pt idx="1019">
                  <c:v>2482</c:v>
                </c:pt>
                <c:pt idx="1020">
                  <c:v>2575</c:v>
                </c:pt>
                <c:pt idx="1021">
                  <c:v>2665</c:v>
                </c:pt>
                <c:pt idx="1022">
                  <c:v>1475</c:v>
                </c:pt>
                <c:pt idx="1023">
                  <c:v>1952</c:v>
                </c:pt>
                <c:pt idx="1024">
                  <c:v>2159</c:v>
                </c:pt>
                <c:pt idx="1025">
                  <c:v>2310</c:v>
                </c:pt>
                <c:pt idx="1026">
                  <c:v>2540</c:v>
                </c:pt>
                <c:pt idx="1027">
                  <c:v>2219</c:v>
                </c:pt>
                <c:pt idx="1028">
                  <c:v>2114</c:v>
                </c:pt>
                <c:pt idx="1029">
                  <c:v>2052</c:v>
                </c:pt>
                <c:pt idx="1030">
                  <c:v>1945</c:v>
                </c:pt>
                <c:pt idx="1031">
                  <c:v>2327</c:v>
                </c:pt>
                <c:pt idx="1032">
                  <c:v>2196</c:v>
                </c:pt>
                <c:pt idx="1033">
                  <c:v>2203</c:v>
                </c:pt>
                <c:pt idx="1034">
                  <c:v>2488</c:v>
                </c:pt>
                <c:pt idx="1035">
                  <c:v>2604</c:v>
                </c:pt>
                <c:pt idx="1036">
                  <c:v>1485</c:v>
                </c:pt>
                <c:pt idx="1037">
                  <c:v>1764</c:v>
                </c:pt>
                <c:pt idx="1038">
                  <c:v>2073</c:v>
                </c:pt>
                <c:pt idx="1039">
                  <c:v>2203</c:v>
                </c:pt>
                <c:pt idx="1040">
                  <c:v>2253</c:v>
                </c:pt>
                <c:pt idx="1041">
                  <c:v>2612</c:v>
                </c:pt>
                <c:pt idx="1042">
                  <c:v>2254</c:v>
                </c:pt>
                <c:pt idx="1043">
                  <c:v>2296</c:v>
                </c:pt>
                <c:pt idx="1044">
                  <c:v>2070</c:v>
                </c:pt>
                <c:pt idx="1045">
                  <c:v>2238</c:v>
                </c:pt>
                <c:pt idx="1046">
                  <c:v>2591</c:v>
                </c:pt>
                <c:pt idx="1047">
                  <c:v>2492</c:v>
                </c:pt>
                <c:pt idx="1048">
                  <c:v>2624</c:v>
                </c:pt>
                <c:pt idx="1049">
                  <c:v>2692</c:v>
                </c:pt>
                <c:pt idx="1050">
                  <c:v>1984</c:v>
                </c:pt>
                <c:pt idx="1051">
                  <c:v>1883</c:v>
                </c:pt>
                <c:pt idx="1052">
                  <c:v>1965</c:v>
                </c:pt>
                <c:pt idx="1053">
                  <c:v>2168</c:v>
                </c:pt>
                <c:pt idx="1054">
                  <c:v>2255</c:v>
                </c:pt>
                <c:pt idx="1055">
                  <c:v>2483</c:v>
                </c:pt>
                <c:pt idx="1056">
                  <c:v>2770</c:v>
                </c:pt>
                <c:pt idx="1057">
                  <c:v>2316</c:v>
                </c:pt>
                <c:pt idx="1058">
                  <c:v>2470</c:v>
                </c:pt>
                <c:pt idx="1059">
                  <c:v>2327</c:v>
                </c:pt>
                <c:pt idx="1060">
                  <c:v>2306</c:v>
                </c:pt>
                <c:pt idx="1061">
                  <c:v>2608</c:v>
                </c:pt>
                <c:pt idx="1062">
                  <c:v>2266</c:v>
                </c:pt>
                <c:pt idx="1063">
                  <c:v>2113</c:v>
                </c:pt>
                <c:pt idx="1064">
                  <c:v>2303</c:v>
                </c:pt>
                <c:pt idx="1065">
                  <c:v>2250</c:v>
                </c:pt>
                <c:pt idx="1066">
                  <c:v>2544</c:v>
                </c:pt>
                <c:pt idx="1067">
                  <c:v>2488</c:v>
                </c:pt>
                <c:pt idx="1068">
                  <c:v>2740</c:v>
                </c:pt>
                <c:pt idx="1069">
                  <c:v>2848</c:v>
                </c:pt>
                <c:pt idx="1070">
                  <c:v>2638</c:v>
                </c:pt>
                <c:pt idx="1071">
                  <c:v>2371</c:v>
                </c:pt>
                <c:pt idx="1072">
                  <c:v>2525</c:v>
                </c:pt>
                <c:pt idx="1073">
                  <c:v>1935</c:v>
                </c:pt>
                <c:pt idx="1074">
                  <c:v>2181</c:v>
                </c:pt>
                <c:pt idx="1075">
                  <c:v>2413</c:v>
                </c:pt>
                <c:pt idx="1076">
                  <c:v>2731</c:v>
                </c:pt>
                <c:pt idx="1077">
                  <c:v>2590</c:v>
                </c:pt>
                <c:pt idx="1078">
                  <c:v>2853</c:v>
                </c:pt>
                <c:pt idx="1079">
                  <c:v>2902</c:v>
                </c:pt>
                <c:pt idx="1080">
                  <c:v>3031</c:v>
                </c:pt>
                <c:pt idx="1081">
                  <c:v>2799</c:v>
                </c:pt>
                <c:pt idx="1082">
                  <c:v>2672</c:v>
                </c:pt>
                <c:pt idx="1083">
                  <c:v>1885</c:v>
                </c:pt>
                <c:pt idx="1084">
                  <c:v>1907</c:v>
                </c:pt>
                <c:pt idx="1085">
                  <c:v>1865</c:v>
                </c:pt>
                <c:pt idx="1086">
                  <c:v>2031</c:v>
                </c:pt>
                <c:pt idx="1087">
                  <c:v>2335</c:v>
                </c:pt>
                <c:pt idx="1088">
                  <c:v>2412</c:v>
                </c:pt>
                <c:pt idx="1089">
                  <c:v>2572</c:v>
                </c:pt>
                <c:pt idx="1090">
                  <c:v>2986</c:v>
                </c:pt>
                <c:pt idx="1091">
                  <c:v>1704</c:v>
                </c:pt>
                <c:pt idx="1092">
                  <c:v>1991</c:v>
                </c:pt>
                <c:pt idx="1093">
                  <c:v>2191</c:v>
                </c:pt>
                <c:pt idx="1094">
                  <c:v>2245</c:v>
                </c:pt>
                <c:pt idx="1095">
                  <c:v>2472</c:v>
                </c:pt>
                <c:pt idx="1096">
                  <c:v>2793</c:v>
                </c:pt>
                <c:pt idx="1097">
                  <c:v>2008</c:v>
                </c:pt>
                <c:pt idx="1098">
                  <c:v>1930</c:v>
                </c:pt>
                <c:pt idx="1099">
                  <c:v>2224</c:v>
                </c:pt>
                <c:pt idx="1100">
                  <c:v>2672</c:v>
                </c:pt>
                <c:pt idx="1101">
                  <c:v>2564</c:v>
                </c:pt>
                <c:pt idx="1102">
                  <c:v>2852</c:v>
                </c:pt>
                <c:pt idx="1103">
                  <c:v>2419</c:v>
                </c:pt>
                <c:pt idx="1104">
                  <c:v>2290</c:v>
                </c:pt>
                <c:pt idx="1105">
                  <c:v>2476</c:v>
                </c:pt>
                <c:pt idx="1106">
                  <c:v>2651</c:v>
                </c:pt>
                <c:pt idx="1107">
                  <c:v>3055</c:v>
                </c:pt>
                <c:pt idx="1108">
                  <c:v>2872</c:v>
                </c:pt>
                <c:pt idx="1109">
                  <c:v>2585</c:v>
                </c:pt>
                <c:pt idx="1110">
                  <c:v>2928</c:v>
                </c:pt>
                <c:pt idx="1111">
                  <c:v>2157</c:v>
                </c:pt>
                <c:pt idx="1112">
                  <c:v>1942</c:v>
                </c:pt>
                <c:pt idx="1113">
                  <c:v>1721</c:v>
                </c:pt>
                <c:pt idx="1114">
                  <c:v>1527</c:v>
                </c:pt>
                <c:pt idx="1115">
                  <c:v>1356</c:v>
                </c:pt>
                <c:pt idx="1116">
                  <c:v>1265</c:v>
                </c:pt>
                <c:pt idx="1117">
                  <c:v>1176</c:v>
                </c:pt>
                <c:pt idx="1118">
                  <c:v>817</c:v>
                </c:pt>
                <c:pt idx="1119">
                  <c:v>2116</c:v>
                </c:pt>
                <c:pt idx="1120">
                  <c:v>2102</c:v>
                </c:pt>
                <c:pt idx="1121">
                  <c:v>1946</c:v>
                </c:pt>
                <c:pt idx="1122">
                  <c:v>1563</c:v>
                </c:pt>
                <c:pt idx="1123">
                  <c:v>1412</c:v>
                </c:pt>
                <c:pt idx="1124">
                  <c:v>1136</c:v>
                </c:pt>
                <c:pt idx="1125">
                  <c:v>1195</c:v>
                </c:pt>
                <c:pt idx="1126">
                  <c:v>978</c:v>
                </c:pt>
                <c:pt idx="1127">
                  <c:v>878</c:v>
                </c:pt>
                <c:pt idx="1128">
                  <c:v>2202</c:v>
                </c:pt>
                <c:pt idx="1129">
                  <c:v>1743</c:v>
                </c:pt>
                <c:pt idx="1130">
                  <c:v>1617</c:v>
                </c:pt>
                <c:pt idx="1131">
                  <c:v>1388</c:v>
                </c:pt>
                <c:pt idx="1132">
                  <c:v>1466</c:v>
                </c:pt>
                <c:pt idx="1133">
                  <c:v>1590</c:v>
                </c:pt>
                <c:pt idx="1134">
                  <c:v>1512</c:v>
                </c:pt>
                <c:pt idx="1135">
                  <c:v>1239</c:v>
                </c:pt>
                <c:pt idx="1136">
                  <c:v>1131</c:v>
                </c:pt>
                <c:pt idx="1137">
                  <c:v>1201</c:v>
                </c:pt>
                <c:pt idx="1138">
                  <c:v>1061</c:v>
                </c:pt>
                <c:pt idx="1139">
                  <c:v>1966</c:v>
                </c:pt>
                <c:pt idx="1140">
                  <c:v>1832</c:v>
                </c:pt>
                <c:pt idx="1141">
                  <c:v>1711</c:v>
                </c:pt>
                <c:pt idx="1142">
                  <c:v>1610</c:v>
                </c:pt>
                <c:pt idx="1143">
                  <c:v>1791</c:v>
                </c:pt>
                <c:pt idx="1144">
                  <c:v>1593</c:v>
                </c:pt>
                <c:pt idx="1145">
                  <c:v>1564</c:v>
                </c:pt>
                <c:pt idx="1146">
                  <c:v>1472</c:v>
                </c:pt>
                <c:pt idx="1147">
                  <c:v>1320</c:v>
                </c:pt>
              </c:numCache>
            </c:numRef>
          </c:yVal>
          <c:smooth val="0"/>
          <c:extLst>
            <c:ext xmlns:c16="http://schemas.microsoft.com/office/drawing/2014/chart" uri="{C3380CC4-5D6E-409C-BE32-E72D297353CC}">
              <c16:uniqueId val="{00000001-50B5-4694-959A-2345673B257C}"/>
            </c:ext>
          </c:extLst>
        </c:ser>
        <c:dLbls>
          <c:showLegendKey val="0"/>
          <c:showVal val="0"/>
          <c:showCatName val="0"/>
          <c:showSerName val="0"/>
          <c:showPercent val="0"/>
          <c:showBubbleSize val="0"/>
        </c:dLbls>
        <c:axId val="53234319"/>
        <c:axId val="2086425791"/>
      </c:scatterChart>
      <c:valAx>
        <c:axId val="2086425791"/>
        <c:scaling>
          <c:orientation val="minMax"/>
          <c:max val="3500"/>
        </c:scaling>
        <c:delete val="0"/>
        <c:axPos val="l"/>
        <c:majorGridlines>
          <c:spPr>
            <a:ln w="9528" cap="flat" cmpd="sng" algn="ctr">
              <a:solidFill>
                <a:srgbClr val="D9D9D9"/>
              </a:solidFill>
              <a:prstDash val="solid"/>
              <a:round/>
            </a:ln>
            <a:effectLst/>
          </c:spPr>
        </c:majorGridlines>
        <c:title>
          <c:tx>
            <c:rich>
              <a:bodyPr rot="-540000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r>
                  <a:rPr lang="en-GB" sz="1400" b="1" i="0" u="none" strike="noStrike" kern="1200" cap="none" spc="0" baseline="0">
                    <a:solidFill>
                      <a:srgbClr val="595959"/>
                    </a:solidFill>
                    <a:uFillTx/>
                    <a:latin typeface="Calibri"/>
                  </a:rPr>
                  <a:t>Elevation</a:t>
                </a:r>
              </a:p>
            </c:rich>
          </c:tx>
          <c:overlay val="0"/>
          <c:spPr>
            <a:noFill/>
            <a:ln>
              <a:noFill/>
            </a:ln>
            <a:effectLst/>
          </c:spPr>
          <c:txPr>
            <a:bodyPr rot="-540000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endParaRPr lang="en-PK"/>
            </a:p>
          </c:txPr>
        </c:title>
        <c:numFmt formatCode="General" sourceLinked="1"/>
        <c:majorTickMark val="none"/>
        <c:minorTickMark val="none"/>
        <c:tickLblPos val="nextTo"/>
        <c:spPr>
          <a:noFill/>
          <a:ln w="9528" cap="flat" cmpd="sng" algn="ctr">
            <a:solidFill>
              <a:srgbClr val="BFBFBF"/>
            </a:solidFill>
            <a:prstDash val="solid"/>
            <a:round/>
          </a:ln>
          <a:effectLst/>
        </c:spPr>
        <c:txPr>
          <a:bodyPr rot="-60000000" spcFirstLastPara="1" vertOverflow="ellipsis" vert="horz" wrap="square" lIns="0" tIns="0" rIns="0" bIns="0" anchor="ctr" anchorCtr="1"/>
          <a:lstStyle/>
          <a:p>
            <a:pPr marL="0" marR="0" indent="0" defTabSz="914400" fontAlgn="auto" hangingPunct="1">
              <a:lnSpc>
                <a:spcPct val="100000"/>
              </a:lnSpc>
              <a:spcBef>
                <a:spcPts val="0"/>
              </a:spcBef>
              <a:spcAft>
                <a:spcPts val="0"/>
              </a:spcAft>
              <a:tabLst/>
              <a:defRPr lang="en-US" sz="1200" b="0" i="0" u="none" strike="noStrike" kern="1200" baseline="0">
                <a:solidFill>
                  <a:srgbClr val="595959"/>
                </a:solidFill>
                <a:latin typeface="Calibri"/>
                <a:ea typeface="+mn-ea"/>
                <a:cs typeface="+mn-cs"/>
              </a:defRPr>
            </a:pPr>
            <a:endParaRPr lang="en-PK"/>
          </a:p>
        </c:txPr>
        <c:crossAx val="53234319"/>
        <c:crosses val="autoZero"/>
        <c:crossBetween val="midCat"/>
      </c:valAx>
      <c:valAx>
        <c:axId val="53234319"/>
        <c:scaling>
          <c:orientation val="minMax"/>
          <c:max val="40"/>
          <c:min val="15"/>
        </c:scaling>
        <c:delete val="0"/>
        <c:axPos val="b"/>
        <c:majorGridlines>
          <c:spPr>
            <a:ln w="9528" cap="flat" cmpd="sng" algn="ctr">
              <a:solidFill>
                <a:srgbClr val="D9D9D9"/>
              </a:solidFill>
              <a:prstDash val="solid"/>
              <a:round/>
            </a:ln>
            <a:effectLst/>
          </c:spPr>
        </c:majorGridlines>
        <c:title>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r>
                  <a:rPr lang="en-GB" sz="1400" b="1" i="0" u="none" strike="noStrike" kern="1200" cap="none" spc="0" baseline="0">
                    <a:solidFill>
                      <a:srgbClr val="595959"/>
                    </a:solidFill>
                    <a:uFillTx/>
                    <a:latin typeface="Calibri"/>
                  </a:rPr>
                  <a:t>LST</a:t>
                </a:r>
              </a:p>
            </c:rich>
          </c:tx>
          <c:overlay val="0"/>
          <c:spPr>
            <a:noFill/>
            <a:ln>
              <a:noFill/>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endParaRPr lang="en-PK"/>
            </a:p>
          </c:txPr>
        </c:title>
        <c:numFmt formatCode="0.0" sourceLinked="1"/>
        <c:majorTickMark val="none"/>
        <c:minorTickMark val="none"/>
        <c:tickLblPos val="nextTo"/>
        <c:spPr>
          <a:noFill/>
          <a:ln w="9528" cap="flat" cmpd="sng" algn="ctr">
            <a:solidFill>
              <a:srgbClr val="BFBFBF"/>
            </a:solidFill>
            <a:prstDash val="solid"/>
            <a:round/>
          </a:ln>
          <a:effectLst/>
        </c:spPr>
        <c:txPr>
          <a:bodyPr rot="-60000000" spcFirstLastPara="1" vertOverflow="ellipsis" vert="horz" wrap="square" lIns="0" tIns="0" rIns="0" bIns="0" anchor="ctr" anchorCtr="1"/>
          <a:lstStyle/>
          <a:p>
            <a:pPr marL="0" marR="0" indent="0" defTabSz="914400" fontAlgn="auto" hangingPunct="1">
              <a:lnSpc>
                <a:spcPct val="100000"/>
              </a:lnSpc>
              <a:spcBef>
                <a:spcPts val="0"/>
              </a:spcBef>
              <a:spcAft>
                <a:spcPts val="0"/>
              </a:spcAft>
              <a:tabLst/>
              <a:defRPr lang="en-US" sz="1200" b="0" i="0" u="none" strike="noStrike" kern="1200" baseline="0">
                <a:solidFill>
                  <a:srgbClr val="595959"/>
                </a:solidFill>
                <a:latin typeface="Calibri"/>
                <a:ea typeface="+mn-ea"/>
                <a:cs typeface="+mn-cs"/>
              </a:defRPr>
            </a:pPr>
            <a:endParaRPr lang="en-PK"/>
          </a:p>
        </c:txPr>
        <c:crossAx val="2086425791"/>
        <c:crosses val="autoZero"/>
        <c:crossBetween val="midCat"/>
      </c:valAx>
      <c:spPr>
        <a:noFill/>
        <a:ln w="12701">
          <a:solidFill>
            <a:srgbClr val="D9D9D9"/>
          </a:solidFill>
          <a:prstDash val="solid"/>
        </a:ln>
        <a:effectLst/>
      </c:spPr>
    </c:plotArea>
    <c:plotVisOnly val="1"/>
    <c:dispBlanksAs val="gap"/>
    <c:showDLblsOverMax val="0"/>
  </c:chart>
  <c:spPr>
    <a:solidFill>
      <a:srgbClr val="FFFFFF"/>
    </a:solidFill>
    <a:ln w="9528" cap="flat" cmpd="sng" algn="ctr">
      <a:solidFill>
        <a:sysClr val="windowText" lastClr="000000"/>
      </a:solidFill>
      <a:prstDash val="solid"/>
      <a:round/>
    </a:ln>
    <a:effectLst/>
  </c:spPr>
  <c:txPr>
    <a:bodyPr lIns="0" tIns="0" rIns="0" bIns="0"/>
    <a:lstStyle/>
    <a:p>
      <a:pPr marL="0" marR="0" indent="0" defTabSz="914400" fontAlgn="auto" hangingPunct="1">
        <a:lnSpc>
          <a:spcPct val="100000"/>
        </a:lnSpc>
        <a:spcBef>
          <a:spcPts val="0"/>
        </a:spcBef>
        <a:spcAft>
          <a:spcPts val="0"/>
        </a:spcAft>
        <a:tabLst/>
        <a:defRPr lang="en-US" sz="1000" b="0" i="0" u="none" strike="noStrike" kern="1200" baseline="0">
          <a:solidFill>
            <a:srgbClr val="000000"/>
          </a:solidFill>
          <a:latin typeface="Calibri"/>
        </a:defRPr>
      </a:pPr>
      <a:endParaRPr lang="en-PK"/>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0" i="0" u="none" strike="noStrike" kern="1200" spc="0" baseline="0">
                <a:solidFill>
                  <a:srgbClr val="595959"/>
                </a:solidFill>
                <a:latin typeface="Calibri"/>
                <a:ea typeface="+mn-ea"/>
                <a:cs typeface="+mn-cs"/>
              </a:defRPr>
            </a:pPr>
            <a:r>
              <a:rPr lang="en-GB" sz="1400" b="1" i="0" u="none" strike="noStrike" kern="1200" cap="none" spc="0" baseline="0">
                <a:solidFill>
                  <a:srgbClr val="595959"/>
                </a:solidFill>
                <a:uFillTx/>
                <a:latin typeface="Calibri"/>
              </a:rPr>
              <a:t>LST and Hilshade</a:t>
            </a:r>
          </a:p>
        </c:rich>
      </c:tx>
      <c:overlay val="0"/>
      <c:spPr>
        <a:noFill/>
        <a:ln>
          <a:noFill/>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0" i="0" u="none" strike="noStrike" kern="1200" spc="0" baseline="0">
              <a:solidFill>
                <a:srgbClr val="595959"/>
              </a:solidFill>
              <a:latin typeface="Calibri"/>
              <a:ea typeface="+mn-ea"/>
              <a:cs typeface="+mn-cs"/>
            </a:defRPr>
          </a:pPr>
          <a:endParaRPr lang="en-PK"/>
        </a:p>
      </c:txPr>
    </c:title>
    <c:autoTitleDeleted val="0"/>
    <c:plotArea>
      <c:layout/>
      <c:scatterChart>
        <c:scatterStyle val="lineMarker"/>
        <c:varyColors val="0"/>
        <c:ser>
          <c:idx val="0"/>
          <c:order val="0"/>
          <c:tx>
            <c:strRef>
              <c:f>Topography!$E$1</c:f>
              <c:strCache>
                <c:ptCount val="1"/>
                <c:pt idx="0">
                  <c:v>Hilshade</c:v>
                </c:pt>
              </c:strCache>
            </c:strRef>
          </c:tx>
          <c:spPr>
            <a:ln w="19050" cap="rnd" cmpd="sng" algn="ctr">
              <a:noFill/>
              <a:prstDash val="solid"/>
              <a:round/>
            </a:ln>
            <a:effectLst/>
          </c:spPr>
          <c:marker>
            <c:symbol val="circle"/>
            <c:size val="5"/>
            <c:spPr>
              <a:solidFill>
                <a:schemeClr val="dk1">
                  <a:tint val="88500"/>
                </a:schemeClr>
              </a:solidFill>
              <a:ln w="6350" cap="flat" cmpd="sng" algn="ctr">
                <a:solidFill>
                  <a:schemeClr val="dk1">
                    <a:tint val="88500"/>
                  </a:schemeClr>
                </a:solidFill>
                <a:prstDash val="solid"/>
                <a:round/>
              </a:ln>
              <a:effectLst/>
            </c:spPr>
          </c:marker>
          <c:trendline>
            <c:spPr>
              <a:ln w="19046" cap="rnd" cmpd="sng" algn="ctr">
                <a:solidFill>
                  <a:srgbClr val="000000"/>
                </a:solidFill>
                <a:custDash>
                  <a:ds d="200000" sp="0"/>
                </a:custDash>
                <a:round/>
              </a:ln>
              <a:effectLst/>
            </c:spPr>
            <c:trendlineType val="linear"/>
            <c:intercept val="0"/>
            <c:dispRSqr val="1"/>
            <c:dispEq val="1"/>
            <c:trendlineLbl>
              <c:layout>
                <c:manualLayout>
                  <c:x val="-0.51127247682018062"/>
                  <c:y val="0.40260155880176279"/>
                </c:manualLayout>
              </c:layout>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900" b="0" i="0" u="none" strike="noStrike" kern="1200" baseline="0">
                        <a:solidFill>
                          <a:srgbClr val="595959"/>
                        </a:solidFill>
                        <a:latin typeface="Calibri"/>
                        <a:ea typeface="+mn-ea"/>
                        <a:cs typeface="+mn-cs"/>
                      </a:defRPr>
                    </a:pPr>
                    <a:r>
                      <a:rPr lang="en-US" sz="900" b="0" i="0" u="none" strike="noStrike" kern="1200" cap="none" spc="0" baseline="0">
                        <a:solidFill>
                          <a:srgbClr val="595959"/>
                        </a:solidFill>
                        <a:uFillTx/>
                        <a:latin typeface="Calibri"/>
                      </a:rPr>
                      <a:t>y = -4.205x + 308.45</a:t>
                    </a:r>
                    <a:br>
                      <a:rPr lang="en-US" sz="900" b="0" i="0" u="none" strike="noStrike" kern="1200" cap="none" spc="0" baseline="0">
                        <a:solidFill>
                          <a:srgbClr val="595959"/>
                        </a:solidFill>
                        <a:uFillTx/>
                        <a:latin typeface="Calibri"/>
                      </a:rPr>
                    </a:br>
                    <a:r>
                      <a:rPr lang="en-US" sz="900" b="0" i="0" u="none" strike="noStrike" kern="1200" cap="none" spc="0" baseline="0">
                        <a:solidFill>
                          <a:srgbClr val="595959"/>
                        </a:solidFill>
                        <a:uFillTx/>
                        <a:latin typeface="Calibri"/>
                      </a:rPr>
                      <a:t>R² = 0.396</a:t>
                    </a:r>
                  </a:p>
                </c:rich>
              </c:tx>
              <c:numFmt formatCode="General" sourceLinked="0"/>
              <c:spPr>
                <a:solidFill>
                  <a:srgbClr val="FFFFFF"/>
                </a:solidFill>
                <a:ln w="9528">
                  <a:solidFill>
                    <a:srgbClr val="A6A6A6"/>
                  </a:solidFill>
                  <a:prstDash val="solid"/>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900" b="0" i="0" u="none" strike="noStrike" kern="1200" baseline="0">
                      <a:solidFill>
                        <a:srgbClr val="595959"/>
                      </a:solidFill>
                      <a:latin typeface="Calibri"/>
                      <a:ea typeface="+mn-ea"/>
                      <a:cs typeface="+mn-cs"/>
                    </a:defRPr>
                  </a:pPr>
                  <a:endParaRPr lang="en-PK"/>
                </a:p>
              </c:txPr>
            </c:trendlineLbl>
          </c:trendline>
          <c:xVal>
            <c:numRef>
              <c:f>Topography!$A$2:$A$1149</c:f>
              <c:numCache>
                <c:formatCode>0.0</c:formatCode>
                <c:ptCount val="1148"/>
                <c:pt idx="0">
                  <c:v>23.096071999999999</c:v>
                </c:pt>
                <c:pt idx="1">
                  <c:v>40</c:v>
                </c:pt>
                <c:pt idx="2">
                  <c:v>28.760905999999999</c:v>
                </c:pt>
                <c:pt idx="3">
                  <c:v>27.261009000000001</c:v>
                </c:pt>
                <c:pt idx="4">
                  <c:v>26.670926999999999</c:v>
                </c:pt>
                <c:pt idx="5">
                  <c:v>24.426500000000001</c:v>
                </c:pt>
                <c:pt idx="6">
                  <c:v>26.895399000000001</c:v>
                </c:pt>
                <c:pt idx="7">
                  <c:v>30.927173</c:v>
                </c:pt>
                <c:pt idx="8">
                  <c:v>27.385362000000001</c:v>
                </c:pt>
                <c:pt idx="9">
                  <c:v>25.835466</c:v>
                </c:pt>
                <c:pt idx="10">
                  <c:v>29.640557999999999</c:v>
                </c:pt>
                <c:pt idx="11">
                  <c:v>27.236080999999999</c:v>
                </c:pt>
                <c:pt idx="12">
                  <c:v>28.703662999999999</c:v>
                </c:pt>
                <c:pt idx="13">
                  <c:v>30.569474</c:v>
                </c:pt>
                <c:pt idx="14">
                  <c:v>33.291998</c:v>
                </c:pt>
                <c:pt idx="15">
                  <c:v>30.719045999999999</c:v>
                </c:pt>
                <c:pt idx="16">
                  <c:v>26.6692</c:v>
                </c:pt>
                <c:pt idx="17">
                  <c:v>29.025089999999999</c:v>
                </c:pt>
                <c:pt idx="18">
                  <c:v>29.547906000000001</c:v>
                </c:pt>
                <c:pt idx="19">
                  <c:v>26.764655000000001</c:v>
                </c:pt>
                <c:pt idx="20">
                  <c:v>28.524614</c:v>
                </c:pt>
                <c:pt idx="21">
                  <c:v>27.969474000000002</c:v>
                </c:pt>
                <c:pt idx="22">
                  <c:v>31.938476000000001</c:v>
                </c:pt>
                <c:pt idx="23">
                  <c:v>31.102167000000001</c:v>
                </c:pt>
                <c:pt idx="24">
                  <c:v>27.853117999999998</c:v>
                </c:pt>
                <c:pt idx="25">
                  <c:v>32.760373000000001</c:v>
                </c:pt>
                <c:pt idx="26">
                  <c:v>26.833839999999999</c:v>
                </c:pt>
                <c:pt idx="27">
                  <c:v>29.333725000000001</c:v>
                </c:pt>
                <c:pt idx="28">
                  <c:v>25.843088000000002</c:v>
                </c:pt>
                <c:pt idx="29">
                  <c:v>30.363023999999999</c:v>
                </c:pt>
                <c:pt idx="30">
                  <c:v>29.485681</c:v>
                </c:pt>
                <c:pt idx="31">
                  <c:v>30.062100999999998</c:v>
                </c:pt>
                <c:pt idx="32">
                  <c:v>27.820948999999999</c:v>
                </c:pt>
                <c:pt idx="33">
                  <c:v>28.497197</c:v>
                </c:pt>
                <c:pt idx="34">
                  <c:v>27.933620000000001</c:v>
                </c:pt>
                <c:pt idx="35">
                  <c:v>34.951473999999997</c:v>
                </c:pt>
                <c:pt idx="36">
                  <c:v>33.290627999999998</c:v>
                </c:pt>
                <c:pt idx="37">
                  <c:v>30.385968999999999</c:v>
                </c:pt>
                <c:pt idx="38">
                  <c:v>30.044568999999999</c:v>
                </c:pt>
                <c:pt idx="39">
                  <c:v>31.760629000000002</c:v>
                </c:pt>
                <c:pt idx="40">
                  <c:v>28.334137999999999</c:v>
                </c:pt>
                <c:pt idx="41">
                  <c:v>31.041896999999999</c:v>
                </c:pt>
                <c:pt idx="42">
                  <c:v>30.092559000000001</c:v>
                </c:pt>
                <c:pt idx="43">
                  <c:v>31.840561000000001</c:v>
                </c:pt>
                <c:pt idx="44">
                  <c:v>27.939409999999999</c:v>
                </c:pt>
                <c:pt idx="45">
                  <c:v>28.267868</c:v>
                </c:pt>
                <c:pt idx="46">
                  <c:v>28.846557000000001</c:v>
                </c:pt>
                <c:pt idx="47">
                  <c:v>25.144786</c:v>
                </c:pt>
                <c:pt idx="48">
                  <c:v>26.354624000000001</c:v>
                </c:pt>
                <c:pt idx="49">
                  <c:v>29.707114000000001</c:v>
                </c:pt>
                <c:pt idx="50">
                  <c:v>31.645394</c:v>
                </c:pt>
                <c:pt idx="51">
                  <c:v>28.806781999999998</c:v>
                </c:pt>
                <c:pt idx="52">
                  <c:v>29.774524</c:v>
                </c:pt>
                <c:pt idx="53">
                  <c:v>28.822009000000001</c:v>
                </c:pt>
                <c:pt idx="54">
                  <c:v>31.729700999999999</c:v>
                </c:pt>
                <c:pt idx="55">
                  <c:v>30.989739</c:v>
                </c:pt>
                <c:pt idx="56">
                  <c:v>31.775943000000002</c:v>
                </c:pt>
                <c:pt idx="57">
                  <c:v>34.979030000000002</c:v>
                </c:pt>
                <c:pt idx="58">
                  <c:v>28.864128999999998</c:v>
                </c:pt>
                <c:pt idx="59">
                  <c:v>25.008406999999998</c:v>
                </c:pt>
                <c:pt idx="60">
                  <c:v>27.128219000000001</c:v>
                </c:pt>
                <c:pt idx="61">
                  <c:v>28.413112000000002</c:v>
                </c:pt>
                <c:pt idx="62">
                  <c:v>30.278956000000001</c:v>
                </c:pt>
                <c:pt idx="63">
                  <c:v>34.258808999999999</c:v>
                </c:pt>
                <c:pt idx="64">
                  <c:v>30.495647999999999</c:v>
                </c:pt>
                <c:pt idx="65">
                  <c:v>27.942011000000001</c:v>
                </c:pt>
                <c:pt idx="66">
                  <c:v>30.858086</c:v>
                </c:pt>
                <c:pt idx="67">
                  <c:v>30.123376</c:v>
                </c:pt>
                <c:pt idx="68">
                  <c:v>26.966540999999999</c:v>
                </c:pt>
                <c:pt idx="69">
                  <c:v>31.009602999999998</c:v>
                </c:pt>
                <c:pt idx="70">
                  <c:v>31.516795999999999</c:v>
                </c:pt>
                <c:pt idx="71">
                  <c:v>28.087969999999999</c:v>
                </c:pt>
                <c:pt idx="72">
                  <c:v>29.824769</c:v>
                </c:pt>
                <c:pt idx="73">
                  <c:v>30.418099000000002</c:v>
                </c:pt>
                <c:pt idx="74">
                  <c:v>29.396557999999999</c:v>
                </c:pt>
                <c:pt idx="75">
                  <c:v>30.297832</c:v>
                </c:pt>
                <c:pt idx="76">
                  <c:v>29.403908999999999</c:v>
                </c:pt>
                <c:pt idx="77">
                  <c:v>28.508239</c:v>
                </c:pt>
                <c:pt idx="78">
                  <c:v>31.063030999999999</c:v>
                </c:pt>
                <c:pt idx="79">
                  <c:v>29.780336999999999</c:v>
                </c:pt>
                <c:pt idx="80">
                  <c:v>29.134947</c:v>
                </c:pt>
                <c:pt idx="81">
                  <c:v>29.930381000000001</c:v>
                </c:pt>
                <c:pt idx="82">
                  <c:v>28.418081000000001</c:v>
                </c:pt>
                <c:pt idx="83">
                  <c:v>31.865390000000001</c:v>
                </c:pt>
                <c:pt idx="84">
                  <c:v>29.885131999999999</c:v>
                </c:pt>
                <c:pt idx="85">
                  <c:v>28.276046999999998</c:v>
                </c:pt>
                <c:pt idx="86">
                  <c:v>31.128060000000001</c:v>
                </c:pt>
                <c:pt idx="87">
                  <c:v>33.380740000000003</c:v>
                </c:pt>
                <c:pt idx="88">
                  <c:v>36.477547999999999</c:v>
                </c:pt>
                <c:pt idx="89">
                  <c:v>27.584806</c:v>
                </c:pt>
                <c:pt idx="90">
                  <c:v>30.725006</c:v>
                </c:pt>
                <c:pt idx="91">
                  <c:v>28.451495000000001</c:v>
                </c:pt>
                <c:pt idx="92">
                  <c:v>30.204211999999998</c:v>
                </c:pt>
                <c:pt idx="93">
                  <c:v>29.424294</c:v>
                </c:pt>
                <c:pt idx="94">
                  <c:v>32.316200000000002</c:v>
                </c:pt>
                <c:pt idx="95">
                  <c:v>30.582909000000001</c:v>
                </c:pt>
                <c:pt idx="96">
                  <c:v>30.139880000000002</c:v>
                </c:pt>
                <c:pt idx="97">
                  <c:v>32.507384000000002</c:v>
                </c:pt>
                <c:pt idx="98">
                  <c:v>31.780833999999999</c:v>
                </c:pt>
                <c:pt idx="99">
                  <c:v>27.028362999999999</c:v>
                </c:pt>
                <c:pt idx="100">
                  <c:v>34.168605999999997</c:v>
                </c:pt>
                <c:pt idx="101">
                  <c:v>30.52036</c:v>
                </c:pt>
                <c:pt idx="102">
                  <c:v>30.435473000000002</c:v>
                </c:pt>
                <c:pt idx="103">
                  <c:v>28.946535999999998</c:v>
                </c:pt>
                <c:pt idx="104">
                  <c:v>31.768324</c:v>
                </c:pt>
                <c:pt idx="105">
                  <c:v>30.674647</c:v>
                </c:pt>
                <c:pt idx="106">
                  <c:v>30.979628999999999</c:v>
                </c:pt>
                <c:pt idx="107">
                  <c:v>31.658829000000001</c:v>
                </c:pt>
                <c:pt idx="108">
                  <c:v>31.904608</c:v>
                </c:pt>
                <c:pt idx="109">
                  <c:v>36.400807</c:v>
                </c:pt>
                <c:pt idx="110">
                  <c:v>28.546258999999999</c:v>
                </c:pt>
                <c:pt idx="111">
                  <c:v>28.518014999999998</c:v>
                </c:pt>
                <c:pt idx="112">
                  <c:v>25.763369999999998</c:v>
                </c:pt>
                <c:pt idx="113">
                  <c:v>31.128943</c:v>
                </c:pt>
                <c:pt idx="114">
                  <c:v>28.623235999999999</c:v>
                </c:pt>
                <c:pt idx="115">
                  <c:v>31.847178</c:v>
                </c:pt>
                <c:pt idx="116">
                  <c:v>31.829695999999998</c:v>
                </c:pt>
                <c:pt idx="117">
                  <c:v>31.811836</c:v>
                </c:pt>
                <c:pt idx="118">
                  <c:v>33.268715999999998</c:v>
                </c:pt>
                <c:pt idx="119">
                  <c:v>34.415407000000002</c:v>
                </c:pt>
                <c:pt idx="120">
                  <c:v>35.288103</c:v>
                </c:pt>
                <c:pt idx="121">
                  <c:v>31.688758</c:v>
                </c:pt>
                <c:pt idx="122">
                  <c:v>30.011748999999998</c:v>
                </c:pt>
                <c:pt idx="123">
                  <c:v>26.897791000000002</c:v>
                </c:pt>
                <c:pt idx="124">
                  <c:v>28.090864</c:v>
                </c:pt>
                <c:pt idx="125">
                  <c:v>33.506608</c:v>
                </c:pt>
                <c:pt idx="126">
                  <c:v>30.909375000000001</c:v>
                </c:pt>
                <c:pt idx="127">
                  <c:v>33.149112000000002</c:v>
                </c:pt>
                <c:pt idx="128">
                  <c:v>29.362400000000001</c:v>
                </c:pt>
                <c:pt idx="129">
                  <c:v>32.818300000000001</c:v>
                </c:pt>
                <c:pt idx="130">
                  <c:v>32.201956000000003</c:v>
                </c:pt>
                <c:pt idx="131">
                  <c:v>32.227452</c:v>
                </c:pt>
                <c:pt idx="132">
                  <c:v>29.923860999999999</c:v>
                </c:pt>
                <c:pt idx="133">
                  <c:v>35.028858999999997</c:v>
                </c:pt>
                <c:pt idx="134">
                  <c:v>35.041393999999997</c:v>
                </c:pt>
                <c:pt idx="135">
                  <c:v>34.401091999999998</c:v>
                </c:pt>
                <c:pt idx="136">
                  <c:v>34.394798000000002</c:v>
                </c:pt>
                <c:pt idx="137">
                  <c:v>34.133206000000001</c:v>
                </c:pt>
                <c:pt idx="138">
                  <c:v>32.634484999999998</c:v>
                </c:pt>
                <c:pt idx="139">
                  <c:v>28.256045</c:v>
                </c:pt>
                <c:pt idx="140">
                  <c:v>29.809449999999998</c:v>
                </c:pt>
                <c:pt idx="141">
                  <c:v>27.274432999999998</c:v>
                </c:pt>
                <c:pt idx="142">
                  <c:v>28.443034999999998</c:v>
                </c:pt>
                <c:pt idx="143">
                  <c:v>28.967897000000001</c:v>
                </c:pt>
                <c:pt idx="144">
                  <c:v>32.915351000000001</c:v>
                </c:pt>
                <c:pt idx="145">
                  <c:v>32.723813</c:v>
                </c:pt>
                <c:pt idx="146">
                  <c:v>33.852609000000001</c:v>
                </c:pt>
                <c:pt idx="147">
                  <c:v>32.146410000000003</c:v>
                </c:pt>
                <c:pt idx="148">
                  <c:v>31.147147</c:v>
                </c:pt>
                <c:pt idx="149">
                  <c:v>34.242908999999997</c:v>
                </c:pt>
                <c:pt idx="150">
                  <c:v>30.016594000000001</c:v>
                </c:pt>
                <c:pt idx="151">
                  <c:v>29.257656999999998</c:v>
                </c:pt>
                <c:pt idx="152">
                  <c:v>29.167614</c:v>
                </c:pt>
                <c:pt idx="153">
                  <c:v>28.800962999999999</c:v>
                </c:pt>
                <c:pt idx="154">
                  <c:v>27.675163000000001</c:v>
                </c:pt>
                <c:pt idx="155">
                  <c:v>27.38542</c:v>
                </c:pt>
                <c:pt idx="156">
                  <c:v>26.287866999999999</c:v>
                </c:pt>
                <c:pt idx="157">
                  <c:v>31.221938999999999</c:v>
                </c:pt>
                <c:pt idx="158">
                  <c:v>28.070702000000001</c:v>
                </c:pt>
                <c:pt idx="159">
                  <c:v>29.687010999999998</c:v>
                </c:pt>
                <c:pt idx="160">
                  <c:v>31.140384000000001</c:v>
                </c:pt>
                <c:pt idx="161">
                  <c:v>36.061615000000003</c:v>
                </c:pt>
                <c:pt idx="162">
                  <c:v>32.487050000000004</c:v>
                </c:pt>
                <c:pt idx="163">
                  <c:v>32.319316999999998</c:v>
                </c:pt>
                <c:pt idx="164">
                  <c:v>34.058663000000003</c:v>
                </c:pt>
                <c:pt idx="165">
                  <c:v>27.964767999999999</c:v>
                </c:pt>
                <c:pt idx="166">
                  <c:v>29.581244999999999</c:v>
                </c:pt>
                <c:pt idx="167">
                  <c:v>27.731155000000001</c:v>
                </c:pt>
                <c:pt idx="168">
                  <c:v>27.930447000000001</c:v>
                </c:pt>
                <c:pt idx="169">
                  <c:v>27.240808999999999</c:v>
                </c:pt>
                <c:pt idx="170">
                  <c:v>29.855255</c:v>
                </c:pt>
                <c:pt idx="171">
                  <c:v>26.912751</c:v>
                </c:pt>
                <c:pt idx="172">
                  <c:v>35.739986999999999</c:v>
                </c:pt>
                <c:pt idx="173">
                  <c:v>31.925457999999999</c:v>
                </c:pt>
                <c:pt idx="174">
                  <c:v>30.794177999999999</c:v>
                </c:pt>
                <c:pt idx="175">
                  <c:v>28.324373999999999</c:v>
                </c:pt>
                <c:pt idx="176">
                  <c:v>37.293332999999997</c:v>
                </c:pt>
                <c:pt idx="177">
                  <c:v>33.620944999999999</c:v>
                </c:pt>
                <c:pt idx="178">
                  <c:v>33.561525000000003</c:v>
                </c:pt>
                <c:pt idx="179">
                  <c:v>36.657572999999999</c:v>
                </c:pt>
                <c:pt idx="180">
                  <c:v>29.677610000000001</c:v>
                </c:pt>
                <c:pt idx="181">
                  <c:v>32.085168000000003</c:v>
                </c:pt>
                <c:pt idx="182">
                  <c:v>28.760663000000001</c:v>
                </c:pt>
                <c:pt idx="183">
                  <c:v>29.241858000000001</c:v>
                </c:pt>
                <c:pt idx="184">
                  <c:v>29.365667999999999</c:v>
                </c:pt>
                <c:pt idx="185">
                  <c:v>28.796400999999999</c:v>
                </c:pt>
                <c:pt idx="186">
                  <c:v>29.940128999999999</c:v>
                </c:pt>
                <c:pt idx="187">
                  <c:v>32.278897000000001</c:v>
                </c:pt>
                <c:pt idx="188">
                  <c:v>31.426914</c:v>
                </c:pt>
                <c:pt idx="189">
                  <c:v>31.540206000000001</c:v>
                </c:pt>
                <c:pt idx="190">
                  <c:v>31.504405999999999</c:v>
                </c:pt>
                <c:pt idx="191">
                  <c:v>31.478888999999999</c:v>
                </c:pt>
                <c:pt idx="192">
                  <c:v>28.393422999999999</c:v>
                </c:pt>
                <c:pt idx="193">
                  <c:v>33.048178</c:v>
                </c:pt>
                <c:pt idx="194">
                  <c:v>32.583761000000003</c:v>
                </c:pt>
                <c:pt idx="195">
                  <c:v>28.550798</c:v>
                </c:pt>
                <c:pt idx="196">
                  <c:v>33.469518999999998</c:v>
                </c:pt>
                <c:pt idx="197">
                  <c:v>31.894634</c:v>
                </c:pt>
                <c:pt idx="198">
                  <c:v>27.843351999999999</c:v>
                </c:pt>
                <c:pt idx="199">
                  <c:v>27.518227</c:v>
                </c:pt>
                <c:pt idx="200">
                  <c:v>27.518227</c:v>
                </c:pt>
                <c:pt idx="201">
                  <c:v>24.689709000000001</c:v>
                </c:pt>
                <c:pt idx="202">
                  <c:v>26.836842000000001</c:v>
                </c:pt>
                <c:pt idx="203">
                  <c:v>24.863081000000001</c:v>
                </c:pt>
                <c:pt idx="204">
                  <c:v>27.223547</c:v>
                </c:pt>
                <c:pt idx="205">
                  <c:v>26.856847999999999</c:v>
                </c:pt>
                <c:pt idx="206">
                  <c:v>24.115264</c:v>
                </c:pt>
                <c:pt idx="207">
                  <c:v>25.133925000000001</c:v>
                </c:pt>
                <c:pt idx="208">
                  <c:v>23.547058</c:v>
                </c:pt>
                <c:pt idx="209">
                  <c:v>23.671703999999998</c:v>
                </c:pt>
                <c:pt idx="210">
                  <c:v>22.238613000000001</c:v>
                </c:pt>
                <c:pt idx="211">
                  <c:v>19.932254</c:v>
                </c:pt>
                <c:pt idx="212">
                  <c:v>25.763819999999999</c:v>
                </c:pt>
                <c:pt idx="213">
                  <c:v>23.863892</c:v>
                </c:pt>
                <c:pt idx="214">
                  <c:v>27.937556000000001</c:v>
                </c:pt>
                <c:pt idx="215">
                  <c:v>27.511111</c:v>
                </c:pt>
                <c:pt idx="216">
                  <c:v>25.291405000000001</c:v>
                </c:pt>
                <c:pt idx="217">
                  <c:v>28.832048</c:v>
                </c:pt>
                <c:pt idx="218">
                  <c:v>29.343986999999998</c:v>
                </c:pt>
                <c:pt idx="219">
                  <c:v>28.301317999999998</c:v>
                </c:pt>
                <c:pt idx="220">
                  <c:v>23.967119</c:v>
                </c:pt>
                <c:pt idx="221">
                  <c:v>22.910056999999998</c:v>
                </c:pt>
                <c:pt idx="222">
                  <c:v>22.462375999999999</c:v>
                </c:pt>
                <c:pt idx="223">
                  <c:v>17.773092999999999</c:v>
                </c:pt>
                <c:pt idx="224">
                  <c:v>19.636865</c:v>
                </c:pt>
                <c:pt idx="225">
                  <c:v>27.285890999999999</c:v>
                </c:pt>
                <c:pt idx="226">
                  <c:v>25.882559000000001</c:v>
                </c:pt>
                <c:pt idx="227">
                  <c:v>28.411819000000001</c:v>
                </c:pt>
                <c:pt idx="228">
                  <c:v>26.497823</c:v>
                </c:pt>
                <c:pt idx="229">
                  <c:v>28.353463999999999</c:v>
                </c:pt>
                <c:pt idx="230">
                  <c:v>29.197391</c:v>
                </c:pt>
                <c:pt idx="231">
                  <c:v>26.710965999999999</c:v>
                </c:pt>
                <c:pt idx="232">
                  <c:v>30.393265</c:v>
                </c:pt>
                <c:pt idx="233">
                  <c:v>26.345262999999999</c:v>
                </c:pt>
                <c:pt idx="234">
                  <c:v>26.365275</c:v>
                </c:pt>
                <c:pt idx="235">
                  <c:v>26.632171</c:v>
                </c:pt>
                <c:pt idx="236">
                  <c:v>29.587562999999999</c:v>
                </c:pt>
                <c:pt idx="237">
                  <c:v>27.775604999999999</c:v>
                </c:pt>
                <c:pt idx="238">
                  <c:v>28.518222999999999</c:v>
                </c:pt>
                <c:pt idx="239">
                  <c:v>20.89451</c:v>
                </c:pt>
                <c:pt idx="240">
                  <c:v>28.287213999999999</c:v>
                </c:pt>
                <c:pt idx="241">
                  <c:v>25.938400000000001</c:v>
                </c:pt>
                <c:pt idx="242">
                  <c:v>27.133406999999998</c:v>
                </c:pt>
                <c:pt idx="243">
                  <c:v>27.412821000000001</c:v>
                </c:pt>
                <c:pt idx="244">
                  <c:v>27.951460999999998</c:v>
                </c:pt>
                <c:pt idx="245">
                  <c:v>29.127824</c:v>
                </c:pt>
                <c:pt idx="246">
                  <c:v>27.033978000000001</c:v>
                </c:pt>
                <c:pt idx="247">
                  <c:v>30.113726</c:v>
                </c:pt>
                <c:pt idx="248">
                  <c:v>30.030711</c:v>
                </c:pt>
                <c:pt idx="249">
                  <c:v>29.040913</c:v>
                </c:pt>
                <c:pt idx="250">
                  <c:v>31.855611</c:v>
                </c:pt>
                <c:pt idx="251">
                  <c:v>25.311440000000001</c:v>
                </c:pt>
                <c:pt idx="252">
                  <c:v>24.287227000000001</c:v>
                </c:pt>
                <c:pt idx="253">
                  <c:v>20.697683999999999</c:v>
                </c:pt>
                <c:pt idx="254">
                  <c:v>26.962852999999999</c:v>
                </c:pt>
                <c:pt idx="255">
                  <c:v>29.571439999999999</c:v>
                </c:pt>
                <c:pt idx="256">
                  <c:v>31.923137000000001</c:v>
                </c:pt>
                <c:pt idx="257">
                  <c:v>28.111812</c:v>
                </c:pt>
                <c:pt idx="258">
                  <c:v>27.625243999999999</c:v>
                </c:pt>
                <c:pt idx="259">
                  <c:v>28.093921000000002</c:v>
                </c:pt>
                <c:pt idx="260">
                  <c:v>28.203968</c:v>
                </c:pt>
                <c:pt idx="261">
                  <c:v>24.952105</c:v>
                </c:pt>
                <c:pt idx="262">
                  <c:v>23.807039</c:v>
                </c:pt>
                <c:pt idx="263">
                  <c:v>31.018115999999999</c:v>
                </c:pt>
                <c:pt idx="264">
                  <c:v>24.239035000000001</c:v>
                </c:pt>
                <c:pt idx="265">
                  <c:v>29.008839999999999</c:v>
                </c:pt>
                <c:pt idx="266">
                  <c:v>21.999855</c:v>
                </c:pt>
                <c:pt idx="267">
                  <c:v>30.262374999999999</c:v>
                </c:pt>
                <c:pt idx="268">
                  <c:v>27.468495999999998</c:v>
                </c:pt>
                <c:pt idx="269">
                  <c:v>28.269711000000001</c:v>
                </c:pt>
                <c:pt idx="270">
                  <c:v>27.151951</c:v>
                </c:pt>
                <c:pt idx="271">
                  <c:v>29.777856</c:v>
                </c:pt>
                <c:pt idx="272">
                  <c:v>31.781583000000001</c:v>
                </c:pt>
                <c:pt idx="273">
                  <c:v>30.356408999999999</c:v>
                </c:pt>
                <c:pt idx="274">
                  <c:v>29.598837</c:v>
                </c:pt>
                <c:pt idx="275">
                  <c:v>30.345493999999999</c:v>
                </c:pt>
                <c:pt idx="276">
                  <c:v>24.711969</c:v>
                </c:pt>
                <c:pt idx="277">
                  <c:v>26.014600999999999</c:v>
                </c:pt>
                <c:pt idx="278">
                  <c:v>23.700904000000001</c:v>
                </c:pt>
                <c:pt idx="279">
                  <c:v>27.792293000000001</c:v>
                </c:pt>
                <c:pt idx="280">
                  <c:v>29.398848999999998</c:v>
                </c:pt>
                <c:pt idx="281">
                  <c:v>27.506491</c:v>
                </c:pt>
                <c:pt idx="282">
                  <c:v>25.487556000000001</c:v>
                </c:pt>
                <c:pt idx="283">
                  <c:v>25.691476000000002</c:v>
                </c:pt>
                <c:pt idx="284">
                  <c:v>26.993976</c:v>
                </c:pt>
                <c:pt idx="285">
                  <c:v>27.057818000000001</c:v>
                </c:pt>
                <c:pt idx="286">
                  <c:v>25.009853</c:v>
                </c:pt>
                <c:pt idx="287">
                  <c:v>25.440345000000001</c:v>
                </c:pt>
                <c:pt idx="288">
                  <c:v>23.861899000000001</c:v>
                </c:pt>
                <c:pt idx="289">
                  <c:v>22.994299999999999</c:v>
                </c:pt>
                <c:pt idx="290">
                  <c:v>28.350991</c:v>
                </c:pt>
                <c:pt idx="291">
                  <c:v>27.432485</c:v>
                </c:pt>
                <c:pt idx="292">
                  <c:v>27.295977000000001</c:v>
                </c:pt>
                <c:pt idx="293">
                  <c:v>32.364521000000003</c:v>
                </c:pt>
                <c:pt idx="294">
                  <c:v>28.122342</c:v>
                </c:pt>
                <c:pt idx="295">
                  <c:v>32.904927000000001</c:v>
                </c:pt>
                <c:pt idx="296">
                  <c:v>32.096162</c:v>
                </c:pt>
                <c:pt idx="297">
                  <c:v>30.955386000000001</c:v>
                </c:pt>
                <c:pt idx="298">
                  <c:v>30.571891000000001</c:v>
                </c:pt>
                <c:pt idx="299">
                  <c:v>21.754197999999999</c:v>
                </c:pt>
                <c:pt idx="300">
                  <c:v>27.464448999999998</c:v>
                </c:pt>
                <c:pt idx="301">
                  <c:v>31.383327000000001</c:v>
                </c:pt>
                <c:pt idx="302">
                  <c:v>30.961200000000002</c:v>
                </c:pt>
                <c:pt idx="303">
                  <c:v>31.489704</c:v>
                </c:pt>
                <c:pt idx="304">
                  <c:v>28.278423</c:v>
                </c:pt>
                <c:pt idx="305">
                  <c:v>28.099910999999999</c:v>
                </c:pt>
                <c:pt idx="306">
                  <c:v>26.566072999999999</c:v>
                </c:pt>
                <c:pt idx="307">
                  <c:v>26.130324000000002</c:v>
                </c:pt>
                <c:pt idx="308">
                  <c:v>24.514551000000001</c:v>
                </c:pt>
                <c:pt idx="309">
                  <c:v>30.986325999999998</c:v>
                </c:pt>
                <c:pt idx="310">
                  <c:v>26.986328</c:v>
                </c:pt>
                <c:pt idx="311">
                  <c:v>25.813362999999999</c:v>
                </c:pt>
                <c:pt idx="312">
                  <c:v>33.503363</c:v>
                </c:pt>
                <c:pt idx="313">
                  <c:v>29.683751999999998</c:v>
                </c:pt>
                <c:pt idx="314">
                  <c:v>32.352494999999998</c:v>
                </c:pt>
                <c:pt idx="315">
                  <c:v>29.827935</c:v>
                </c:pt>
                <c:pt idx="316">
                  <c:v>27.481978000000002</c:v>
                </c:pt>
                <c:pt idx="317">
                  <c:v>24.609656000000001</c:v>
                </c:pt>
                <c:pt idx="318">
                  <c:v>24.209517999999999</c:v>
                </c:pt>
                <c:pt idx="319">
                  <c:v>29.942332</c:v>
                </c:pt>
                <c:pt idx="320">
                  <c:v>27.074580999999998</c:v>
                </c:pt>
                <c:pt idx="321">
                  <c:v>26.552287</c:v>
                </c:pt>
                <c:pt idx="322">
                  <c:v>28.603652</c:v>
                </c:pt>
                <c:pt idx="323">
                  <c:v>27.410959999999999</c:v>
                </c:pt>
                <c:pt idx="324">
                  <c:v>26.89461</c:v>
                </c:pt>
                <c:pt idx="325">
                  <c:v>26.359577000000002</c:v>
                </c:pt>
                <c:pt idx="326">
                  <c:v>26.076284999999999</c:v>
                </c:pt>
                <c:pt idx="327">
                  <c:v>23.779094000000001</c:v>
                </c:pt>
                <c:pt idx="328">
                  <c:v>27.387891</c:v>
                </c:pt>
                <c:pt idx="329">
                  <c:v>30.157903999999998</c:v>
                </c:pt>
                <c:pt idx="330">
                  <c:v>28.001418000000001</c:v>
                </c:pt>
                <c:pt idx="331">
                  <c:v>30.455787000000001</c:v>
                </c:pt>
                <c:pt idx="332">
                  <c:v>28.483198999999999</c:v>
                </c:pt>
                <c:pt idx="333">
                  <c:v>29.578512</c:v>
                </c:pt>
                <c:pt idx="334">
                  <c:v>31.739830999999999</c:v>
                </c:pt>
                <c:pt idx="335">
                  <c:v>28.199074</c:v>
                </c:pt>
                <c:pt idx="336">
                  <c:v>27.550864000000001</c:v>
                </c:pt>
                <c:pt idx="337">
                  <c:v>30.199639999999999</c:v>
                </c:pt>
                <c:pt idx="338">
                  <c:v>33.520629999999997</c:v>
                </c:pt>
                <c:pt idx="339">
                  <c:v>29.193669</c:v>
                </c:pt>
                <c:pt idx="340">
                  <c:v>29.093219999999999</c:v>
                </c:pt>
                <c:pt idx="341">
                  <c:v>26.750440000000001</c:v>
                </c:pt>
                <c:pt idx="342">
                  <c:v>32.099294999999998</c:v>
                </c:pt>
                <c:pt idx="343">
                  <c:v>31.911840000000002</c:v>
                </c:pt>
                <c:pt idx="344">
                  <c:v>28.832329000000001</c:v>
                </c:pt>
                <c:pt idx="345">
                  <c:v>25.183619</c:v>
                </c:pt>
                <c:pt idx="346">
                  <c:v>32.145043999999999</c:v>
                </c:pt>
                <c:pt idx="347">
                  <c:v>32.943658999999997</c:v>
                </c:pt>
                <c:pt idx="348">
                  <c:v>31.115846999999999</c:v>
                </c:pt>
                <c:pt idx="349">
                  <c:v>30.728825000000001</c:v>
                </c:pt>
                <c:pt idx="350">
                  <c:v>32.812924000000002</c:v>
                </c:pt>
                <c:pt idx="351">
                  <c:v>27.415451000000001</c:v>
                </c:pt>
                <c:pt idx="352">
                  <c:v>25.347373999999999</c:v>
                </c:pt>
                <c:pt idx="353">
                  <c:v>28.426030999999998</c:v>
                </c:pt>
                <c:pt idx="354">
                  <c:v>26.758165000000002</c:v>
                </c:pt>
                <c:pt idx="355">
                  <c:v>29.628329999999998</c:v>
                </c:pt>
                <c:pt idx="356">
                  <c:v>24.681873</c:v>
                </c:pt>
                <c:pt idx="357">
                  <c:v>23.857305</c:v>
                </c:pt>
                <c:pt idx="358">
                  <c:v>30.007944999999999</c:v>
                </c:pt>
                <c:pt idx="359">
                  <c:v>31.443152000000001</c:v>
                </c:pt>
                <c:pt idx="360">
                  <c:v>28.906196000000001</c:v>
                </c:pt>
                <c:pt idx="361">
                  <c:v>27.071567999999999</c:v>
                </c:pt>
                <c:pt idx="362">
                  <c:v>27.869685</c:v>
                </c:pt>
                <c:pt idx="363">
                  <c:v>27.737811000000001</c:v>
                </c:pt>
                <c:pt idx="364">
                  <c:v>29.775635000000001</c:v>
                </c:pt>
                <c:pt idx="365">
                  <c:v>28.653769</c:v>
                </c:pt>
                <c:pt idx="366">
                  <c:v>28.150044999999999</c:v>
                </c:pt>
                <c:pt idx="367">
                  <c:v>28.824684999999999</c:v>
                </c:pt>
                <c:pt idx="368">
                  <c:v>27.578361000000001</c:v>
                </c:pt>
                <c:pt idx="369">
                  <c:v>35.788504000000003</c:v>
                </c:pt>
                <c:pt idx="370">
                  <c:v>30.297516999999999</c:v>
                </c:pt>
                <c:pt idx="371">
                  <c:v>32.832140000000003</c:v>
                </c:pt>
                <c:pt idx="372">
                  <c:v>30.377051999999999</c:v>
                </c:pt>
                <c:pt idx="373">
                  <c:v>31.155908</c:v>
                </c:pt>
                <c:pt idx="374">
                  <c:v>30.714745000000001</c:v>
                </c:pt>
                <c:pt idx="375">
                  <c:v>29.921485000000001</c:v>
                </c:pt>
                <c:pt idx="376">
                  <c:v>34.376069000000001</c:v>
                </c:pt>
                <c:pt idx="377">
                  <c:v>28.296993000000001</c:v>
                </c:pt>
                <c:pt idx="378">
                  <c:v>28.590205000000001</c:v>
                </c:pt>
                <c:pt idx="379">
                  <c:v>28.936964</c:v>
                </c:pt>
                <c:pt idx="380">
                  <c:v>29.349815</c:v>
                </c:pt>
                <c:pt idx="381">
                  <c:v>29.025708999999999</c:v>
                </c:pt>
                <c:pt idx="382">
                  <c:v>30.648140999999999</c:v>
                </c:pt>
                <c:pt idx="383">
                  <c:v>28.218081000000002</c:v>
                </c:pt>
                <c:pt idx="384">
                  <c:v>31.304680000000001</c:v>
                </c:pt>
                <c:pt idx="385">
                  <c:v>34.108058999999997</c:v>
                </c:pt>
                <c:pt idx="386">
                  <c:v>30.332381000000002</c:v>
                </c:pt>
                <c:pt idx="387">
                  <c:v>32.760424999999998</c:v>
                </c:pt>
                <c:pt idx="388">
                  <c:v>27.771609999999999</c:v>
                </c:pt>
                <c:pt idx="389">
                  <c:v>32.254702000000002</c:v>
                </c:pt>
                <c:pt idx="390">
                  <c:v>29.32761</c:v>
                </c:pt>
                <c:pt idx="391">
                  <c:v>30.053594</c:v>
                </c:pt>
                <c:pt idx="392">
                  <c:v>28.511887000000002</c:v>
                </c:pt>
                <c:pt idx="393">
                  <c:v>28.447745999999999</c:v>
                </c:pt>
                <c:pt idx="394">
                  <c:v>30.361725</c:v>
                </c:pt>
                <c:pt idx="395">
                  <c:v>29.059747999999999</c:v>
                </c:pt>
                <c:pt idx="396">
                  <c:v>29.698909</c:v>
                </c:pt>
                <c:pt idx="397">
                  <c:v>39.429960000000001</c:v>
                </c:pt>
                <c:pt idx="398">
                  <c:v>33.554892000000002</c:v>
                </c:pt>
                <c:pt idx="399">
                  <c:v>26.178909999999998</c:v>
                </c:pt>
                <c:pt idx="400">
                  <c:v>22.731762</c:v>
                </c:pt>
                <c:pt idx="401">
                  <c:v>28.088508999999998</c:v>
                </c:pt>
                <c:pt idx="402">
                  <c:v>33.459474</c:v>
                </c:pt>
                <c:pt idx="403">
                  <c:v>27.885811</c:v>
                </c:pt>
                <c:pt idx="404">
                  <c:v>25.407261999999999</c:v>
                </c:pt>
                <c:pt idx="405">
                  <c:v>31.449394000000002</c:v>
                </c:pt>
                <c:pt idx="406">
                  <c:v>25.862324999999998</c:v>
                </c:pt>
                <c:pt idx="407">
                  <c:v>28.995615999999998</c:v>
                </c:pt>
                <c:pt idx="408">
                  <c:v>33.096885</c:v>
                </c:pt>
                <c:pt idx="409">
                  <c:v>31.879117999999998</c:v>
                </c:pt>
                <c:pt idx="410">
                  <c:v>29.652339000000001</c:v>
                </c:pt>
                <c:pt idx="411">
                  <c:v>32.507007999999999</c:v>
                </c:pt>
                <c:pt idx="412">
                  <c:v>29.588394000000001</c:v>
                </c:pt>
                <c:pt idx="413">
                  <c:v>28.155487000000001</c:v>
                </c:pt>
                <c:pt idx="414">
                  <c:v>28.753098000000001</c:v>
                </c:pt>
                <c:pt idx="415">
                  <c:v>33.742804999999997</c:v>
                </c:pt>
                <c:pt idx="416">
                  <c:v>31.502026999999998</c:v>
                </c:pt>
                <c:pt idx="417">
                  <c:v>29.669481999999999</c:v>
                </c:pt>
                <c:pt idx="418">
                  <c:v>24.359221999999999</c:v>
                </c:pt>
                <c:pt idx="419">
                  <c:v>22.620612999999999</c:v>
                </c:pt>
                <c:pt idx="420">
                  <c:v>26.681850000000001</c:v>
                </c:pt>
                <c:pt idx="421">
                  <c:v>28.502835999999999</c:v>
                </c:pt>
                <c:pt idx="422">
                  <c:v>22.400509</c:v>
                </c:pt>
                <c:pt idx="423">
                  <c:v>20.255953000000002</c:v>
                </c:pt>
                <c:pt idx="424">
                  <c:v>31.625916</c:v>
                </c:pt>
                <c:pt idx="425">
                  <c:v>29.142122000000001</c:v>
                </c:pt>
                <c:pt idx="426">
                  <c:v>30.586067</c:v>
                </c:pt>
                <c:pt idx="427">
                  <c:v>31.400518999999999</c:v>
                </c:pt>
                <c:pt idx="428">
                  <c:v>33.297648000000002</c:v>
                </c:pt>
                <c:pt idx="429">
                  <c:v>30.620048000000001</c:v>
                </c:pt>
                <c:pt idx="430">
                  <c:v>29.410938000000002</c:v>
                </c:pt>
                <c:pt idx="431">
                  <c:v>33.607433</c:v>
                </c:pt>
                <c:pt idx="432">
                  <c:v>26.566734</c:v>
                </c:pt>
                <c:pt idx="433">
                  <c:v>28.870968999999999</c:v>
                </c:pt>
                <c:pt idx="434">
                  <c:v>35.314782999999998</c:v>
                </c:pt>
                <c:pt idx="435">
                  <c:v>32.231836000000001</c:v>
                </c:pt>
                <c:pt idx="436">
                  <c:v>29.520654</c:v>
                </c:pt>
                <c:pt idx="437">
                  <c:v>30.516295</c:v>
                </c:pt>
                <c:pt idx="438">
                  <c:v>31.95861</c:v>
                </c:pt>
                <c:pt idx="439">
                  <c:v>27.50958</c:v>
                </c:pt>
                <c:pt idx="440">
                  <c:v>26.265858999999999</c:v>
                </c:pt>
                <c:pt idx="441">
                  <c:v>24.601285000000001</c:v>
                </c:pt>
                <c:pt idx="442">
                  <c:v>19.892544999999998</c:v>
                </c:pt>
                <c:pt idx="443">
                  <c:v>17.914508999999999</c:v>
                </c:pt>
                <c:pt idx="444">
                  <c:v>28.988168000000002</c:v>
                </c:pt>
                <c:pt idx="445">
                  <c:v>33.174339000000003</c:v>
                </c:pt>
                <c:pt idx="446">
                  <c:v>32.684036999999996</c:v>
                </c:pt>
                <c:pt idx="447">
                  <c:v>30.364961000000001</c:v>
                </c:pt>
                <c:pt idx="448">
                  <c:v>30.932106999999998</c:v>
                </c:pt>
                <c:pt idx="449">
                  <c:v>33.104210000000002</c:v>
                </c:pt>
                <c:pt idx="450">
                  <c:v>25.14864</c:v>
                </c:pt>
                <c:pt idx="451">
                  <c:v>32.915773999999999</c:v>
                </c:pt>
                <c:pt idx="452">
                  <c:v>30.465881</c:v>
                </c:pt>
                <c:pt idx="453">
                  <c:v>26.725739999999998</c:v>
                </c:pt>
                <c:pt idx="454">
                  <c:v>25.161963</c:v>
                </c:pt>
                <c:pt idx="455">
                  <c:v>24.471412999999998</c:v>
                </c:pt>
                <c:pt idx="456">
                  <c:v>29.843025999999998</c:v>
                </c:pt>
                <c:pt idx="457">
                  <c:v>24.203562000000002</c:v>
                </c:pt>
                <c:pt idx="458">
                  <c:v>30.872440000000001</c:v>
                </c:pt>
                <c:pt idx="459">
                  <c:v>29.267859999999999</c:v>
                </c:pt>
                <c:pt idx="460">
                  <c:v>28.137644999999999</c:v>
                </c:pt>
                <c:pt idx="461">
                  <c:v>23.024812000000001</c:v>
                </c:pt>
                <c:pt idx="462">
                  <c:v>25.288367000000001</c:v>
                </c:pt>
                <c:pt idx="463">
                  <c:v>27.054157</c:v>
                </c:pt>
                <c:pt idx="464">
                  <c:v>17.383548000000001</c:v>
                </c:pt>
                <c:pt idx="465">
                  <c:v>31.667048999999999</c:v>
                </c:pt>
                <c:pt idx="466">
                  <c:v>31.978278</c:v>
                </c:pt>
                <c:pt idx="467">
                  <c:v>31.741796999999998</c:v>
                </c:pt>
                <c:pt idx="468">
                  <c:v>29.335189</c:v>
                </c:pt>
                <c:pt idx="469">
                  <c:v>27.283525000000001</c:v>
                </c:pt>
                <c:pt idx="470">
                  <c:v>31.955185</c:v>
                </c:pt>
                <c:pt idx="471">
                  <c:v>33.445022000000002</c:v>
                </c:pt>
                <c:pt idx="472">
                  <c:v>31.41987</c:v>
                </c:pt>
                <c:pt idx="473">
                  <c:v>33.313012999999998</c:v>
                </c:pt>
                <c:pt idx="474">
                  <c:v>32.147627</c:v>
                </c:pt>
                <c:pt idx="475">
                  <c:v>28.950367</c:v>
                </c:pt>
                <c:pt idx="476">
                  <c:v>31.664981999999998</c:v>
                </c:pt>
                <c:pt idx="477">
                  <c:v>29.411757999999999</c:v>
                </c:pt>
                <c:pt idx="478">
                  <c:v>29.391929000000001</c:v>
                </c:pt>
                <c:pt idx="479">
                  <c:v>30.821491999999999</c:v>
                </c:pt>
                <c:pt idx="480">
                  <c:v>29.338604</c:v>
                </c:pt>
                <c:pt idx="481">
                  <c:v>31.675829</c:v>
                </c:pt>
                <c:pt idx="482">
                  <c:v>27.507968000000002</c:v>
                </c:pt>
                <c:pt idx="483">
                  <c:v>27.073367000000001</c:v>
                </c:pt>
                <c:pt idx="484">
                  <c:v>24.686669999999999</c:v>
                </c:pt>
                <c:pt idx="485">
                  <c:v>30.142399999999999</c:v>
                </c:pt>
                <c:pt idx="486">
                  <c:v>33.520842999999999</c:v>
                </c:pt>
                <c:pt idx="487">
                  <c:v>34.501347000000003</c:v>
                </c:pt>
                <c:pt idx="488">
                  <c:v>27.603715000000001</c:v>
                </c:pt>
                <c:pt idx="489">
                  <c:v>30.763688999999999</c:v>
                </c:pt>
                <c:pt idx="490">
                  <c:v>31.453385999999998</c:v>
                </c:pt>
                <c:pt idx="491">
                  <c:v>30.493998000000001</c:v>
                </c:pt>
                <c:pt idx="492">
                  <c:v>31.912613</c:v>
                </c:pt>
                <c:pt idx="493">
                  <c:v>29.913853</c:v>
                </c:pt>
                <c:pt idx="494">
                  <c:v>28.296756999999999</c:v>
                </c:pt>
                <c:pt idx="495">
                  <c:v>28.146977</c:v>
                </c:pt>
                <c:pt idx="496">
                  <c:v>30.929023999999998</c:v>
                </c:pt>
                <c:pt idx="497">
                  <c:v>30.760102</c:v>
                </c:pt>
                <c:pt idx="498">
                  <c:v>26.829613999999999</c:v>
                </c:pt>
                <c:pt idx="499">
                  <c:v>24.471052</c:v>
                </c:pt>
                <c:pt idx="500">
                  <c:v>31.709683999999999</c:v>
                </c:pt>
                <c:pt idx="501">
                  <c:v>31.310917</c:v>
                </c:pt>
                <c:pt idx="502">
                  <c:v>30.911944999999999</c:v>
                </c:pt>
                <c:pt idx="503">
                  <c:v>29.908200999999998</c:v>
                </c:pt>
                <c:pt idx="504">
                  <c:v>28.658825</c:v>
                </c:pt>
                <c:pt idx="505">
                  <c:v>31.599278999999999</c:v>
                </c:pt>
                <c:pt idx="506">
                  <c:v>31.636353</c:v>
                </c:pt>
                <c:pt idx="507">
                  <c:v>30.171606000000001</c:v>
                </c:pt>
                <c:pt idx="508">
                  <c:v>27.247658999999999</c:v>
                </c:pt>
                <c:pt idx="509">
                  <c:v>29.682663999999999</c:v>
                </c:pt>
                <c:pt idx="510">
                  <c:v>30.241674</c:v>
                </c:pt>
                <c:pt idx="511">
                  <c:v>29.687766</c:v>
                </c:pt>
                <c:pt idx="512">
                  <c:v>30.489404</c:v>
                </c:pt>
                <c:pt idx="513">
                  <c:v>30.949736000000001</c:v>
                </c:pt>
                <c:pt idx="514">
                  <c:v>25.856304999999999</c:v>
                </c:pt>
                <c:pt idx="515">
                  <c:v>25.377365999999999</c:v>
                </c:pt>
                <c:pt idx="516">
                  <c:v>30.438566000000002</c:v>
                </c:pt>
                <c:pt idx="517">
                  <c:v>29.251729000000001</c:v>
                </c:pt>
                <c:pt idx="518">
                  <c:v>28.976697999999999</c:v>
                </c:pt>
                <c:pt idx="519">
                  <c:v>32.178930000000001</c:v>
                </c:pt>
                <c:pt idx="520">
                  <c:v>34.498046000000002</c:v>
                </c:pt>
                <c:pt idx="521">
                  <c:v>37.884211999999998</c:v>
                </c:pt>
                <c:pt idx="522">
                  <c:v>35.353458000000003</c:v>
                </c:pt>
                <c:pt idx="523">
                  <c:v>31.432793</c:v>
                </c:pt>
                <c:pt idx="524">
                  <c:v>32.189346</c:v>
                </c:pt>
                <c:pt idx="525">
                  <c:v>28.535544999999999</c:v>
                </c:pt>
                <c:pt idx="526">
                  <c:v>27.389453</c:v>
                </c:pt>
                <c:pt idx="527">
                  <c:v>26.130374</c:v>
                </c:pt>
                <c:pt idx="528">
                  <c:v>24.598310000000001</c:v>
                </c:pt>
                <c:pt idx="529">
                  <c:v>27.810616</c:v>
                </c:pt>
                <c:pt idx="530">
                  <c:v>27.997800999999999</c:v>
                </c:pt>
                <c:pt idx="531">
                  <c:v>26.811038</c:v>
                </c:pt>
                <c:pt idx="532">
                  <c:v>30.370332999999999</c:v>
                </c:pt>
                <c:pt idx="533">
                  <c:v>32.337719999999997</c:v>
                </c:pt>
                <c:pt idx="534">
                  <c:v>29.851234000000002</c:v>
                </c:pt>
                <c:pt idx="535">
                  <c:v>30.482005999999998</c:v>
                </c:pt>
                <c:pt idx="536">
                  <c:v>32.417118000000002</c:v>
                </c:pt>
                <c:pt idx="537">
                  <c:v>34.579810000000002</c:v>
                </c:pt>
                <c:pt idx="538">
                  <c:v>32.446620000000003</c:v>
                </c:pt>
                <c:pt idx="539">
                  <c:v>32.555228999999997</c:v>
                </c:pt>
                <c:pt idx="540">
                  <c:v>32.018619000000001</c:v>
                </c:pt>
                <c:pt idx="541">
                  <c:v>31.823858999999999</c:v>
                </c:pt>
                <c:pt idx="542">
                  <c:v>31.656286000000001</c:v>
                </c:pt>
                <c:pt idx="543">
                  <c:v>29.837941000000001</c:v>
                </c:pt>
                <c:pt idx="544">
                  <c:v>28.174612</c:v>
                </c:pt>
                <c:pt idx="545">
                  <c:v>28.181882000000002</c:v>
                </c:pt>
                <c:pt idx="546">
                  <c:v>29.523707000000002</c:v>
                </c:pt>
                <c:pt idx="547">
                  <c:v>31.364799999999999</c:v>
                </c:pt>
                <c:pt idx="548">
                  <c:v>30.467071000000001</c:v>
                </c:pt>
                <c:pt idx="549">
                  <c:v>26.637972999999999</c:v>
                </c:pt>
                <c:pt idx="550">
                  <c:v>32.474355000000003</c:v>
                </c:pt>
                <c:pt idx="551">
                  <c:v>31.108525</c:v>
                </c:pt>
                <c:pt idx="552">
                  <c:v>30.104944</c:v>
                </c:pt>
                <c:pt idx="553">
                  <c:v>32.902051</c:v>
                </c:pt>
                <c:pt idx="554">
                  <c:v>35.763261999999997</c:v>
                </c:pt>
                <c:pt idx="555">
                  <c:v>34.568851000000002</c:v>
                </c:pt>
                <c:pt idx="556">
                  <c:v>36.232098999999998</c:v>
                </c:pt>
                <c:pt idx="557">
                  <c:v>29.566426</c:v>
                </c:pt>
                <c:pt idx="558">
                  <c:v>31.448163000000001</c:v>
                </c:pt>
                <c:pt idx="559">
                  <c:v>30.068173999999999</c:v>
                </c:pt>
                <c:pt idx="560">
                  <c:v>29.854619</c:v>
                </c:pt>
                <c:pt idx="561">
                  <c:v>33.819817</c:v>
                </c:pt>
                <c:pt idx="562">
                  <c:v>34.443489999999997</c:v>
                </c:pt>
                <c:pt idx="563">
                  <c:v>28.733066000000001</c:v>
                </c:pt>
                <c:pt idx="564">
                  <c:v>30.146906000000001</c:v>
                </c:pt>
                <c:pt idx="565">
                  <c:v>32.441476000000002</c:v>
                </c:pt>
                <c:pt idx="566">
                  <c:v>32.631571999999998</c:v>
                </c:pt>
                <c:pt idx="567">
                  <c:v>29.813979</c:v>
                </c:pt>
                <c:pt idx="568">
                  <c:v>32.48959</c:v>
                </c:pt>
                <c:pt idx="569">
                  <c:v>29.735168000000002</c:v>
                </c:pt>
                <c:pt idx="570">
                  <c:v>33.559882999999999</c:v>
                </c:pt>
                <c:pt idx="571">
                  <c:v>31.141734</c:v>
                </c:pt>
                <c:pt idx="572">
                  <c:v>30.934934999999999</c:v>
                </c:pt>
                <c:pt idx="573">
                  <c:v>29.600444</c:v>
                </c:pt>
                <c:pt idx="574">
                  <c:v>34.026116999999999</c:v>
                </c:pt>
                <c:pt idx="575">
                  <c:v>35.076985999999998</c:v>
                </c:pt>
                <c:pt idx="576">
                  <c:v>29.327438999999998</c:v>
                </c:pt>
                <c:pt idx="577">
                  <c:v>27.875786000000002</c:v>
                </c:pt>
                <c:pt idx="578">
                  <c:v>29.326549</c:v>
                </c:pt>
                <c:pt idx="579">
                  <c:v>31.187688999999999</c:v>
                </c:pt>
                <c:pt idx="580">
                  <c:v>30.715395999999998</c:v>
                </c:pt>
                <c:pt idx="581">
                  <c:v>30.306536999999999</c:v>
                </c:pt>
                <c:pt idx="582">
                  <c:v>28.716995000000001</c:v>
                </c:pt>
                <c:pt idx="583">
                  <c:v>32.15119</c:v>
                </c:pt>
                <c:pt idx="584">
                  <c:v>28.785162</c:v>
                </c:pt>
                <c:pt idx="585">
                  <c:v>36.005473000000002</c:v>
                </c:pt>
                <c:pt idx="586">
                  <c:v>32.455117999999999</c:v>
                </c:pt>
                <c:pt idx="587">
                  <c:v>31.516213</c:v>
                </c:pt>
                <c:pt idx="588">
                  <c:v>30.958411999999999</c:v>
                </c:pt>
                <c:pt idx="589">
                  <c:v>31.135363999999999</c:v>
                </c:pt>
                <c:pt idx="590">
                  <c:v>31.013645</c:v>
                </c:pt>
                <c:pt idx="591">
                  <c:v>29.592369000000001</c:v>
                </c:pt>
                <c:pt idx="592">
                  <c:v>31.848272999999999</c:v>
                </c:pt>
                <c:pt idx="593">
                  <c:v>32.036983999999997</c:v>
                </c:pt>
                <c:pt idx="594">
                  <c:v>31.601777999999999</c:v>
                </c:pt>
                <c:pt idx="595">
                  <c:v>32.034433999999997</c:v>
                </c:pt>
                <c:pt idx="596">
                  <c:v>28.874112</c:v>
                </c:pt>
                <c:pt idx="597">
                  <c:v>27.643854000000001</c:v>
                </c:pt>
                <c:pt idx="598">
                  <c:v>30.278822999999999</c:v>
                </c:pt>
                <c:pt idx="599">
                  <c:v>30.052568000000001</c:v>
                </c:pt>
                <c:pt idx="600">
                  <c:v>31.874659000000001</c:v>
                </c:pt>
                <c:pt idx="601">
                  <c:v>34.169528999999997</c:v>
                </c:pt>
                <c:pt idx="602">
                  <c:v>29.977388000000001</c:v>
                </c:pt>
                <c:pt idx="603">
                  <c:v>30.523402999999998</c:v>
                </c:pt>
                <c:pt idx="604">
                  <c:v>30.489308999999999</c:v>
                </c:pt>
                <c:pt idx="605">
                  <c:v>32.657214000000003</c:v>
                </c:pt>
                <c:pt idx="606">
                  <c:v>31.953067000000001</c:v>
                </c:pt>
                <c:pt idx="607">
                  <c:v>32.253537999999999</c:v>
                </c:pt>
                <c:pt idx="608">
                  <c:v>33.988052000000003</c:v>
                </c:pt>
                <c:pt idx="609">
                  <c:v>27.606081</c:v>
                </c:pt>
                <c:pt idx="610">
                  <c:v>32.756884999999997</c:v>
                </c:pt>
                <c:pt idx="611">
                  <c:v>28.462565999999999</c:v>
                </c:pt>
                <c:pt idx="612">
                  <c:v>30.536525000000001</c:v>
                </c:pt>
                <c:pt idx="613">
                  <c:v>31.459602</c:v>
                </c:pt>
                <c:pt idx="614">
                  <c:v>31.430374</c:v>
                </c:pt>
                <c:pt idx="615">
                  <c:v>33.158250000000002</c:v>
                </c:pt>
                <c:pt idx="616">
                  <c:v>29.205684000000002</c:v>
                </c:pt>
                <c:pt idx="617">
                  <c:v>31.967977000000001</c:v>
                </c:pt>
                <c:pt idx="618">
                  <c:v>25.308284</c:v>
                </c:pt>
                <c:pt idx="619">
                  <c:v>31.955679</c:v>
                </c:pt>
                <c:pt idx="620">
                  <c:v>35.932358000000001</c:v>
                </c:pt>
                <c:pt idx="621">
                  <c:v>30.884446000000001</c:v>
                </c:pt>
                <c:pt idx="622">
                  <c:v>29.984942</c:v>
                </c:pt>
                <c:pt idx="623">
                  <c:v>31.333212</c:v>
                </c:pt>
                <c:pt idx="624">
                  <c:v>27.842649999999999</c:v>
                </c:pt>
                <c:pt idx="625">
                  <c:v>26.729733</c:v>
                </c:pt>
                <c:pt idx="626">
                  <c:v>35.441082999999999</c:v>
                </c:pt>
                <c:pt idx="627">
                  <c:v>35.873696000000002</c:v>
                </c:pt>
                <c:pt idx="628">
                  <c:v>29.966366000000001</c:v>
                </c:pt>
                <c:pt idx="629">
                  <c:v>28.354324999999999</c:v>
                </c:pt>
                <c:pt idx="630">
                  <c:v>28.875192999999999</c:v>
                </c:pt>
                <c:pt idx="631">
                  <c:v>36.951596000000002</c:v>
                </c:pt>
                <c:pt idx="632">
                  <c:v>30.636191</c:v>
                </c:pt>
                <c:pt idx="633">
                  <c:v>31.361695999999998</c:v>
                </c:pt>
                <c:pt idx="634">
                  <c:v>30.610116999999999</c:v>
                </c:pt>
                <c:pt idx="635">
                  <c:v>31.725612999999999</c:v>
                </c:pt>
                <c:pt idx="636">
                  <c:v>29.273436</c:v>
                </c:pt>
                <c:pt idx="637">
                  <c:v>27.891376999999999</c:v>
                </c:pt>
                <c:pt idx="638">
                  <c:v>30.715599999999998</c:v>
                </c:pt>
                <c:pt idx="639">
                  <c:v>31.851989</c:v>
                </c:pt>
                <c:pt idx="640">
                  <c:v>36.026403999999999</c:v>
                </c:pt>
                <c:pt idx="641">
                  <c:v>28.278459999999999</c:v>
                </c:pt>
                <c:pt idx="642">
                  <c:v>26.303471999999999</c:v>
                </c:pt>
                <c:pt idx="643">
                  <c:v>31.564409000000001</c:v>
                </c:pt>
                <c:pt idx="644">
                  <c:v>33.139321000000002</c:v>
                </c:pt>
                <c:pt idx="645">
                  <c:v>31.499157</c:v>
                </c:pt>
                <c:pt idx="646">
                  <c:v>29.367699999999999</c:v>
                </c:pt>
                <c:pt idx="647">
                  <c:v>30.086689</c:v>
                </c:pt>
                <c:pt idx="648">
                  <c:v>40.348210999999999</c:v>
                </c:pt>
                <c:pt idx="649">
                  <c:v>28.868728999999998</c:v>
                </c:pt>
                <c:pt idx="650">
                  <c:v>34.877150999999998</c:v>
                </c:pt>
                <c:pt idx="651">
                  <c:v>28.463498000000001</c:v>
                </c:pt>
                <c:pt idx="652">
                  <c:v>33.004688999999999</c:v>
                </c:pt>
                <c:pt idx="653">
                  <c:v>31.144601999999999</c:v>
                </c:pt>
                <c:pt idx="654">
                  <c:v>29.715498</c:v>
                </c:pt>
                <c:pt idx="655">
                  <c:v>31.101838999999998</c:v>
                </c:pt>
                <c:pt idx="656">
                  <c:v>32.171720000000001</c:v>
                </c:pt>
                <c:pt idx="657">
                  <c:v>32.573414999999997</c:v>
                </c:pt>
                <c:pt idx="658">
                  <c:v>31.994888</c:v>
                </c:pt>
                <c:pt idx="659">
                  <c:v>33.051734000000003</c:v>
                </c:pt>
                <c:pt idx="660">
                  <c:v>30.610911000000002</c:v>
                </c:pt>
                <c:pt idx="661">
                  <c:v>30.895436</c:v>
                </c:pt>
                <c:pt idx="662">
                  <c:v>35.347664999999999</c:v>
                </c:pt>
                <c:pt idx="663">
                  <c:v>27.700669000000001</c:v>
                </c:pt>
                <c:pt idx="664">
                  <c:v>28.749157</c:v>
                </c:pt>
                <c:pt idx="665">
                  <c:v>25.230616999999999</c:v>
                </c:pt>
                <c:pt idx="666">
                  <c:v>26.197649999999999</c:v>
                </c:pt>
                <c:pt idx="667">
                  <c:v>30.350845</c:v>
                </c:pt>
                <c:pt idx="668">
                  <c:v>29.718264999999999</c:v>
                </c:pt>
                <c:pt idx="669">
                  <c:v>35.607798000000003</c:v>
                </c:pt>
                <c:pt idx="670">
                  <c:v>33.948062</c:v>
                </c:pt>
                <c:pt idx="671">
                  <c:v>33.821826999999999</c:v>
                </c:pt>
                <c:pt idx="672">
                  <c:v>42.266432999999999</c:v>
                </c:pt>
                <c:pt idx="673">
                  <c:v>32.984802999999999</c:v>
                </c:pt>
                <c:pt idx="674">
                  <c:v>33.545484999999999</c:v>
                </c:pt>
                <c:pt idx="675">
                  <c:v>31.172260000000001</c:v>
                </c:pt>
                <c:pt idx="676">
                  <c:v>34.895567</c:v>
                </c:pt>
                <c:pt idx="677">
                  <c:v>32.264870999999999</c:v>
                </c:pt>
                <c:pt idx="678">
                  <c:v>32.242339999999999</c:v>
                </c:pt>
                <c:pt idx="679">
                  <c:v>31.897541</c:v>
                </c:pt>
                <c:pt idx="680">
                  <c:v>30.893636999999998</c:v>
                </c:pt>
                <c:pt idx="681">
                  <c:v>30.937297999999998</c:v>
                </c:pt>
                <c:pt idx="682">
                  <c:v>28.301888999999999</c:v>
                </c:pt>
                <c:pt idx="683">
                  <c:v>27.903105</c:v>
                </c:pt>
                <c:pt idx="684">
                  <c:v>34.866619</c:v>
                </c:pt>
                <c:pt idx="685">
                  <c:v>39.185825999999999</c:v>
                </c:pt>
                <c:pt idx="686">
                  <c:v>27.645513000000001</c:v>
                </c:pt>
                <c:pt idx="687">
                  <c:v>28.110322</c:v>
                </c:pt>
                <c:pt idx="688">
                  <c:v>26.016953999999998</c:v>
                </c:pt>
                <c:pt idx="689">
                  <c:v>29.431971999999998</c:v>
                </c:pt>
                <c:pt idx="690">
                  <c:v>34.042712000000002</c:v>
                </c:pt>
                <c:pt idx="691">
                  <c:v>30.141144000000001</c:v>
                </c:pt>
                <c:pt idx="692">
                  <c:v>35.104807999999998</c:v>
                </c:pt>
                <c:pt idx="693">
                  <c:v>31.897611999999999</c:v>
                </c:pt>
                <c:pt idx="694">
                  <c:v>29.571783</c:v>
                </c:pt>
                <c:pt idx="695">
                  <c:v>29.770712</c:v>
                </c:pt>
                <c:pt idx="696">
                  <c:v>33.731720000000003</c:v>
                </c:pt>
                <c:pt idx="697">
                  <c:v>35.289530999999997</c:v>
                </c:pt>
                <c:pt idx="698">
                  <c:v>30.136445999999999</c:v>
                </c:pt>
                <c:pt idx="699">
                  <c:v>36.868858000000003</c:v>
                </c:pt>
                <c:pt idx="700">
                  <c:v>29.482333000000001</c:v>
                </c:pt>
                <c:pt idx="701">
                  <c:v>30.949725999999998</c:v>
                </c:pt>
                <c:pt idx="702">
                  <c:v>31.639686000000001</c:v>
                </c:pt>
                <c:pt idx="703">
                  <c:v>32.415500000000002</c:v>
                </c:pt>
                <c:pt idx="704">
                  <c:v>28.294574999999998</c:v>
                </c:pt>
                <c:pt idx="705">
                  <c:v>32.49212</c:v>
                </c:pt>
                <c:pt idx="706">
                  <c:v>29.264641999999998</c:v>
                </c:pt>
                <c:pt idx="707">
                  <c:v>28.339694000000001</c:v>
                </c:pt>
                <c:pt idx="708">
                  <c:v>32.860846000000002</c:v>
                </c:pt>
                <c:pt idx="709">
                  <c:v>33.138230999999998</c:v>
                </c:pt>
                <c:pt idx="710">
                  <c:v>34.521233000000002</c:v>
                </c:pt>
                <c:pt idx="711">
                  <c:v>30.580862</c:v>
                </c:pt>
                <c:pt idx="712">
                  <c:v>25.004677000000001</c:v>
                </c:pt>
                <c:pt idx="713">
                  <c:v>29.469132999999999</c:v>
                </c:pt>
                <c:pt idx="714">
                  <c:v>28.214914</c:v>
                </c:pt>
                <c:pt idx="715">
                  <c:v>27.67042</c:v>
                </c:pt>
                <c:pt idx="716">
                  <c:v>30.67268</c:v>
                </c:pt>
                <c:pt idx="717">
                  <c:v>28.861827000000002</c:v>
                </c:pt>
                <c:pt idx="718">
                  <c:v>30.663774</c:v>
                </c:pt>
                <c:pt idx="719">
                  <c:v>28.194317000000002</c:v>
                </c:pt>
                <c:pt idx="720">
                  <c:v>34.778072999999999</c:v>
                </c:pt>
                <c:pt idx="721">
                  <c:v>36.146126000000002</c:v>
                </c:pt>
                <c:pt idx="722">
                  <c:v>35.303981999999998</c:v>
                </c:pt>
                <c:pt idx="723">
                  <c:v>32.872278999999999</c:v>
                </c:pt>
                <c:pt idx="724">
                  <c:v>33.347836999999998</c:v>
                </c:pt>
                <c:pt idx="725">
                  <c:v>29.760964000000001</c:v>
                </c:pt>
                <c:pt idx="726">
                  <c:v>31.526610000000002</c:v>
                </c:pt>
                <c:pt idx="727">
                  <c:v>27.581958</c:v>
                </c:pt>
                <c:pt idx="728">
                  <c:v>33.170696</c:v>
                </c:pt>
                <c:pt idx="729">
                  <c:v>31.750921999999999</c:v>
                </c:pt>
                <c:pt idx="730">
                  <c:v>29.37229</c:v>
                </c:pt>
                <c:pt idx="731">
                  <c:v>33.660567999999998</c:v>
                </c:pt>
                <c:pt idx="732">
                  <c:v>30.954864000000001</c:v>
                </c:pt>
                <c:pt idx="733">
                  <c:v>22.419304</c:v>
                </c:pt>
                <c:pt idx="734">
                  <c:v>29.745861999999999</c:v>
                </c:pt>
                <c:pt idx="735">
                  <c:v>35.333052000000002</c:v>
                </c:pt>
                <c:pt idx="736">
                  <c:v>28.729852000000001</c:v>
                </c:pt>
                <c:pt idx="737">
                  <c:v>28.580696</c:v>
                </c:pt>
                <c:pt idx="738">
                  <c:v>29.682376000000001</c:v>
                </c:pt>
                <c:pt idx="739">
                  <c:v>28.371451</c:v>
                </c:pt>
                <c:pt idx="740">
                  <c:v>27.210149000000001</c:v>
                </c:pt>
                <c:pt idx="741">
                  <c:v>28.542172999999998</c:v>
                </c:pt>
                <c:pt idx="742">
                  <c:v>27.719726000000001</c:v>
                </c:pt>
                <c:pt idx="743">
                  <c:v>28.961172000000001</c:v>
                </c:pt>
                <c:pt idx="744">
                  <c:v>31.172141</c:v>
                </c:pt>
                <c:pt idx="745">
                  <c:v>31.448789000000001</c:v>
                </c:pt>
                <c:pt idx="746">
                  <c:v>35.219116999999997</c:v>
                </c:pt>
                <c:pt idx="747">
                  <c:v>35.809382999999997</c:v>
                </c:pt>
                <c:pt idx="748">
                  <c:v>31.922242000000001</c:v>
                </c:pt>
                <c:pt idx="749">
                  <c:v>32.531934</c:v>
                </c:pt>
                <c:pt idx="750">
                  <c:v>31.877600999999999</c:v>
                </c:pt>
                <c:pt idx="751">
                  <c:v>28.821047</c:v>
                </c:pt>
                <c:pt idx="752">
                  <c:v>25.760567999999999</c:v>
                </c:pt>
                <c:pt idx="753">
                  <c:v>28.225232999999999</c:v>
                </c:pt>
                <c:pt idx="754">
                  <c:v>28.414762</c:v>
                </c:pt>
                <c:pt idx="755">
                  <c:v>30.787980000000001</c:v>
                </c:pt>
                <c:pt idx="756">
                  <c:v>31.022562000000001</c:v>
                </c:pt>
                <c:pt idx="757">
                  <c:v>27.145693000000001</c:v>
                </c:pt>
                <c:pt idx="758">
                  <c:v>28.779161999999999</c:v>
                </c:pt>
                <c:pt idx="759">
                  <c:v>24.060138999999999</c:v>
                </c:pt>
                <c:pt idx="760">
                  <c:v>27.463903999999999</c:v>
                </c:pt>
                <c:pt idx="761">
                  <c:v>26.302206000000002</c:v>
                </c:pt>
                <c:pt idx="762">
                  <c:v>28.710764000000001</c:v>
                </c:pt>
                <c:pt idx="763">
                  <c:v>26.906663999999999</c:v>
                </c:pt>
                <c:pt idx="764">
                  <c:v>30.969494999999998</c:v>
                </c:pt>
                <c:pt idx="765">
                  <c:v>29.192596999999999</c:v>
                </c:pt>
                <c:pt idx="766">
                  <c:v>31.289283999999999</c:v>
                </c:pt>
                <c:pt idx="767">
                  <c:v>30.108356000000001</c:v>
                </c:pt>
                <c:pt idx="768">
                  <c:v>33.94885</c:v>
                </c:pt>
                <c:pt idx="769">
                  <c:v>28.450409000000001</c:v>
                </c:pt>
                <c:pt idx="770">
                  <c:v>34.393208000000001</c:v>
                </c:pt>
                <c:pt idx="771">
                  <c:v>30.921631999999999</c:v>
                </c:pt>
                <c:pt idx="772">
                  <c:v>31.350453000000002</c:v>
                </c:pt>
                <c:pt idx="773">
                  <c:v>31.838090999999999</c:v>
                </c:pt>
                <c:pt idx="774">
                  <c:v>32.318176000000001</c:v>
                </c:pt>
                <c:pt idx="775">
                  <c:v>27.590354000000001</c:v>
                </c:pt>
                <c:pt idx="776">
                  <c:v>22.662952000000001</c:v>
                </c:pt>
                <c:pt idx="777">
                  <c:v>22.458055999999999</c:v>
                </c:pt>
                <c:pt idx="778">
                  <c:v>21.574210000000001</c:v>
                </c:pt>
                <c:pt idx="779">
                  <c:v>20.255241999999999</c:v>
                </c:pt>
                <c:pt idx="780">
                  <c:v>28.75254</c:v>
                </c:pt>
                <c:pt idx="781">
                  <c:v>23.321622000000001</c:v>
                </c:pt>
                <c:pt idx="782">
                  <c:v>20.808130999999999</c:v>
                </c:pt>
                <c:pt idx="783">
                  <c:v>21.845831</c:v>
                </c:pt>
                <c:pt idx="784">
                  <c:v>24.331697999999999</c:v>
                </c:pt>
                <c:pt idx="785">
                  <c:v>28.209218</c:v>
                </c:pt>
                <c:pt idx="786">
                  <c:v>29.06615</c:v>
                </c:pt>
                <c:pt idx="787">
                  <c:v>28.577622000000002</c:v>
                </c:pt>
                <c:pt idx="788">
                  <c:v>30.142322</c:v>
                </c:pt>
                <c:pt idx="789">
                  <c:v>35.901322999999998</c:v>
                </c:pt>
                <c:pt idx="790">
                  <c:v>33.210985999999998</c:v>
                </c:pt>
                <c:pt idx="791">
                  <c:v>35.215764</c:v>
                </c:pt>
                <c:pt idx="792">
                  <c:v>33.351260000000003</c:v>
                </c:pt>
                <c:pt idx="793">
                  <c:v>28.318674000000001</c:v>
                </c:pt>
                <c:pt idx="794">
                  <c:v>28.938381</c:v>
                </c:pt>
                <c:pt idx="795">
                  <c:v>27.388597000000001</c:v>
                </c:pt>
                <c:pt idx="796">
                  <c:v>26.058584</c:v>
                </c:pt>
                <c:pt idx="797">
                  <c:v>23.877564</c:v>
                </c:pt>
                <c:pt idx="798">
                  <c:v>26.919934999999999</c:v>
                </c:pt>
                <c:pt idx="799">
                  <c:v>26.624324000000001</c:v>
                </c:pt>
                <c:pt idx="800">
                  <c:v>22.494638999999999</c:v>
                </c:pt>
                <c:pt idx="801">
                  <c:v>28.572409</c:v>
                </c:pt>
                <c:pt idx="802">
                  <c:v>30.495045999999999</c:v>
                </c:pt>
                <c:pt idx="803">
                  <c:v>30.702283999999999</c:v>
                </c:pt>
                <c:pt idx="804">
                  <c:v>29.921171000000001</c:v>
                </c:pt>
                <c:pt idx="805">
                  <c:v>34.450074999999998</c:v>
                </c:pt>
                <c:pt idx="806">
                  <c:v>33.623119000000003</c:v>
                </c:pt>
                <c:pt idx="807">
                  <c:v>35.269747000000002</c:v>
                </c:pt>
                <c:pt idx="808">
                  <c:v>35.119563999999997</c:v>
                </c:pt>
                <c:pt idx="809">
                  <c:v>29.868117999999999</c:v>
                </c:pt>
                <c:pt idx="810">
                  <c:v>30.064665999999999</c:v>
                </c:pt>
                <c:pt idx="811">
                  <c:v>27.406932999999999</c:v>
                </c:pt>
                <c:pt idx="812">
                  <c:v>35.105604</c:v>
                </c:pt>
                <c:pt idx="813">
                  <c:v>30.429597000000001</c:v>
                </c:pt>
                <c:pt idx="814">
                  <c:v>30.291307</c:v>
                </c:pt>
                <c:pt idx="815">
                  <c:v>23.016618000000001</c:v>
                </c:pt>
                <c:pt idx="816">
                  <c:v>20.804919999999999</c:v>
                </c:pt>
                <c:pt idx="817">
                  <c:v>30.510204999999999</c:v>
                </c:pt>
                <c:pt idx="818">
                  <c:v>27.408709000000002</c:v>
                </c:pt>
                <c:pt idx="819">
                  <c:v>29.915039</c:v>
                </c:pt>
                <c:pt idx="820">
                  <c:v>26.046771</c:v>
                </c:pt>
                <c:pt idx="821">
                  <c:v>33.070757</c:v>
                </c:pt>
                <c:pt idx="822">
                  <c:v>29.373456999999998</c:v>
                </c:pt>
                <c:pt idx="823">
                  <c:v>37.460666000000003</c:v>
                </c:pt>
                <c:pt idx="824">
                  <c:v>29.964178</c:v>
                </c:pt>
                <c:pt idx="825">
                  <c:v>29.388936000000001</c:v>
                </c:pt>
                <c:pt idx="826">
                  <c:v>29.526721999999999</c:v>
                </c:pt>
                <c:pt idx="827">
                  <c:v>27.149289</c:v>
                </c:pt>
                <c:pt idx="828">
                  <c:v>28.043960999999999</c:v>
                </c:pt>
                <c:pt idx="829">
                  <c:v>26.268059000000001</c:v>
                </c:pt>
                <c:pt idx="830">
                  <c:v>24.164625999999998</c:v>
                </c:pt>
                <c:pt idx="831">
                  <c:v>25.901351999999999</c:v>
                </c:pt>
                <c:pt idx="832">
                  <c:v>29.690317</c:v>
                </c:pt>
                <c:pt idx="833">
                  <c:v>30.412860999999999</c:v>
                </c:pt>
                <c:pt idx="834">
                  <c:v>26.941025</c:v>
                </c:pt>
                <c:pt idx="835">
                  <c:v>29.006817999999999</c:v>
                </c:pt>
                <c:pt idx="836">
                  <c:v>27.956582999999998</c:v>
                </c:pt>
                <c:pt idx="837">
                  <c:v>32.196852999999997</c:v>
                </c:pt>
                <c:pt idx="838">
                  <c:v>33.010945999999997</c:v>
                </c:pt>
                <c:pt idx="839">
                  <c:v>31.784818999999999</c:v>
                </c:pt>
                <c:pt idx="840">
                  <c:v>30.405110000000001</c:v>
                </c:pt>
                <c:pt idx="841">
                  <c:v>30.266335000000002</c:v>
                </c:pt>
                <c:pt idx="842">
                  <c:v>26.292086999999999</c:v>
                </c:pt>
                <c:pt idx="843">
                  <c:v>27.285830000000001</c:v>
                </c:pt>
                <c:pt idx="844">
                  <c:v>23.923729999999999</c:v>
                </c:pt>
                <c:pt idx="845">
                  <c:v>24.844776</c:v>
                </c:pt>
                <c:pt idx="846">
                  <c:v>32.379843999999999</c:v>
                </c:pt>
                <c:pt idx="847">
                  <c:v>26.505562000000001</c:v>
                </c:pt>
                <c:pt idx="848">
                  <c:v>26.985327000000002</c:v>
                </c:pt>
                <c:pt idx="849">
                  <c:v>30.061081999999999</c:v>
                </c:pt>
                <c:pt idx="850">
                  <c:v>28.372499000000001</c:v>
                </c:pt>
                <c:pt idx="851">
                  <c:v>29.850804</c:v>
                </c:pt>
                <c:pt idx="852">
                  <c:v>32.655295000000002</c:v>
                </c:pt>
                <c:pt idx="853">
                  <c:v>33.004308999999999</c:v>
                </c:pt>
                <c:pt idx="854">
                  <c:v>24.952559999999998</c:v>
                </c:pt>
                <c:pt idx="855">
                  <c:v>32.316524000000001</c:v>
                </c:pt>
                <c:pt idx="856">
                  <c:v>32.196218000000002</c:v>
                </c:pt>
                <c:pt idx="857">
                  <c:v>31.093803000000001</c:v>
                </c:pt>
                <c:pt idx="858">
                  <c:v>29.861249000000001</c:v>
                </c:pt>
                <c:pt idx="859">
                  <c:v>30.580907</c:v>
                </c:pt>
                <c:pt idx="860">
                  <c:v>30.142265999999999</c:v>
                </c:pt>
                <c:pt idx="861">
                  <c:v>32.948985999999998</c:v>
                </c:pt>
                <c:pt idx="862">
                  <c:v>27.092462999999999</c:v>
                </c:pt>
                <c:pt idx="863">
                  <c:v>29.783103000000001</c:v>
                </c:pt>
                <c:pt idx="864">
                  <c:v>27.430776999999999</c:v>
                </c:pt>
                <c:pt idx="865">
                  <c:v>29.047049000000001</c:v>
                </c:pt>
                <c:pt idx="866">
                  <c:v>28.929684000000002</c:v>
                </c:pt>
                <c:pt idx="867">
                  <c:v>23.130918999999999</c:v>
                </c:pt>
                <c:pt idx="868">
                  <c:v>29.245524</c:v>
                </c:pt>
                <c:pt idx="869">
                  <c:v>29.157198999999999</c:v>
                </c:pt>
                <c:pt idx="870">
                  <c:v>32.654752000000002</c:v>
                </c:pt>
                <c:pt idx="871">
                  <c:v>25.128822</c:v>
                </c:pt>
                <c:pt idx="872">
                  <c:v>30.784241000000002</c:v>
                </c:pt>
                <c:pt idx="873">
                  <c:v>29.570875999999998</c:v>
                </c:pt>
                <c:pt idx="874">
                  <c:v>22.138646000000001</c:v>
                </c:pt>
                <c:pt idx="875">
                  <c:v>19.398461000000001</c:v>
                </c:pt>
                <c:pt idx="876">
                  <c:v>17.744305000000001</c:v>
                </c:pt>
                <c:pt idx="877">
                  <c:v>18.390929</c:v>
                </c:pt>
                <c:pt idx="878">
                  <c:v>30.076788000000001</c:v>
                </c:pt>
                <c:pt idx="879">
                  <c:v>30.982013999999999</c:v>
                </c:pt>
                <c:pt idx="880">
                  <c:v>30.706361999999999</c:v>
                </c:pt>
                <c:pt idx="881">
                  <c:v>31.399374999999999</c:v>
                </c:pt>
                <c:pt idx="882">
                  <c:v>30.809570000000001</c:v>
                </c:pt>
                <c:pt idx="883">
                  <c:v>33.432250000000003</c:v>
                </c:pt>
                <c:pt idx="884">
                  <c:v>24.087263</c:v>
                </c:pt>
                <c:pt idx="885">
                  <c:v>20.648516999999998</c:v>
                </c:pt>
                <c:pt idx="886">
                  <c:v>26.231365</c:v>
                </c:pt>
                <c:pt idx="887">
                  <c:v>28.023861</c:v>
                </c:pt>
                <c:pt idx="888">
                  <c:v>28.90325</c:v>
                </c:pt>
                <c:pt idx="889">
                  <c:v>28.008482000000001</c:v>
                </c:pt>
                <c:pt idx="890">
                  <c:v>25.693363000000002</c:v>
                </c:pt>
                <c:pt idx="891">
                  <c:v>26.333254</c:v>
                </c:pt>
                <c:pt idx="892">
                  <c:v>27.890539</c:v>
                </c:pt>
                <c:pt idx="893">
                  <c:v>26.462968</c:v>
                </c:pt>
                <c:pt idx="894">
                  <c:v>29.834161000000002</c:v>
                </c:pt>
                <c:pt idx="895">
                  <c:v>29.695632</c:v>
                </c:pt>
                <c:pt idx="896">
                  <c:v>33.027504999999998</c:v>
                </c:pt>
                <c:pt idx="897">
                  <c:v>19.630614000000001</c:v>
                </c:pt>
                <c:pt idx="898">
                  <c:v>22.620695000000001</c:v>
                </c:pt>
                <c:pt idx="899">
                  <c:v>18.129715999999998</c:v>
                </c:pt>
                <c:pt idx="900">
                  <c:v>16.707446000000001</c:v>
                </c:pt>
                <c:pt idx="901">
                  <c:v>31.081757</c:v>
                </c:pt>
                <c:pt idx="902">
                  <c:v>30.859280999999999</c:v>
                </c:pt>
                <c:pt idx="903">
                  <c:v>33.696232999999999</c:v>
                </c:pt>
                <c:pt idx="904">
                  <c:v>29.175149999999999</c:v>
                </c:pt>
                <c:pt idx="905">
                  <c:v>28.164701999999998</c:v>
                </c:pt>
                <c:pt idx="906">
                  <c:v>24.175421</c:v>
                </c:pt>
                <c:pt idx="907">
                  <c:v>26.984938</c:v>
                </c:pt>
                <c:pt idx="908">
                  <c:v>24.179162000000002</c:v>
                </c:pt>
                <c:pt idx="909">
                  <c:v>21.856688999999999</c:v>
                </c:pt>
                <c:pt idx="910">
                  <c:v>22.488160000000001</c:v>
                </c:pt>
                <c:pt idx="911">
                  <c:v>24.959232</c:v>
                </c:pt>
                <c:pt idx="912">
                  <c:v>25.80134</c:v>
                </c:pt>
                <c:pt idx="913">
                  <c:v>27.645118</c:v>
                </c:pt>
                <c:pt idx="914">
                  <c:v>20.856477999999999</c:v>
                </c:pt>
                <c:pt idx="915">
                  <c:v>20.087147000000002</c:v>
                </c:pt>
                <c:pt idx="916">
                  <c:v>27.311527999999999</c:v>
                </c:pt>
                <c:pt idx="917">
                  <c:v>25.880490999999999</c:v>
                </c:pt>
                <c:pt idx="918">
                  <c:v>26.023602</c:v>
                </c:pt>
                <c:pt idx="919">
                  <c:v>27.819391</c:v>
                </c:pt>
                <c:pt idx="920">
                  <c:v>27.857824000000001</c:v>
                </c:pt>
                <c:pt idx="921">
                  <c:v>29.904188000000001</c:v>
                </c:pt>
                <c:pt idx="922">
                  <c:v>26.169314</c:v>
                </c:pt>
                <c:pt idx="923">
                  <c:v>20.356482</c:v>
                </c:pt>
                <c:pt idx="924">
                  <c:v>17.415192000000001</c:v>
                </c:pt>
                <c:pt idx="925">
                  <c:v>33.004674999999999</c:v>
                </c:pt>
                <c:pt idx="926">
                  <c:v>32.228065999999998</c:v>
                </c:pt>
                <c:pt idx="927">
                  <c:v>34.188085999999998</c:v>
                </c:pt>
                <c:pt idx="928">
                  <c:v>34.827027999999999</c:v>
                </c:pt>
                <c:pt idx="929">
                  <c:v>26.612441</c:v>
                </c:pt>
                <c:pt idx="930">
                  <c:v>28.773333000000001</c:v>
                </c:pt>
                <c:pt idx="931">
                  <c:v>24.467663000000002</c:v>
                </c:pt>
                <c:pt idx="932">
                  <c:v>25.919492000000002</c:v>
                </c:pt>
                <c:pt idx="933">
                  <c:v>22.524702999999999</c:v>
                </c:pt>
                <c:pt idx="934">
                  <c:v>22.369007</c:v>
                </c:pt>
                <c:pt idx="935">
                  <c:v>18.904259</c:v>
                </c:pt>
                <c:pt idx="936">
                  <c:v>24.273548999999999</c:v>
                </c:pt>
                <c:pt idx="937">
                  <c:v>22.559896999999999</c:v>
                </c:pt>
                <c:pt idx="938">
                  <c:v>24.775891999999999</c:v>
                </c:pt>
                <c:pt idx="939">
                  <c:v>23.69014</c:v>
                </c:pt>
                <c:pt idx="940">
                  <c:v>21.567986999999999</c:v>
                </c:pt>
                <c:pt idx="941">
                  <c:v>22.329049000000001</c:v>
                </c:pt>
                <c:pt idx="942">
                  <c:v>26.205507999999998</c:v>
                </c:pt>
                <c:pt idx="943">
                  <c:v>26.190397000000001</c:v>
                </c:pt>
                <c:pt idx="944">
                  <c:v>18.933192999999999</c:v>
                </c:pt>
                <c:pt idx="945">
                  <c:v>25.227262</c:v>
                </c:pt>
                <c:pt idx="946">
                  <c:v>24.551791000000001</c:v>
                </c:pt>
                <c:pt idx="947">
                  <c:v>17.122143999999999</c:v>
                </c:pt>
                <c:pt idx="948">
                  <c:v>17.908004999999999</c:v>
                </c:pt>
                <c:pt idx="949">
                  <c:v>12.465216</c:v>
                </c:pt>
                <c:pt idx="950">
                  <c:v>32.892524000000002</c:v>
                </c:pt>
                <c:pt idx="951">
                  <c:v>27.889859999999999</c:v>
                </c:pt>
                <c:pt idx="952">
                  <c:v>28.051380000000002</c:v>
                </c:pt>
                <c:pt idx="953">
                  <c:v>31.799119999999998</c:v>
                </c:pt>
                <c:pt idx="954">
                  <c:v>35.088034999999998</c:v>
                </c:pt>
                <c:pt idx="955">
                  <c:v>30.329226999999999</c:v>
                </c:pt>
                <c:pt idx="956">
                  <c:v>25.894327000000001</c:v>
                </c:pt>
                <c:pt idx="957">
                  <c:v>27.099831999999999</c:v>
                </c:pt>
                <c:pt idx="958">
                  <c:v>24.594981000000001</c:v>
                </c:pt>
                <c:pt idx="959">
                  <c:v>24.803743000000001</c:v>
                </c:pt>
                <c:pt idx="960">
                  <c:v>23.014961</c:v>
                </c:pt>
                <c:pt idx="961">
                  <c:v>20.087931000000001</c:v>
                </c:pt>
                <c:pt idx="962">
                  <c:v>26.171961</c:v>
                </c:pt>
                <c:pt idx="963">
                  <c:v>27.528518999999999</c:v>
                </c:pt>
                <c:pt idx="964">
                  <c:v>23.706284</c:v>
                </c:pt>
                <c:pt idx="965">
                  <c:v>19.670081</c:v>
                </c:pt>
                <c:pt idx="966">
                  <c:v>23.914921</c:v>
                </c:pt>
                <c:pt idx="967">
                  <c:v>22.085743999999998</c:v>
                </c:pt>
                <c:pt idx="968">
                  <c:v>28.427339</c:v>
                </c:pt>
                <c:pt idx="969">
                  <c:v>20.177931000000001</c:v>
                </c:pt>
                <c:pt idx="970">
                  <c:v>27.313718999999999</c:v>
                </c:pt>
                <c:pt idx="971">
                  <c:v>23.790431999999999</c:v>
                </c:pt>
                <c:pt idx="972">
                  <c:v>25.926036</c:v>
                </c:pt>
                <c:pt idx="973">
                  <c:v>21.144399</c:v>
                </c:pt>
                <c:pt idx="974">
                  <c:v>32.980490000000003</c:v>
                </c:pt>
                <c:pt idx="975">
                  <c:v>32.130588000000003</c:v>
                </c:pt>
                <c:pt idx="976">
                  <c:v>27.359248000000001</c:v>
                </c:pt>
                <c:pt idx="977">
                  <c:v>24.625295999999999</c:v>
                </c:pt>
                <c:pt idx="978">
                  <c:v>35.352764999999998</c:v>
                </c:pt>
                <c:pt idx="979">
                  <c:v>29.694583999999999</c:v>
                </c:pt>
                <c:pt idx="980">
                  <c:v>31.864930000000001</c:v>
                </c:pt>
                <c:pt idx="981">
                  <c:v>28.873189</c:v>
                </c:pt>
                <c:pt idx="982">
                  <c:v>27.246580000000002</c:v>
                </c:pt>
                <c:pt idx="983">
                  <c:v>24.705962</c:v>
                </c:pt>
                <c:pt idx="984">
                  <c:v>21.116817999999999</c:v>
                </c:pt>
                <c:pt idx="985">
                  <c:v>19.143115999999999</c:v>
                </c:pt>
                <c:pt idx="986">
                  <c:v>20.144272999999998</c:v>
                </c:pt>
                <c:pt idx="987">
                  <c:v>22.23189</c:v>
                </c:pt>
                <c:pt idx="988">
                  <c:v>13.367774000000001</c:v>
                </c:pt>
                <c:pt idx="989">
                  <c:v>14.535648999999999</c:v>
                </c:pt>
                <c:pt idx="990">
                  <c:v>24.615677999999999</c:v>
                </c:pt>
                <c:pt idx="991">
                  <c:v>23.676715000000002</c:v>
                </c:pt>
                <c:pt idx="992">
                  <c:v>30.522646999999999</c:v>
                </c:pt>
                <c:pt idx="993">
                  <c:v>27.937446000000001</c:v>
                </c:pt>
                <c:pt idx="994">
                  <c:v>32.362949</c:v>
                </c:pt>
                <c:pt idx="995">
                  <c:v>25.630822999999999</c:v>
                </c:pt>
                <c:pt idx="996">
                  <c:v>25.968917999999999</c:v>
                </c:pt>
                <c:pt idx="997">
                  <c:v>31.962561000000001</c:v>
                </c:pt>
                <c:pt idx="998">
                  <c:v>31.008410999999999</c:v>
                </c:pt>
                <c:pt idx="999">
                  <c:v>31.818776</c:v>
                </c:pt>
                <c:pt idx="1000">
                  <c:v>25.986203</c:v>
                </c:pt>
                <c:pt idx="1001">
                  <c:v>27.419868999999998</c:v>
                </c:pt>
                <c:pt idx="1002">
                  <c:v>23.197849999999999</c:v>
                </c:pt>
                <c:pt idx="1003">
                  <c:v>26.227557000000001</c:v>
                </c:pt>
                <c:pt idx="1004">
                  <c:v>23.595521000000002</c:v>
                </c:pt>
                <c:pt idx="1005">
                  <c:v>23.909648000000001</c:v>
                </c:pt>
                <c:pt idx="1006">
                  <c:v>15.440378000000001</c:v>
                </c:pt>
                <c:pt idx="1007">
                  <c:v>31.252882</c:v>
                </c:pt>
                <c:pt idx="1008">
                  <c:v>30.780626999999999</c:v>
                </c:pt>
                <c:pt idx="1009">
                  <c:v>26.843294</c:v>
                </c:pt>
                <c:pt idx="1010">
                  <c:v>29.629300000000001</c:v>
                </c:pt>
                <c:pt idx="1011">
                  <c:v>22.877835999999999</c:v>
                </c:pt>
                <c:pt idx="1012">
                  <c:v>30.357510999999999</c:v>
                </c:pt>
                <c:pt idx="1013">
                  <c:v>31.813559999999999</c:v>
                </c:pt>
                <c:pt idx="1014">
                  <c:v>34.433717999999999</c:v>
                </c:pt>
                <c:pt idx="1015">
                  <c:v>23.622502999999998</c:v>
                </c:pt>
                <c:pt idx="1016">
                  <c:v>20.33586</c:v>
                </c:pt>
                <c:pt idx="1017">
                  <c:v>19.861763</c:v>
                </c:pt>
                <c:pt idx="1018">
                  <c:v>20.330798999999999</c:v>
                </c:pt>
                <c:pt idx="1019">
                  <c:v>22.803135000000001</c:v>
                </c:pt>
                <c:pt idx="1020">
                  <c:v>25.987559999999998</c:v>
                </c:pt>
                <c:pt idx="1021">
                  <c:v>19.762991</c:v>
                </c:pt>
                <c:pt idx="1022">
                  <c:v>27.907729</c:v>
                </c:pt>
                <c:pt idx="1023">
                  <c:v>24.220050000000001</c:v>
                </c:pt>
                <c:pt idx="1024">
                  <c:v>22.245488999999999</c:v>
                </c:pt>
                <c:pt idx="1025">
                  <c:v>21.237780000000001</c:v>
                </c:pt>
                <c:pt idx="1026">
                  <c:v>25.249203000000001</c:v>
                </c:pt>
                <c:pt idx="1027">
                  <c:v>26.157662999999999</c:v>
                </c:pt>
                <c:pt idx="1028">
                  <c:v>29.349612</c:v>
                </c:pt>
                <c:pt idx="1029">
                  <c:v>29.147248000000001</c:v>
                </c:pt>
                <c:pt idx="1030">
                  <c:v>23.348974999999999</c:v>
                </c:pt>
                <c:pt idx="1031">
                  <c:v>23.66694</c:v>
                </c:pt>
                <c:pt idx="1032">
                  <c:v>22.914401999999999</c:v>
                </c:pt>
                <c:pt idx="1033">
                  <c:v>23.862369999999999</c:v>
                </c:pt>
                <c:pt idx="1034">
                  <c:v>19.854997999999998</c:v>
                </c:pt>
                <c:pt idx="1035">
                  <c:v>17.680427000000002</c:v>
                </c:pt>
                <c:pt idx="1036">
                  <c:v>28.047181999999999</c:v>
                </c:pt>
                <c:pt idx="1037">
                  <c:v>27.109327</c:v>
                </c:pt>
                <c:pt idx="1038">
                  <c:v>21.355025999999999</c:v>
                </c:pt>
                <c:pt idx="1039">
                  <c:v>22.011968</c:v>
                </c:pt>
                <c:pt idx="1040">
                  <c:v>21.785208999999998</c:v>
                </c:pt>
                <c:pt idx="1041">
                  <c:v>22.048604999999998</c:v>
                </c:pt>
                <c:pt idx="1042">
                  <c:v>24.827089000000001</c:v>
                </c:pt>
                <c:pt idx="1043">
                  <c:v>24.288837000000001</c:v>
                </c:pt>
                <c:pt idx="1044">
                  <c:v>25.207159999999998</c:v>
                </c:pt>
                <c:pt idx="1045">
                  <c:v>20.428982000000001</c:v>
                </c:pt>
                <c:pt idx="1046">
                  <c:v>20.514693000000001</c:v>
                </c:pt>
                <c:pt idx="1047">
                  <c:v>22.236716999999999</c:v>
                </c:pt>
                <c:pt idx="1048">
                  <c:v>22.534103999999999</c:v>
                </c:pt>
                <c:pt idx="1049">
                  <c:v>18.325617999999999</c:v>
                </c:pt>
                <c:pt idx="1050">
                  <c:v>29.161787</c:v>
                </c:pt>
                <c:pt idx="1051">
                  <c:v>26.164535000000001</c:v>
                </c:pt>
                <c:pt idx="1052">
                  <c:v>25.493039</c:v>
                </c:pt>
                <c:pt idx="1053">
                  <c:v>23.673494999999999</c:v>
                </c:pt>
                <c:pt idx="1054">
                  <c:v>21.308720999999998</c:v>
                </c:pt>
                <c:pt idx="1055">
                  <c:v>21.392491</c:v>
                </c:pt>
                <c:pt idx="1056">
                  <c:v>27.767534000000001</c:v>
                </c:pt>
                <c:pt idx="1057">
                  <c:v>23.732989</c:v>
                </c:pt>
                <c:pt idx="1058">
                  <c:v>24.523306000000002</c:v>
                </c:pt>
                <c:pt idx="1059">
                  <c:v>22.896457000000002</c:v>
                </c:pt>
                <c:pt idx="1060">
                  <c:v>23.605307</c:v>
                </c:pt>
                <c:pt idx="1061">
                  <c:v>23.442852999999999</c:v>
                </c:pt>
                <c:pt idx="1062">
                  <c:v>25.7746</c:v>
                </c:pt>
                <c:pt idx="1063">
                  <c:v>24.946532000000001</c:v>
                </c:pt>
                <c:pt idx="1064">
                  <c:v>27.342423</c:v>
                </c:pt>
                <c:pt idx="1065">
                  <c:v>21.961433</c:v>
                </c:pt>
                <c:pt idx="1066">
                  <c:v>26.19436</c:v>
                </c:pt>
                <c:pt idx="1067">
                  <c:v>22.791276</c:v>
                </c:pt>
                <c:pt idx="1068">
                  <c:v>19.066013000000002</c:v>
                </c:pt>
                <c:pt idx="1069">
                  <c:v>28.202444</c:v>
                </c:pt>
                <c:pt idx="1070">
                  <c:v>23.619745000000002</c:v>
                </c:pt>
                <c:pt idx="1071">
                  <c:v>24.289292</c:v>
                </c:pt>
                <c:pt idx="1072">
                  <c:v>18.675314</c:v>
                </c:pt>
                <c:pt idx="1073">
                  <c:v>24.149602000000002</c:v>
                </c:pt>
                <c:pt idx="1074">
                  <c:v>23.75168</c:v>
                </c:pt>
                <c:pt idx="1075">
                  <c:v>21.224346000000001</c:v>
                </c:pt>
                <c:pt idx="1076">
                  <c:v>21.352654000000001</c:v>
                </c:pt>
                <c:pt idx="1077">
                  <c:v>19.552721999999999</c:v>
                </c:pt>
                <c:pt idx="1078">
                  <c:v>15.554482</c:v>
                </c:pt>
                <c:pt idx="1079">
                  <c:v>18.717623</c:v>
                </c:pt>
                <c:pt idx="1080">
                  <c:v>27.741299999999999</c:v>
                </c:pt>
                <c:pt idx="1081">
                  <c:v>20.719847999999999</c:v>
                </c:pt>
                <c:pt idx="1082">
                  <c:v>22.856721</c:v>
                </c:pt>
                <c:pt idx="1083">
                  <c:v>23.956230000000001</c:v>
                </c:pt>
                <c:pt idx="1084">
                  <c:v>22.894030000000001</c:v>
                </c:pt>
                <c:pt idx="1085">
                  <c:v>23.070613000000002</c:v>
                </c:pt>
                <c:pt idx="1086">
                  <c:v>22.732627000000001</c:v>
                </c:pt>
                <c:pt idx="1087">
                  <c:v>21.566320999999999</c:v>
                </c:pt>
                <c:pt idx="1088">
                  <c:v>21.587251999999999</c:v>
                </c:pt>
                <c:pt idx="1089">
                  <c:v>18.887903999999999</c:v>
                </c:pt>
                <c:pt idx="1090">
                  <c:v>23.745127</c:v>
                </c:pt>
                <c:pt idx="1091">
                  <c:v>32.042997999999997</c:v>
                </c:pt>
                <c:pt idx="1092">
                  <c:v>29.386918000000001</c:v>
                </c:pt>
                <c:pt idx="1093">
                  <c:v>22.524035000000001</c:v>
                </c:pt>
                <c:pt idx="1094">
                  <c:v>24.488553</c:v>
                </c:pt>
                <c:pt idx="1095">
                  <c:v>19.016576000000001</c:v>
                </c:pt>
                <c:pt idx="1096">
                  <c:v>24.883908000000002</c:v>
                </c:pt>
                <c:pt idx="1097">
                  <c:v>26.859390999999999</c:v>
                </c:pt>
                <c:pt idx="1098">
                  <c:v>25.024107000000001</c:v>
                </c:pt>
                <c:pt idx="1099">
                  <c:v>21.144414999999999</c:v>
                </c:pt>
                <c:pt idx="1100">
                  <c:v>16.209516000000001</c:v>
                </c:pt>
                <c:pt idx="1101">
                  <c:v>23.727331</c:v>
                </c:pt>
                <c:pt idx="1102">
                  <c:v>21.592210000000001</c:v>
                </c:pt>
                <c:pt idx="1103">
                  <c:v>21.90682</c:v>
                </c:pt>
                <c:pt idx="1104">
                  <c:v>21.036280000000001</c:v>
                </c:pt>
                <c:pt idx="1105">
                  <c:v>23.94558</c:v>
                </c:pt>
                <c:pt idx="1106">
                  <c:v>18.164287999999999</c:v>
                </c:pt>
                <c:pt idx="1107">
                  <c:v>24.300576</c:v>
                </c:pt>
                <c:pt idx="1108">
                  <c:v>26.777144</c:v>
                </c:pt>
                <c:pt idx="1109">
                  <c:v>21.359307000000001</c:v>
                </c:pt>
                <c:pt idx="1110">
                  <c:v>25.272808999999999</c:v>
                </c:pt>
                <c:pt idx="1111">
                  <c:v>24.690670999999998</c:v>
                </c:pt>
                <c:pt idx="1112">
                  <c:v>25.136604999999999</c:v>
                </c:pt>
                <c:pt idx="1113">
                  <c:v>31.387632</c:v>
                </c:pt>
                <c:pt idx="1114">
                  <c:v>29.279313999999999</c:v>
                </c:pt>
                <c:pt idx="1115">
                  <c:v>30.523502000000001</c:v>
                </c:pt>
                <c:pt idx="1116">
                  <c:v>34.728732999999998</c:v>
                </c:pt>
                <c:pt idx="1117">
                  <c:v>34.861055</c:v>
                </c:pt>
                <c:pt idx="1118">
                  <c:v>37.808528000000003</c:v>
                </c:pt>
                <c:pt idx="1119">
                  <c:v>27.343413999999999</c:v>
                </c:pt>
                <c:pt idx="1120">
                  <c:v>21.220946999999999</c:v>
                </c:pt>
                <c:pt idx="1121">
                  <c:v>25.574316</c:v>
                </c:pt>
                <c:pt idx="1122">
                  <c:v>29.201304</c:v>
                </c:pt>
                <c:pt idx="1123">
                  <c:v>28.468648999999999</c:v>
                </c:pt>
                <c:pt idx="1124">
                  <c:v>35.767442000000003</c:v>
                </c:pt>
                <c:pt idx="1125">
                  <c:v>30.741834000000001</c:v>
                </c:pt>
                <c:pt idx="1126">
                  <c:v>36.543353000000003</c:v>
                </c:pt>
                <c:pt idx="1127">
                  <c:v>34.403582999999998</c:v>
                </c:pt>
                <c:pt idx="1128">
                  <c:v>31.672495999999999</c:v>
                </c:pt>
                <c:pt idx="1129">
                  <c:v>29.225269999999998</c:v>
                </c:pt>
                <c:pt idx="1130">
                  <c:v>26.142775</c:v>
                </c:pt>
                <c:pt idx="1131">
                  <c:v>30.598687000000002</c:v>
                </c:pt>
                <c:pt idx="1132">
                  <c:v>32.502513</c:v>
                </c:pt>
                <c:pt idx="1133">
                  <c:v>29.026371000000001</c:v>
                </c:pt>
                <c:pt idx="1134">
                  <c:v>29.108613999999999</c:v>
                </c:pt>
                <c:pt idx="1135">
                  <c:v>35.547435999999998</c:v>
                </c:pt>
                <c:pt idx="1136">
                  <c:v>34.013998000000001</c:v>
                </c:pt>
                <c:pt idx="1137">
                  <c:v>32.909880000000001</c:v>
                </c:pt>
                <c:pt idx="1138">
                  <c:v>33.663977000000003</c:v>
                </c:pt>
                <c:pt idx="1139">
                  <c:v>30.034253</c:v>
                </c:pt>
                <c:pt idx="1140">
                  <c:v>29.983978</c:v>
                </c:pt>
                <c:pt idx="1141">
                  <c:v>31.431560000000001</c:v>
                </c:pt>
                <c:pt idx="1142">
                  <c:v>32.412491000000003</c:v>
                </c:pt>
                <c:pt idx="1143">
                  <c:v>29.688291</c:v>
                </c:pt>
                <c:pt idx="1144">
                  <c:v>32.712935999999999</c:v>
                </c:pt>
                <c:pt idx="1145">
                  <c:v>29.880773000000001</c:v>
                </c:pt>
                <c:pt idx="1146">
                  <c:v>29.959298</c:v>
                </c:pt>
                <c:pt idx="1147">
                  <c:v>31.444030999999999</c:v>
                </c:pt>
              </c:numCache>
            </c:numRef>
          </c:xVal>
          <c:yVal>
            <c:numRef>
              <c:f>Topography!$E$2:$E$1149</c:f>
              <c:numCache>
                <c:formatCode>General</c:formatCode>
                <c:ptCount val="1148"/>
                <c:pt idx="0">
                  <c:v>177</c:v>
                </c:pt>
                <c:pt idx="1">
                  <c:v>208</c:v>
                </c:pt>
                <c:pt idx="2">
                  <c:v>231</c:v>
                </c:pt>
                <c:pt idx="3">
                  <c:v>249</c:v>
                </c:pt>
                <c:pt idx="4">
                  <c:v>255</c:v>
                </c:pt>
                <c:pt idx="5">
                  <c:v>255</c:v>
                </c:pt>
                <c:pt idx="6">
                  <c:v>150</c:v>
                </c:pt>
                <c:pt idx="7">
                  <c:v>239</c:v>
                </c:pt>
                <c:pt idx="8">
                  <c:v>255</c:v>
                </c:pt>
                <c:pt idx="9">
                  <c:v>255</c:v>
                </c:pt>
                <c:pt idx="10">
                  <c:v>214</c:v>
                </c:pt>
                <c:pt idx="11">
                  <c:v>111</c:v>
                </c:pt>
                <c:pt idx="12">
                  <c:v>144</c:v>
                </c:pt>
                <c:pt idx="13">
                  <c:v>239</c:v>
                </c:pt>
                <c:pt idx="14">
                  <c:v>177</c:v>
                </c:pt>
                <c:pt idx="15">
                  <c:v>248</c:v>
                </c:pt>
                <c:pt idx="16">
                  <c:v>0</c:v>
                </c:pt>
                <c:pt idx="17">
                  <c:v>252</c:v>
                </c:pt>
                <c:pt idx="18">
                  <c:v>222</c:v>
                </c:pt>
                <c:pt idx="19">
                  <c:v>138</c:v>
                </c:pt>
                <c:pt idx="20">
                  <c:v>137</c:v>
                </c:pt>
                <c:pt idx="21">
                  <c:v>163</c:v>
                </c:pt>
                <c:pt idx="22">
                  <c:v>255</c:v>
                </c:pt>
                <c:pt idx="23">
                  <c:v>126</c:v>
                </c:pt>
                <c:pt idx="24">
                  <c:v>232</c:v>
                </c:pt>
                <c:pt idx="25">
                  <c:v>149</c:v>
                </c:pt>
                <c:pt idx="26">
                  <c:v>154</c:v>
                </c:pt>
                <c:pt idx="27">
                  <c:v>127</c:v>
                </c:pt>
                <c:pt idx="28">
                  <c:v>204</c:v>
                </c:pt>
                <c:pt idx="29">
                  <c:v>141</c:v>
                </c:pt>
                <c:pt idx="30">
                  <c:v>202</c:v>
                </c:pt>
                <c:pt idx="31">
                  <c:v>197</c:v>
                </c:pt>
                <c:pt idx="32">
                  <c:v>255</c:v>
                </c:pt>
                <c:pt idx="33">
                  <c:v>255</c:v>
                </c:pt>
                <c:pt idx="34">
                  <c:v>255</c:v>
                </c:pt>
                <c:pt idx="35">
                  <c:v>197</c:v>
                </c:pt>
                <c:pt idx="36">
                  <c:v>180</c:v>
                </c:pt>
                <c:pt idx="37">
                  <c:v>180</c:v>
                </c:pt>
                <c:pt idx="38">
                  <c:v>127</c:v>
                </c:pt>
                <c:pt idx="39">
                  <c:v>146</c:v>
                </c:pt>
                <c:pt idx="40">
                  <c:v>115</c:v>
                </c:pt>
                <c:pt idx="41">
                  <c:v>218</c:v>
                </c:pt>
                <c:pt idx="42">
                  <c:v>240</c:v>
                </c:pt>
                <c:pt idx="43">
                  <c:v>205</c:v>
                </c:pt>
                <c:pt idx="44">
                  <c:v>255</c:v>
                </c:pt>
                <c:pt idx="45">
                  <c:v>243</c:v>
                </c:pt>
                <c:pt idx="46">
                  <c:v>211</c:v>
                </c:pt>
                <c:pt idx="47">
                  <c:v>255</c:v>
                </c:pt>
                <c:pt idx="48">
                  <c:v>255</c:v>
                </c:pt>
                <c:pt idx="49">
                  <c:v>163</c:v>
                </c:pt>
                <c:pt idx="50">
                  <c:v>133</c:v>
                </c:pt>
                <c:pt idx="51">
                  <c:v>197</c:v>
                </c:pt>
                <c:pt idx="52">
                  <c:v>121</c:v>
                </c:pt>
                <c:pt idx="53">
                  <c:v>184</c:v>
                </c:pt>
                <c:pt idx="54">
                  <c:v>243</c:v>
                </c:pt>
                <c:pt idx="55">
                  <c:v>255</c:v>
                </c:pt>
                <c:pt idx="56">
                  <c:v>156</c:v>
                </c:pt>
                <c:pt idx="57">
                  <c:v>107</c:v>
                </c:pt>
                <c:pt idx="58">
                  <c:v>234</c:v>
                </c:pt>
                <c:pt idx="59">
                  <c:v>234</c:v>
                </c:pt>
                <c:pt idx="60">
                  <c:v>201</c:v>
                </c:pt>
                <c:pt idx="61">
                  <c:v>187</c:v>
                </c:pt>
                <c:pt idx="62">
                  <c:v>133</c:v>
                </c:pt>
                <c:pt idx="63">
                  <c:v>89</c:v>
                </c:pt>
                <c:pt idx="64">
                  <c:v>214</c:v>
                </c:pt>
                <c:pt idx="65">
                  <c:v>255</c:v>
                </c:pt>
                <c:pt idx="66">
                  <c:v>224</c:v>
                </c:pt>
                <c:pt idx="67">
                  <c:v>215</c:v>
                </c:pt>
                <c:pt idx="68">
                  <c:v>255</c:v>
                </c:pt>
                <c:pt idx="69">
                  <c:v>207</c:v>
                </c:pt>
                <c:pt idx="70">
                  <c:v>233</c:v>
                </c:pt>
                <c:pt idx="71">
                  <c:v>137</c:v>
                </c:pt>
                <c:pt idx="72">
                  <c:v>107</c:v>
                </c:pt>
                <c:pt idx="73">
                  <c:v>146</c:v>
                </c:pt>
                <c:pt idx="74">
                  <c:v>220</c:v>
                </c:pt>
                <c:pt idx="75">
                  <c:v>89</c:v>
                </c:pt>
                <c:pt idx="76">
                  <c:v>255</c:v>
                </c:pt>
                <c:pt idx="77">
                  <c:v>234</c:v>
                </c:pt>
                <c:pt idx="78">
                  <c:v>220</c:v>
                </c:pt>
                <c:pt idx="79">
                  <c:v>246</c:v>
                </c:pt>
                <c:pt idx="80">
                  <c:v>191</c:v>
                </c:pt>
                <c:pt idx="81">
                  <c:v>130</c:v>
                </c:pt>
                <c:pt idx="82">
                  <c:v>144</c:v>
                </c:pt>
                <c:pt idx="83">
                  <c:v>109</c:v>
                </c:pt>
                <c:pt idx="84">
                  <c:v>225</c:v>
                </c:pt>
                <c:pt idx="85">
                  <c:v>206</c:v>
                </c:pt>
                <c:pt idx="86">
                  <c:v>98</c:v>
                </c:pt>
                <c:pt idx="87">
                  <c:v>196</c:v>
                </c:pt>
                <c:pt idx="88">
                  <c:v>158</c:v>
                </c:pt>
                <c:pt idx="89">
                  <c:v>255</c:v>
                </c:pt>
                <c:pt idx="90">
                  <c:v>219</c:v>
                </c:pt>
                <c:pt idx="91">
                  <c:v>249</c:v>
                </c:pt>
                <c:pt idx="92">
                  <c:v>247</c:v>
                </c:pt>
                <c:pt idx="93">
                  <c:v>180</c:v>
                </c:pt>
                <c:pt idx="94">
                  <c:v>136</c:v>
                </c:pt>
                <c:pt idx="95">
                  <c:v>72</c:v>
                </c:pt>
                <c:pt idx="96">
                  <c:v>217</c:v>
                </c:pt>
                <c:pt idx="97">
                  <c:v>146</c:v>
                </c:pt>
                <c:pt idx="98">
                  <c:v>255</c:v>
                </c:pt>
                <c:pt idx="99">
                  <c:v>255</c:v>
                </c:pt>
                <c:pt idx="100">
                  <c:v>106</c:v>
                </c:pt>
                <c:pt idx="101">
                  <c:v>253</c:v>
                </c:pt>
                <c:pt idx="102">
                  <c:v>228</c:v>
                </c:pt>
                <c:pt idx="103">
                  <c:v>245</c:v>
                </c:pt>
                <c:pt idx="104">
                  <c:v>131</c:v>
                </c:pt>
                <c:pt idx="105">
                  <c:v>140</c:v>
                </c:pt>
                <c:pt idx="106">
                  <c:v>131</c:v>
                </c:pt>
                <c:pt idx="107">
                  <c:v>180</c:v>
                </c:pt>
                <c:pt idx="108">
                  <c:v>173</c:v>
                </c:pt>
                <c:pt idx="109">
                  <c:v>159</c:v>
                </c:pt>
                <c:pt idx="110">
                  <c:v>255</c:v>
                </c:pt>
                <c:pt idx="111">
                  <c:v>150</c:v>
                </c:pt>
                <c:pt idx="112">
                  <c:v>159</c:v>
                </c:pt>
                <c:pt idx="113">
                  <c:v>153</c:v>
                </c:pt>
                <c:pt idx="114">
                  <c:v>255</c:v>
                </c:pt>
                <c:pt idx="115">
                  <c:v>123</c:v>
                </c:pt>
                <c:pt idx="116">
                  <c:v>221</c:v>
                </c:pt>
                <c:pt idx="117">
                  <c:v>217</c:v>
                </c:pt>
                <c:pt idx="118">
                  <c:v>171</c:v>
                </c:pt>
                <c:pt idx="119">
                  <c:v>255</c:v>
                </c:pt>
                <c:pt idx="120">
                  <c:v>172</c:v>
                </c:pt>
                <c:pt idx="121">
                  <c:v>92</c:v>
                </c:pt>
                <c:pt idx="122">
                  <c:v>171</c:v>
                </c:pt>
                <c:pt idx="123">
                  <c:v>248</c:v>
                </c:pt>
                <c:pt idx="124">
                  <c:v>200</c:v>
                </c:pt>
                <c:pt idx="125">
                  <c:v>205</c:v>
                </c:pt>
                <c:pt idx="126">
                  <c:v>154</c:v>
                </c:pt>
                <c:pt idx="127">
                  <c:v>225</c:v>
                </c:pt>
                <c:pt idx="128">
                  <c:v>240</c:v>
                </c:pt>
                <c:pt idx="129">
                  <c:v>218</c:v>
                </c:pt>
                <c:pt idx="130">
                  <c:v>252</c:v>
                </c:pt>
                <c:pt idx="131">
                  <c:v>197</c:v>
                </c:pt>
                <c:pt idx="132">
                  <c:v>75</c:v>
                </c:pt>
                <c:pt idx="133">
                  <c:v>80</c:v>
                </c:pt>
                <c:pt idx="134">
                  <c:v>115</c:v>
                </c:pt>
                <c:pt idx="135">
                  <c:v>92</c:v>
                </c:pt>
                <c:pt idx="136">
                  <c:v>146</c:v>
                </c:pt>
                <c:pt idx="137">
                  <c:v>208</c:v>
                </c:pt>
                <c:pt idx="138">
                  <c:v>211</c:v>
                </c:pt>
                <c:pt idx="139">
                  <c:v>255</c:v>
                </c:pt>
                <c:pt idx="140">
                  <c:v>218</c:v>
                </c:pt>
                <c:pt idx="141">
                  <c:v>138</c:v>
                </c:pt>
                <c:pt idx="142">
                  <c:v>221</c:v>
                </c:pt>
                <c:pt idx="143">
                  <c:v>92</c:v>
                </c:pt>
                <c:pt idx="144">
                  <c:v>240</c:v>
                </c:pt>
                <c:pt idx="145">
                  <c:v>170</c:v>
                </c:pt>
                <c:pt idx="146">
                  <c:v>154</c:v>
                </c:pt>
                <c:pt idx="147">
                  <c:v>143</c:v>
                </c:pt>
                <c:pt idx="148">
                  <c:v>255</c:v>
                </c:pt>
                <c:pt idx="149">
                  <c:v>240</c:v>
                </c:pt>
                <c:pt idx="150">
                  <c:v>184</c:v>
                </c:pt>
                <c:pt idx="151">
                  <c:v>251</c:v>
                </c:pt>
                <c:pt idx="152">
                  <c:v>141</c:v>
                </c:pt>
                <c:pt idx="153">
                  <c:v>240</c:v>
                </c:pt>
                <c:pt idx="154">
                  <c:v>237</c:v>
                </c:pt>
                <c:pt idx="155">
                  <c:v>170</c:v>
                </c:pt>
                <c:pt idx="156">
                  <c:v>255</c:v>
                </c:pt>
                <c:pt idx="157">
                  <c:v>180</c:v>
                </c:pt>
                <c:pt idx="158">
                  <c:v>127</c:v>
                </c:pt>
                <c:pt idx="159">
                  <c:v>148</c:v>
                </c:pt>
                <c:pt idx="160">
                  <c:v>255</c:v>
                </c:pt>
                <c:pt idx="161">
                  <c:v>164</c:v>
                </c:pt>
                <c:pt idx="162">
                  <c:v>126</c:v>
                </c:pt>
                <c:pt idx="163">
                  <c:v>136</c:v>
                </c:pt>
                <c:pt idx="164">
                  <c:v>194</c:v>
                </c:pt>
                <c:pt idx="165">
                  <c:v>255</c:v>
                </c:pt>
                <c:pt idx="166">
                  <c:v>105</c:v>
                </c:pt>
                <c:pt idx="167">
                  <c:v>177</c:v>
                </c:pt>
                <c:pt idx="168">
                  <c:v>215</c:v>
                </c:pt>
                <c:pt idx="169">
                  <c:v>194</c:v>
                </c:pt>
                <c:pt idx="170">
                  <c:v>180</c:v>
                </c:pt>
                <c:pt idx="171">
                  <c:v>174</c:v>
                </c:pt>
                <c:pt idx="172">
                  <c:v>153</c:v>
                </c:pt>
                <c:pt idx="173">
                  <c:v>224</c:v>
                </c:pt>
                <c:pt idx="174">
                  <c:v>231</c:v>
                </c:pt>
                <c:pt idx="175">
                  <c:v>194</c:v>
                </c:pt>
                <c:pt idx="176">
                  <c:v>152</c:v>
                </c:pt>
                <c:pt idx="177">
                  <c:v>174</c:v>
                </c:pt>
                <c:pt idx="178">
                  <c:v>243</c:v>
                </c:pt>
                <c:pt idx="179">
                  <c:v>91</c:v>
                </c:pt>
                <c:pt idx="180">
                  <c:v>234</c:v>
                </c:pt>
                <c:pt idx="181">
                  <c:v>225</c:v>
                </c:pt>
                <c:pt idx="182">
                  <c:v>217</c:v>
                </c:pt>
                <c:pt idx="183">
                  <c:v>170</c:v>
                </c:pt>
                <c:pt idx="184">
                  <c:v>194</c:v>
                </c:pt>
                <c:pt idx="185">
                  <c:v>238</c:v>
                </c:pt>
                <c:pt idx="186">
                  <c:v>212</c:v>
                </c:pt>
                <c:pt idx="187">
                  <c:v>194</c:v>
                </c:pt>
                <c:pt idx="188">
                  <c:v>247</c:v>
                </c:pt>
                <c:pt idx="189">
                  <c:v>164</c:v>
                </c:pt>
                <c:pt idx="190">
                  <c:v>241</c:v>
                </c:pt>
                <c:pt idx="191">
                  <c:v>174</c:v>
                </c:pt>
                <c:pt idx="192">
                  <c:v>255</c:v>
                </c:pt>
                <c:pt idx="193">
                  <c:v>112</c:v>
                </c:pt>
                <c:pt idx="194">
                  <c:v>124</c:v>
                </c:pt>
                <c:pt idx="195">
                  <c:v>231</c:v>
                </c:pt>
                <c:pt idx="196">
                  <c:v>143</c:v>
                </c:pt>
                <c:pt idx="197">
                  <c:v>198</c:v>
                </c:pt>
                <c:pt idx="198">
                  <c:v>204</c:v>
                </c:pt>
                <c:pt idx="199">
                  <c:v>233</c:v>
                </c:pt>
                <c:pt idx="200">
                  <c:v>0</c:v>
                </c:pt>
                <c:pt idx="201">
                  <c:v>118</c:v>
                </c:pt>
                <c:pt idx="202">
                  <c:v>153</c:v>
                </c:pt>
                <c:pt idx="203">
                  <c:v>202</c:v>
                </c:pt>
                <c:pt idx="204">
                  <c:v>255</c:v>
                </c:pt>
                <c:pt idx="205">
                  <c:v>140</c:v>
                </c:pt>
                <c:pt idx="206">
                  <c:v>183</c:v>
                </c:pt>
                <c:pt idx="207">
                  <c:v>159</c:v>
                </c:pt>
                <c:pt idx="208">
                  <c:v>198</c:v>
                </c:pt>
                <c:pt idx="209">
                  <c:v>255</c:v>
                </c:pt>
                <c:pt idx="210">
                  <c:v>212</c:v>
                </c:pt>
                <c:pt idx="211">
                  <c:v>214</c:v>
                </c:pt>
                <c:pt idx="212">
                  <c:v>131</c:v>
                </c:pt>
                <c:pt idx="213">
                  <c:v>187</c:v>
                </c:pt>
                <c:pt idx="214">
                  <c:v>139</c:v>
                </c:pt>
                <c:pt idx="215">
                  <c:v>110</c:v>
                </c:pt>
                <c:pt idx="216">
                  <c:v>200</c:v>
                </c:pt>
                <c:pt idx="217">
                  <c:v>220</c:v>
                </c:pt>
                <c:pt idx="218">
                  <c:v>162</c:v>
                </c:pt>
                <c:pt idx="219">
                  <c:v>174</c:v>
                </c:pt>
                <c:pt idx="220">
                  <c:v>174</c:v>
                </c:pt>
                <c:pt idx="221">
                  <c:v>184</c:v>
                </c:pt>
                <c:pt idx="222">
                  <c:v>154</c:v>
                </c:pt>
                <c:pt idx="223">
                  <c:v>190</c:v>
                </c:pt>
                <c:pt idx="224">
                  <c:v>255</c:v>
                </c:pt>
                <c:pt idx="225">
                  <c:v>139</c:v>
                </c:pt>
                <c:pt idx="226">
                  <c:v>124</c:v>
                </c:pt>
                <c:pt idx="227">
                  <c:v>121</c:v>
                </c:pt>
                <c:pt idx="228">
                  <c:v>196</c:v>
                </c:pt>
                <c:pt idx="229">
                  <c:v>108</c:v>
                </c:pt>
                <c:pt idx="230">
                  <c:v>163</c:v>
                </c:pt>
                <c:pt idx="231">
                  <c:v>255</c:v>
                </c:pt>
                <c:pt idx="232">
                  <c:v>119</c:v>
                </c:pt>
                <c:pt idx="233">
                  <c:v>239</c:v>
                </c:pt>
                <c:pt idx="234">
                  <c:v>219</c:v>
                </c:pt>
                <c:pt idx="235">
                  <c:v>171</c:v>
                </c:pt>
                <c:pt idx="236">
                  <c:v>189</c:v>
                </c:pt>
                <c:pt idx="237">
                  <c:v>135</c:v>
                </c:pt>
                <c:pt idx="238">
                  <c:v>154</c:v>
                </c:pt>
                <c:pt idx="239">
                  <c:v>228</c:v>
                </c:pt>
                <c:pt idx="240">
                  <c:v>136</c:v>
                </c:pt>
                <c:pt idx="241">
                  <c:v>197</c:v>
                </c:pt>
                <c:pt idx="242">
                  <c:v>194</c:v>
                </c:pt>
                <c:pt idx="243">
                  <c:v>92</c:v>
                </c:pt>
                <c:pt idx="244">
                  <c:v>189</c:v>
                </c:pt>
                <c:pt idx="245">
                  <c:v>222</c:v>
                </c:pt>
                <c:pt idx="246">
                  <c:v>255</c:v>
                </c:pt>
                <c:pt idx="247">
                  <c:v>135</c:v>
                </c:pt>
                <c:pt idx="248">
                  <c:v>141</c:v>
                </c:pt>
                <c:pt idx="249">
                  <c:v>211</c:v>
                </c:pt>
                <c:pt idx="250">
                  <c:v>167</c:v>
                </c:pt>
                <c:pt idx="251">
                  <c:v>221</c:v>
                </c:pt>
                <c:pt idx="252">
                  <c:v>218</c:v>
                </c:pt>
                <c:pt idx="253">
                  <c:v>239</c:v>
                </c:pt>
                <c:pt idx="254">
                  <c:v>187</c:v>
                </c:pt>
                <c:pt idx="255">
                  <c:v>160</c:v>
                </c:pt>
                <c:pt idx="256">
                  <c:v>91</c:v>
                </c:pt>
                <c:pt idx="257">
                  <c:v>194</c:v>
                </c:pt>
                <c:pt idx="258">
                  <c:v>243</c:v>
                </c:pt>
                <c:pt idx="259">
                  <c:v>196</c:v>
                </c:pt>
                <c:pt idx="260">
                  <c:v>177</c:v>
                </c:pt>
                <c:pt idx="261">
                  <c:v>255</c:v>
                </c:pt>
                <c:pt idx="262">
                  <c:v>197</c:v>
                </c:pt>
                <c:pt idx="263">
                  <c:v>152</c:v>
                </c:pt>
                <c:pt idx="264">
                  <c:v>255</c:v>
                </c:pt>
                <c:pt idx="265">
                  <c:v>165</c:v>
                </c:pt>
                <c:pt idx="266">
                  <c:v>255</c:v>
                </c:pt>
                <c:pt idx="267">
                  <c:v>149</c:v>
                </c:pt>
                <c:pt idx="268">
                  <c:v>231</c:v>
                </c:pt>
                <c:pt idx="269">
                  <c:v>111</c:v>
                </c:pt>
                <c:pt idx="270">
                  <c:v>255</c:v>
                </c:pt>
                <c:pt idx="271">
                  <c:v>218</c:v>
                </c:pt>
                <c:pt idx="272">
                  <c:v>187</c:v>
                </c:pt>
                <c:pt idx="273">
                  <c:v>203</c:v>
                </c:pt>
                <c:pt idx="274">
                  <c:v>204</c:v>
                </c:pt>
                <c:pt idx="275">
                  <c:v>137</c:v>
                </c:pt>
                <c:pt idx="276">
                  <c:v>248</c:v>
                </c:pt>
                <c:pt idx="277">
                  <c:v>157</c:v>
                </c:pt>
                <c:pt idx="278">
                  <c:v>255</c:v>
                </c:pt>
                <c:pt idx="279">
                  <c:v>228</c:v>
                </c:pt>
                <c:pt idx="280">
                  <c:v>156</c:v>
                </c:pt>
                <c:pt idx="281">
                  <c:v>194</c:v>
                </c:pt>
                <c:pt idx="282">
                  <c:v>189</c:v>
                </c:pt>
                <c:pt idx="283">
                  <c:v>213</c:v>
                </c:pt>
                <c:pt idx="284">
                  <c:v>211</c:v>
                </c:pt>
                <c:pt idx="285">
                  <c:v>211</c:v>
                </c:pt>
                <c:pt idx="286">
                  <c:v>201</c:v>
                </c:pt>
                <c:pt idx="287">
                  <c:v>198</c:v>
                </c:pt>
                <c:pt idx="288">
                  <c:v>222</c:v>
                </c:pt>
                <c:pt idx="289">
                  <c:v>222</c:v>
                </c:pt>
                <c:pt idx="290">
                  <c:v>96</c:v>
                </c:pt>
                <c:pt idx="291">
                  <c:v>210</c:v>
                </c:pt>
                <c:pt idx="292">
                  <c:v>238</c:v>
                </c:pt>
                <c:pt idx="293">
                  <c:v>164</c:v>
                </c:pt>
                <c:pt idx="294">
                  <c:v>255</c:v>
                </c:pt>
                <c:pt idx="295">
                  <c:v>151</c:v>
                </c:pt>
                <c:pt idx="296">
                  <c:v>143</c:v>
                </c:pt>
                <c:pt idx="297">
                  <c:v>240</c:v>
                </c:pt>
                <c:pt idx="298">
                  <c:v>210</c:v>
                </c:pt>
                <c:pt idx="299">
                  <c:v>255</c:v>
                </c:pt>
                <c:pt idx="300">
                  <c:v>217</c:v>
                </c:pt>
                <c:pt idx="301">
                  <c:v>239</c:v>
                </c:pt>
                <c:pt idx="302">
                  <c:v>228</c:v>
                </c:pt>
                <c:pt idx="303">
                  <c:v>164</c:v>
                </c:pt>
                <c:pt idx="304">
                  <c:v>151</c:v>
                </c:pt>
                <c:pt idx="305">
                  <c:v>201</c:v>
                </c:pt>
                <c:pt idx="306">
                  <c:v>187</c:v>
                </c:pt>
                <c:pt idx="307">
                  <c:v>127</c:v>
                </c:pt>
                <c:pt idx="308">
                  <c:v>203</c:v>
                </c:pt>
                <c:pt idx="309">
                  <c:v>154</c:v>
                </c:pt>
                <c:pt idx="310">
                  <c:v>191</c:v>
                </c:pt>
                <c:pt idx="311">
                  <c:v>255</c:v>
                </c:pt>
                <c:pt idx="312">
                  <c:v>124</c:v>
                </c:pt>
                <c:pt idx="313">
                  <c:v>174</c:v>
                </c:pt>
                <c:pt idx="314">
                  <c:v>190</c:v>
                </c:pt>
                <c:pt idx="315">
                  <c:v>199</c:v>
                </c:pt>
                <c:pt idx="316">
                  <c:v>251</c:v>
                </c:pt>
                <c:pt idx="317">
                  <c:v>200</c:v>
                </c:pt>
                <c:pt idx="318">
                  <c:v>255</c:v>
                </c:pt>
                <c:pt idx="319">
                  <c:v>160</c:v>
                </c:pt>
                <c:pt idx="320">
                  <c:v>200</c:v>
                </c:pt>
                <c:pt idx="321">
                  <c:v>244</c:v>
                </c:pt>
                <c:pt idx="322">
                  <c:v>171</c:v>
                </c:pt>
                <c:pt idx="323">
                  <c:v>220</c:v>
                </c:pt>
                <c:pt idx="324">
                  <c:v>193</c:v>
                </c:pt>
                <c:pt idx="325">
                  <c:v>217</c:v>
                </c:pt>
                <c:pt idx="326">
                  <c:v>200</c:v>
                </c:pt>
                <c:pt idx="327">
                  <c:v>224</c:v>
                </c:pt>
                <c:pt idx="328">
                  <c:v>255</c:v>
                </c:pt>
                <c:pt idx="329">
                  <c:v>112</c:v>
                </c:pt>
                <c:pt idx="330">
                  <c:v>242</c:v>
                </c:pt>
                <c:pt idx="331">
                  <c:v>174</c:v>
                </c:pt>
                <c:pt idx="332">
                  <c:v>94</c:v>
                </c:pt>
                <c:pt idx="333">
                  <c:v>215</c:v>
                </c:pt>
                <c:pt idx="334">
                  <c:v>224</c:v>
                </c:pt>
                <c:pt idx="335">
                  <c:v>221</c:v>
                </c:pt>
                <c:pt idx="336">
                  <c:v>255</c:v>
                </c:pt>
                <c:pt idx="337">
                  <c:v>198</c:v>
                </c:pt>
                <c:pt idx="338">
                  <c:v>124</c:v>
                </c:pt>
                <c:pt idx="339">
                  <c:v>160</c:v>
                </c:pt>
                <c:pt idx="340">
                  <c:v>173</c:v>
                </c:pt>
                <c:pt idx="341">
                  <c:v>237</c:v>
                </c:pt>
                <c:pt idx="342">
                  <c:v>99</c:v>
                </c:pt>
                <c:pt idx="343">
                  <c:v>169</c:v>
                </c:pt>
                <c:pt idx="344">
                  <c:v>184</c:v>
                </c:pt>
                <c:pt idx="345">
                  <c:v>255</c:v>
                </c:pt>
                <c:pt idx="346">
                  <c:v>227</c:v>
                </c:pt>
                <c:pt idx="347">
                  <c:v>145</c:v>
                </c:pt>
                <c:pt idx="348">
                  <c:v>122</c:v>
                </c:pt>
                <c:pt idx="349">
                  <c:v>104</c:v>
                </c:pt>
                <c:pt idx="350">
                  <c:v>175</c:v>
                </c:pt>
                <c:pt idx="351">
                  <c:v>253</c:v>
                </c:pt>
                <c:pt idx="352">
                  <c:v>216</c:v>
                </c:pt>
                <c:pt idx="353">
                  <c:v>238</c:v>
                </c:pt>
                <c:pt idx="354">
                  <c:v>131</c:v>
                </c:pt>
                <c:pt idx="355">
                  <c:v>243</c:v>
                </c:pt>
                <c:pt idx="356">
                  <c:v>198</c:v>
                </c:pt>
                <c:pt idx="357">
                  <c:v>209</c:v>
                </c:pt>
                <c:pt idx="358">
                  <c:v>96</c:v>
                </c:pt>
                <c:pt idx="359">
                  <c:v>180</c:v>
                </c:pt>
                <c:pt idx="360">
                  <c:v>209</c:v>
                </c:pt>
                <c:pt idx="361">
                  <c:v>231</c:v>
                </c:pt>
                <c:pt idx="362">
                  <c:v>255</c:v>
                </c:pt>
                <c:pt idx="363">
                  <c:v>243</c:v>
                </c:pt>
                <c:pt idx="364">
                  <c:v>163</c:v>
                </c:pt>
                <c:pt idx="365">
                  <c:v>196</c:v>
                </c:pt>
                <c:pt idx="366">
                  <c:v>167</c:v>
                </c:pt>
                <c:pt idx="367">
                  <c:v>164</c:v>
                </c:pt>
                <c:pt idx="368">
                  <c:v>255</c:v>
                </c:pt>
                <c:pt idx="369">
                  <c:v>177</c:v>
                </c:pt>
                <c:pt idx="370">
                  <c:v>146</c:v>
                </c:pt>
                <c:pt idx="371">
                  <c:v>232</c:v>
                </c:pt>
                <c:pt idx="372">
                  <c:v>255</c:v>
                </c:pt>
                <c:pt idx="373">
                  <c:v>211</c:v>
                </c:pt>
                <c:pt idx="374">
                  <c:v>223</c:v>
                </c:pt>
                <c:pt idx="375">
                  <c:v>210</c:v>
                </c:pt>
                <c:pt idx="376">
                  <c:v>143</c:v>
                </c:pt>
                <c:pt idx="377">
                  <c:v>215</c:v>
                </c:pt>
                <c:pt idx="378">
                  <c:v>184</c:v>
                </c:pt>
                <c:pt idx="379">
                  <c:v>255</c:v>
                </c:pt>
                <c:pt idx="380">
                  <c:v>131</c:v>
                </c:pt>
                <c:pt idx="381">
                  <c:v>187</c:v>
                </c:pt>
                <c:pt idx="382">
                  <c:v>208</c:v>
                </c:pt>
                <c:pt idx="383">
                  <c:v>255</c:v>
                </c:pt>
                <c:pt idx="384">
                  <c:v>206</c:v>
                </c:pt>
                <c:pt idx="385">
                  <c:v>173</c:v>
                </c:pt>
                <c:pt idx="386">
                  <c:v>198</c:v>
                </c:pt>
                <c:pt idx="387">
                  <c:v>196</c:v>
                </c:pt>
                <c:pt idx="388">
                  <c:v>229</c:v>
                </c:pt>
                <c:pt idx="389">
                  <c:v>133</c:v>
                </c:pt>
                <c:pt idx="390">
                  <c:v>153</c:v>
                </c:pt>
                <c:pt idx="391">
                  <c:v>187</c:v>
                </c:pt>
                <c:pt idx="392">
                  <c:v>127</c:v>
                </c:pt>
                <c:pt idx="393">
                  <c:v>158</c:v>
                </c:pt>
                <c:pt idx="394">
                  <c:v>136</c:v>
                </c:pt>
                <c:pt idx="395">
                  <c:v>225</c:v>
                </c:pt>
                <c:pt idx="396">
                  <c:v>228</c:v>
                </c:pt>
                <c:pt idx="397">
                  <c:v>119</c:v>
                </c:pt>
                <c:pt idx="398">
                  <c:v>199</c:v>
                </c:pt>
                <c:pt idx="399">
                  <c:v>199</c:v>
                </c:pt>
                <c:pt idx="400">
                  <c:v>248</c:v>
                </c:pt>
                <c:pt idx="401">
                  <c:v>224</c:v>
                </c:pt>
                <c:pt idx="402">
                  <c:v>208</c:v>
                </c:pt>
                <c:pt idx="403">
                  <c:v>255</c:v>
                </c:pt>
                <c:pt idx="404">
                  <c:v>255</c:v>
                </c:pt>
                <c:pt idx="405">
                  <c:v>177</c:v>
                </c:pt>
                <c:pt idx="406">
                  <c:v>255</c:v>
                </c:pt>
                <c:pt idx="407">
                  <c:v>115</c:v>
                </c:pt>
                <c:pt idx="408">
                  <c:v>79</c:v>
                </c:pt>
                <c:pt idx="409">
                  <c:v>177</c:v>
                </c:pt>
                <c:pt idx="410">
                  <c:v>180</c:v>
                </c:pt>
                <c:pt idx="411">
                  <c:v>200</c:v>
                </c:pt>
                <c:pt idx="412">
                  <c:v>255</c:v>
                </c:pt>
                <c:pt idx="413">
                  <c:v>255</c:v>
                </c:pt>
                <c:pt idx="414">
                  <c:v>240</c:v>
                </c:pt>
                <c:pt idx="415">
                  <c:v>97</c:v>
                </c:pt>
                <c:pt idx="416">
                  <c:v>216</c:v>
                </c:pt>
                <c:pt idx="417">
                  <c:v>102</c:v>
                </c:pt>
                <c:pt idx="418">
                  <c:v>255</c:v>
                </c:pt>
                <c:pt idx="419">
                  <c:v>180</c:v>
                </c:pt>
                <c:pt idx="420">
                  <c:v>114</c:v>
                </c:pt>
                <c:pt idx="421">
                  <c:v>131</c:v>
                </c:pt>
                <c:pt idx="422">
                  <c:v>255</c:v>
                </c:pt>
                <c:pt idx="423">
                  <c:v>255</c:v>
                </c:pt>
                <c:pt idx="424">
                  <c:v>126</c:v>
                </c:pt>
                <c:pt idx="425">
                  <c:v>86</c:v>
                </c:pt>
                <c:pt idx="426">
                  <c:v>97</c:v>
                </c:pt>
                <c:pt idx="427">
                  <c:v>132</c:v>
                </c:pt>
                <c:pt idx="428">
                  <c:v>201</c:v>
                </c:pt>
                <c:pt idx="429">
                  <c:v>226</c:v>
                </c:pt>
                <c:pt idx="430">
                  <c:v>255</c:v>
                </c:pt>
                <c:pt idx="431">
                  <c:v>217</c:v>
                </c:pt>
                <c:pt idx="432">
                  <c:v>244</c:v>
                </c:pt>
                <c:pt idx="433">
                  <c:v>255</c:v>
                </c:pt>
                <c:pt idx="434">
                  <c:v>94</c:v>
                </c:pt>
                <c:pt idx="435">
                  <c:v>137</c:v>
                </c:pt>
                <c:pt idx="436">
                  <c:v>101</c:v>
                </c:pt>
                <c:pt idx="437">
                  <c:v>223</c:v>
                </c:pt>
                <c:pt idx="438">
                  <c:v>92</c:v>
                </c:pt>
                <c:pt idx="439">
                  <c:v>246</c:v>
                </c:pt>
                <c:pt idx="440">
                  <c:v>240</c:v>
                </c:pt>
                <c:pt idx="441">
                  <c:v>255</c:v>
                </c:pt>
                <c:pt idx="442">
                  <c:v>183</c:v>
                </c:pt>
                <c:pt idx="443">
                  <c:v>255</c:v>
                </c:pt>
                <c:pt idx="444">
                  <c:v>147</c:v>
                </c:pt>
                <c:pt idx="445">
                  <c:v>72</c:v>
                </c:pt>
                <c:pt idx="446">
                  <c:v>136</c:v>
                </c:pt>
                <c:pt idx="447">
                  <c:v>255</c:v>
                </c:pt>
                <c:pt idx="448">
                  <c:v>225</c:v>
                </c:pt>
                <c:pt idx="449">
                  <c:v>221</c:v>
                </c:pt>
                <c:pt idx="450">
                  <c:v>236</c:v>
                </c:pt>
                <c:pt idx="451">
                  <c:v>154</c:v>
                </c:pt>
                <c:pt idx="452">
                  <c:v>232</c:v>
                </c:pt>
                <c:pt idx="453">
                  <c:v>246</c:v>
                </c:pt>
                <c:pt idx="454">
                  <c:v>205</c:v>
                </c:pt>
                <c:pt idx="455">
                  <c:v>255</c:v>
                </c:pt>
                <c:pt idx="456">
                  <c:v>85</c:v>
                </c:pt>
                <c:pt idx="457">
                  <c:v>255</c:v>
                </c:pt>
                <c:pt idx="458">
                  <c:v>220</c:v>
                </c:pt>
                <c:pt idx="459">
                  <c:v>127</c:v>
                </c:pt>
                <c:pt idx="460">
                  <c:v>136</c:v>
                </c:pt>
                <c:pt idx="461">
                  <c:v>195</c:v>
                </c:pt>
                <c:pt idx="462">
                  <c:v>255</c:v>
                </c:pt>
                <c:pt idx="463">
                  <c:v>219</c:v>
                </c:pt>
                <c:pt idx="464">
                  <c:v>255</c:v>
                </c:pt>
                <c:pt idx="465">
                  <c:v>139</c:v>
                </c:pt>
                <c:pt idx="466">
                  <c:v>180</c:v>
                </c:pt>
                <c:pt idx="467">
                  <c:v>237</c:v>
                </c:pt>
                <c:pt idx="468">
                  <c:v>255</c:v>
                </c:pt>
                <c:pt idx="469">
                  <c:v>255</c:v>
                </c:pt>
                <c:pt idx="470">
                  <c:v>136</c:v>
                </c:pt>
                <c:pt idx="471">
                  <c:v>255</c:v>
                </c:pt>
                <c:pt idx="472">
                  <c:v>163</c:v>
                </c:pt>
                <c:pt idx="473">
                  <c:v>115</c:v>
                </c:pt>
                <c:pt idx="474">
                  <c:v>127</c:v>
                </c:pt>
                <c:pt idx="475">
                  <c:v>255</c:v>
                </c:pt>
                <c:pt idx="476">
                  <c:v>180</c:v>
                </c:pt>
                <c:pt idx="477">
                  <c:v>149</c:v>
                </c:pt>
                <c:pt idx="478">
                  <c:v>52</c:v>
                </c:pt>
                <c:pt idx="479">
                  <c:v>215</c:v>
                </c:pt>
                <c:pt idx="480">
                  <c:v>252</c:v>
                </c:pt>
                <c:pt idx="481">
                  <c:v>140</c:v>
                </c:pt>
                <c:pt idx="482">
                  <c:v>190</c:v>
                </c:pt>
                <c:pt idx="483">
                  <c:v>130</c:v>
                </c:pt>
                <c:pt idx="484">
                  <c:v>231</c:v>
                </c:pt>
                <c:pt idx="485">
                  <c:v>130</c:v>
                </c:pt>
                <c:pt idx="486">
                  <c:v>129</c:v>
                </c:pt>
                <c:pt idx="487">
                  <c:v>220</c:v>
                </c:pt>
                <c:pt idx="488">
                  <c:v>251</c:v>
                </c:pt>
                <c:pt idx="489">
                  <c:v>251</c:v>
                </c:pt>
                <c:pt idx="490">
                  <c:v>164</c:v>
                </c:pt>
                <c:pt idx="491">
                  <c:v>112</c:v>
                </c:pt>
                <c:pt idx="492">
                  <c:v>108</c:v>
                </c:pt>
                <c:pt idx="493">
                  <c:v>238</c:v>
                </c:pt>
                <c:pt idx="494">
                  <c:v>247</c:v>
                </c:pt>
                <c:pt idx="495">
                  <c:v>225</c:v>
                </c:pt>
                <c:pt idx="496">
                  <c:v>252</c:v>
                </c:pt>
                <c:pt idx="497">
                  <c:v>214</c:v>
                </c:pt>
                <c:pt idx="498">
                  <c:v>174</c:v>
                </c:pt>
                <c:pt idx="499">
                  <c:v>255</c:v>
                </c:pt>
                <c:pt idx="500">
                  <c:v>163</c:v>
                </c:pt>
                <c:pt idx="501">
                  <c:v>241</c:v>
                </c:pt>
                <c:pt idx="502">
                  <c:v>197</c:v>
                </c:pt>
                <c:pt idx="503">
                  <c:v>161</c:v>
                </c:pt>
                <c:pt idx="504">
                  <c:v>129</c:v>
                </c:pt>
                <c:pt idx="505">
                  <c:v>107</c:v>
                </c:pt>
                <c:pt idx="506">
                  <c:v>84</c:v>
                </c:pt>
                <c:pt idx="507">
                  <c:v>235</c:v>
                </c:pt>
                <c:pt idx="508">
                  <c:v>255</c:v>
                </c:pt>
                <c:pt idx="509">
                  <c:v>201</c:v>
                </c:pt>
                <c:pt idx="510">
                  <c:v>231</c:v>
                </c:pt>
                <c:pt idx="511">
                  <c:v>252</c:v>
                </c:pt>
                <c:pt idx="512">
                  <c:v>250</c:v>
                </c:pt>
                <c:pt idx="513">
                  <c:v>144</c:v>
                </c:pt>
                <c:pt idx="514">
                  <c:v>232</c:v>
                </c:pt>
                <c:pt idx="515">
                  <c:v>180</c:v>
                </c:pt>
                <c:pt idx="516">
                  <c:v>125</c:v>
                </c:pt>
                <c:pt idx="517">
                  <c:v>140</c:v>
                </c:pt>
                <c:pt idx="518">
                  <c:v>94</c:v>
                </c:pt>
                <c:pt idx="519">
                  <c:v>121</c:v>
                </c:pt>
                <c:pt idx="520">
                  <c:v>123</c:v>
                </c:pt>
                <c:pt idx="521">
                  <c:v>221</c:v>
                </c:pt>
                <c:pt idx="522">
                  <c:v>78</c:v>
                </c:pt>
                <c:pt idx="523">
                  <c:v>246</c:v>
                </c:pt>
                <c:pt idx="524">
                  <c:v>251</c:v>
                </c:pt>
                <c:pt idx="525">
                  <c:v>237</c:v>
                </c:pt>
                <c:pt idx="526">
                  <c:v>231</c:v>
                </c:pt>
                <c:pt idx="527">
                  <c:v>248</c:v>
                </c:pt>
                <c:pt idx="528">
                  <c:v>255</c:v>
                </c:pt>
                <c:pt idx="529">
                  <c:v>132</c:v>
                </c:pt>
                <c:pt idx="530">
                  <c:v>170</c:v>
                </c:pt>
                <c:pt idx="531">
                  <c:v>139</c:v>
                </c:pt>
                <c:pt idx="532">
                  <c:v>112</c:v>
                </c:pt>
                <c:pt idx="533">
                  <c:v>105</c:v>
                </c:pt>
                <c:pt idx="534">
                  <c:v>191</c:v>
                </c:pt>
                <c:pt idx="535">
                  <c:v>204</c:v>
                </c:pt>
                <c:pt idx="536">
                  <c:v>224</c:v>
                </c:pt>
                <c:pt idx="537">
                  <c:v>255</c:v>
                </c:pt>
                <c:pt idx="538">
                  <c:v>128</c:v>
                </c:pt>
                <c:pt idx="539">
                  <c:v>208</c:v>
                </c:pt>
                <c:pt idx="540">
                  <c:v>236</c:v>
                </c:pt>
                <c:pt idx="541">
                  <c:v>122</c:v>
                </c:pt>
                <c:pt idx="542">
                  <c:v>237</c:v>
                </c:pt>
                <c:pt idx="543">
                  <c:v>255</c:v>
                </c:pt>
                <c:pt idx="544">
                  <c:v>249</c:v>
                </c:pt>
                <c:pt idx="545">
                  <c:v>237</c:v>
                </c:pt>
                <c:pt idx="546">
                  <c:v>112</c:v>
                </c:pt>
                <c:pt idx="547">
                  <c:v>123</c:v>
                </c:pt>
                <c:pt idx="548">
                  <c:v>99</c:v>
                </c:pt>
                <c:pt idx="549">
                  <c:v>191</c:v>
                </c:pt>
                <c:pt idx="550">
                  <c:v>187</c:v>
                </c:pt>
                <c:pt idx="551">
                  <c:v>238</c:v>
                </c:pt>
                <c:pt idx="552">
                  <c:v>237</c:v>
                </c:pt>
                <c:pt idx="553">
                  <c:v>255</c:v>
                </c:pt>
                <c:pt idx="554">
                  <c:v>212</c:v>
                </c:pt>
                <c:pt idx="555">
                  <c:v>94</c:v>
                </c:pt>
                <c:pt idx="556">
                  <c:v>75</c:v>
                </c:pt>
                <c:pt idx="557">
                  <c:v>255</c:v>
                </c:pt>
                <c:pt idx="558">
                  <c:v>196</c:v>
                </c:pt>
                <c:pt idx="559">
                  <c:v>190</c:v>
                </c:pt>
                <c:pt idx="560">
                  <c:v>180</c:v>
                </c:pt>
                <c:pt idx="561">
                  <c:v>129</c:v>
                </c:pt>
                <c:pt idx="562">
                  <c:v>81</c:v>
                </c:pt>
                <c:pt idx="563">
                  <c:v>99</c:v>
                </c:pt>
                <c:pt idx="564">
                  <c:v>146</c:v>
                </c:pt>
                <c:pt idx="565">
                  <c:v>77</c:v>
                </c:pt>
                <c:pt idx="566">
                  <c:v>166</c:v>
                </c:pt>
                <c:pt idx="567">
                  <c:v>194</c:v>
                </c:pt>
                <c:pt idx="568">
                  <c:v>255</c:v>
                </c:pt>
                <c:pt idx="569">
                  <c:v>197</c:v>
                </c:pt>
                <c:pt idx="570">
                  <c:v>123</c:v>
                </c:pt>
                <c:pt idx="571">
                  <c:v>218</c:v>
                </c:pt>
                <c:pt idx="572">
                  <c:v>255</c:v>
                </c:pt>
                <c:pt idx="573">
                  <c:v>170</c:v>
                </c:pt>
                <c:pt idx="574">
                  <c:v>90</c:v>
                </c:pt>
                <c:pt idx="575">
                  <c:v>55</c:v>
                </c:pt>
                <c:pt idx="576">
                  <c:v>212</c:v>
                </c:pt>
                <c:pt idx="577">
                  <c:v>225</c:v>
                </c:pt>
                <c:pt idx="578">
                  <c:v>255</c:v>
                </c:pt>
                <c:pt idx="579">
                  <c:v>190</c:v>
                </c:pt>
                <c:pt idx="580">
                  <c:v>79</c:v>
                </c:pt>
                <c:pt idx="581">
                  <c:v>194</c:v>
                </c:pt>
                <c:pt idx="582">
                  <c:v>138</c:v>
                </c:pt>
                <c:pt idx="583">
                  <c:v>96</c:v>
                </c:pt>
                <c:pt idx="584">
                  <c:v>198</c:v>
                </c:pt>
                <c:pt idx="585">
                  <c:v>255</c:v>
                </c:pt>
                <c:pt idx="586">
                  <c:v>164</c:v>
                </c:pt>
                <c:pt idx="587">
                  <c:v>190</c:v>
                </c:pt>
                <c:pt idx="588">
                  <c:v>166</c:v>
                </c:pt>
                <c:pt idx="589">
                  <c:v>255</c:v>
                </c:pt>
                <c:pt idx="590">
                  <c:v>255</c:v>
                </c:pt>
                <c:pt idx="591">
                  <c:v>187</c:v>
                </c:pt>
                <c:pt idx="592">
                  <c:v>187</c:v>
                </c:pt>
                <c:pt idx="593">
                  <c:v>232</c:v>
                </c:pt>
                <c:pt idx="594">
                  <c:v>211</c:v>
                </c:pt>
                <c:pt idx="595">
                  <c:v>206</c:v>
                </c:pt>
                <c:pt idx="596">
                  <c:v>255</c:v>
                </c:pt>
                <c:pt idx="597">
                  <c:v>152</c:v>
                </c:pt>
                <c:pt idx="598">
                  <c:v>133</c:v>
                </c:pt>
                <c:pt idx="599">
                  <c:v>161</c:v>
                </c:pt>
                <c:pt idx="600">
                  <c:v>187</c:v>
                </c:pt>
                <c:pt idx="601">
                  <c:v>205</c:v>
                </c:pt>
                <c:pt idx="602">
                  <c:v>255</c:v>
                </c:pt>
                <c:pt idx="603">
                  <c:v>255</c:v>
                </c:pt>
                <c:pt idx="604">
                  <c:v>235</c:v>
                </c:pt>
                <c:pt idx="605">
                  <c:v>177</c:v>
                </c:pt>
                <c:pt idx="606">
                  <c:v>159</c:v>
                </c:pt>
                <c:pt idx="607">
                  <c:v>221</c:v>
                </c:pt>
                <c:pt idx="608">
                  <c:v>210</c:v>
                </c:pt>
                <c:pt idx="609">
                  <c:v>187</c:v>
                </c:pt>
                <c:pt idx="610">
                  <c:v>94</c:v>
                </c:pt>
                <c:pt idx="611">
                  <c:v>152</c:v>
                </c:pt>
                <c:pt idx="612">
                  <c:v>137</c:v>
                </c:pt>
                <c:pt idx="613">
                  <c:v>221</c:v>
                </c:pt>
                <c:pt idx="614">
                  <c:v>203</c:v>
                </c:pt>
                <c:pt idx="615">
                  <c:v>147</c:v>
                </c:pt>
                <c:pt idx="616">
                  <c:v>132</c:v>
                </c:pt>
                <c:pt idx="617">
                  <c:v>127</c:v>
                </c:pt>
                <c:pt idx="618">
                  <c:v>170</c:v>
                </c:pt>
                <c:pt idx="619">
                  <c:v>221</c:v>
                </c:pt>
                <c:pt idx="620">
                  <c:v>191</c:v>
                </c:pt>
                <c:pt idx="621">
                  <c:v>218</c:v>
                </c:pt>
                <c:pt idx="622">
                  <c:v>251</c:v>
                </c:pt>
                <c:pt idx="623">
                  <c:v>210</c:v>
                </c:pt>
                <c:pt idx="624">
                  <c:v>221</c:v>
                </c:pt>
                <c:pt idx="625">
                  <c:v>255</c:v>
                </c:pt>
                <c:pt idx="626">
                  <c:v>72</c:v>
                </c:pt>
                <c:pt idx="627">
                  <c:v>90</c:v>
                </c:pt>
                <c:pt idx="628">
                  <c:v>180</c:v>
                </c:pt>
                <c:pt idx="629">
                  <c:v>175</c:v>
                </c:pt>
                <c:pt idx="630">
                  <c:v>155</c:v>
                </c:pt>
                <c:pt idx="631">
                  <c:v>103</c:v>
                </c:pt>
                <c:pt idx="632">
                  <c:v>201</c:v>
                </c:pt>
                <c:pt idx="633">
                  <c:v>253</c:v>
                </c:pt>
                <c:pt idx="634">
                  <c:v>187</c:v>
                </c:pt>
                <c:pt idx="635">
                  <c:v>114</c:v>
                </c:pt>
                <c:pt idx="636">
                  <c:v>135</c:v>
                </c:pt>
                <c:pt idx="637">
                  <c:v>194</c:v>
                </c:pt>
                <c:pt idx="638">
                  <c:v>231</c:v>
                </c:pt>
                <c:pt idx="639">
                  <c:v>184</c:v>
                </c:pt>
                <c:pt idx="640">
                  <c:v>157</c:v>
                </c:pt>
                <c:pt idx="641">
                  <c:v>255</c:v>
                </c:pt>
                <c:pt idx="642">
                  <c:v>235</c:v>
                </c:pt>
                <c:pt idx="643">
                  <c:v>224</c:v>
                </c:pt>
                <c:pt idx="644">
                  <c:v>218</c:v>
                </c:pt>
                <c:pt idx="645">
                  <c:v>255</c:v>
                </c:pt>
                <c:pt idx="646">
                  <c:v>110</c:v>
                </c:pt>
                <c:pt idx="647">
                  <c:v>193</c:v>
                </c:pt>
                <c:pt idx="648">
                  <c:v>75</c:v>
                </c:pt>
                <c:pt idx="649">
                  <c:v>222</c:v>
                </c:pt>
                <c:pt idx="650">
                  <c:v>170</c:v>
                </c:pt>
                <c:pt idx="651">
                  <c:v>164</c:v>
                </c:pt>
                <c:pt idx="652">
                  <c:v>180</c:v>
                </c:pt>
                <c:pt idx="653">
                  <c:v>255</c:v>
                </c:pt>
                <c:pt idx="654">
                  <c:v>119</c:v>
                </c:pt>
                <c:pt idx="655">
                  <c:v>177</c:v>
                </c:pt>
                <c:pt idx="656">
                  <c:v>234</c:v>
                </c:pt>
                <c:pt idx="657">
                  <c:v>184</c:v>
                </c:pt>
                <c:pt idx="658">
                  <c:v>228</c:v>
                </c:pt>
                <c:pt idx="659">
                  <c:v>193</c:v>
                </c:pt>
                <c:pt idx="660">
                  <c:v>255</c:v>
                </c:pt>
                <c:pt idx="661">
                  <c:v>255</c:v>
                </c:pt>
                <c:pt idx="662">
                  <c:v>134</c:v>
                </c:pt>
                <c:pt idx="663">
                  <c:v>255</c:v>
                </c:pt>
                <c:pt idx="664">
                  <c:v>104</c:v>
                </c:pt>
                <c:pt idx="665">
                  <c:v>197</c:v>
                </c:pt>
                <c:pt idx="666">
                  <c:v>255</c:v>
                </c:pt>
                <c:pt idx="667">
                  <c:v>240</c:v>
                </c:pt>
                <c:pt idx="668">
                  <c:v>249</c:v>
                </c:pt>
                <c:pt idx="669">
                  <c:v>165</c:v>
                </c:pt>
                <c:pt idx="670">
                  <c:v>233</c:v>
                </c:pt>
                <c:pt idx="671">
                  <c:v>153</c:v>
                </c:pt>
                <c:pt idx="672">
                  <c:v>147</c:v>
                </c:pt>
                <c:pt idx="673">
                  <c:v>149</c:v>
                </c:pt>
                <c:pt idx="674">
                  <c:v>150</c:v>
                </c:pt>
                <c:pt idx="675">
                  <c:v>164</c:v>
                </c:pt>
                <c:pt idx="676">
                  <c:v>243</c:v>
                </c:pt>
                <c:pt idx="677">
                  <c:v>191</c:v>
                </c:pt>
                <c:pt idx="678">
                  <c:v>255</c:v>
                </c:pt>
                <c:pt idx="679">
                  <c:v>160</c:v>
                </c:pt>
                <c:pt idx="680">
                  <c:v>251</c:v>
                </c:pt>
                <c:pt idx="681">
                  <c:v>177</c:v>
                </c:pt>
                <c:pt idx="682">
                  <c:v>217</c:v>
                </c:pt>
                <c:pt idx="683">
                  <c:v>255</c:v>
                </c:pt>
                <c:pt idx="684">
                  <c:v>195</c:v>
                </c:pt>
                <c:pt idx="685">
                  <c:v>129</c:v>
                </c:pt>
                <c:pt idx="686">
                  <c:v>253</c:v>
                </c:pt>
                <c:pt idx="687">
                  <c:v>255</c:v>
                </c:pt>
                <c:pt idx="688">
                  <c:v>255</c:v>
                </c:pt>
                <c:pt idx="689">
                  <c:v>255</c:v>
                </c:pt>
                <c:pt idx="690">
                  <c:v>144</c:v>
                </c:pt>
                <c:pt idx="691">
                  <c:v>255</c:v>
                </c:pt>
                <c:pt idx="692">
                  <c:v>168</c:v>
                </c:pt>
                <c:pt idx="693">
                  <c:v>70</c:v>
                </c:pt>
                <c:pt idx="694">
                  <c:v>137</c:v>
                </c:pt>
                <c:pt idx="695">
                  <c:v>158</c:v>
                </c:pt>
                <c:pt idx="696">
                  <c:v>160</c:v>
                </c:pt>
                <c:pt idx="697">
                  <c:v>163</c:v>
                </c:pt>
                <c:pt idx="698">
                  <c:v>163</c:v>
                </c:pt>
                <c:pt idx="699">
                  <c:v>225</c:v>
                </c:pt>
                <c:pt idx="700">
                  <c:v>254</c:v>
                </c:pt>
                <c:pt idx="701">
                  <c:v>194</c:v>
                </c:pt>
                <c:pt idx="702">
                  <c:v>208</c:v>
                </c:pt>
                <c:pt idx="703">
                  <c:v>210</c:v>
                </c:pt>
                <c:pt idx="704">
                  <c:v>255</c:v>
                </c:pt>
                <c:pt idx="705">
                  <c:v>255</c:v>
                </c:pt>
                <c:pt idx="706">
                  <c:v>156</c:v>
                </c:pt>
                <c:pt idx="707">
                  <c:v>255</c:v>
                </c:pt>
                <c:pt idx="708">
                  <c:v>107</c:v>
                </c:pt>
                <c:pt idx="709">
                  <c:v>142</c:v>
                </c:pt>
                <c:pt idx="710">
                  <c:v>209</c:v>
                </c:pt>
                <c:pt idx="711">
                  <c:v>96</c:v>
                </c:pt>
                <c:pt idx="712">
                  <c:v>255</c:v>
                </c:pt>
                <c:pt idx="713">
                  <c:v>187</c:v>
                </c:pt>
                <c:pt idx="714">
                  <c:v>238</c:v>
                </c:pt>
                <c:pt idx="715">
                  <c:v>255</c:v>
                </c:pt>
                <c:pt idx="716">
                  <c:v>255</c:v>
                </c:pt>
                <c:pt idx="717">
                  <c:v>255</c:v>
                </c:pt>
                <c:pt idx="718">
                  <c:v>134</c:v>
                </c:pt>
                <c:pt idx="719">
                  <c:v>214</c:v>
                </c:pt>
                <c:pt idx="720">
                  <c:v>91</c:v>
                </c:pt>
                <c:pt idx="721">
                  <c:v>128</c:v>
                </c:pt>
                <c:pt idx="722">
                  <c:v>153</c:v>
                </c:pt>
                <c:pt idx="723">
                  <c:v>218</c:v>
                </c:pt>
                <c:pt idx="724">
                  <c:v>153</c:v>
                </c:pt>
                <c:pt idx="725">
                  <c:v>237</c:v>
                </c:pt>
                <c:pt idx="726">
                  <c:v>255</c:v>
                </c:pt>
                <c:pt idx="727">
                  <c:v>255</c:v>
                </c:pt>
                <c:pt idx="728">
                  <c:v>195</c:v>
                </c:pt>
                <c:pt idx="729">
                  <c:v>170</c:v>
                </c:pt>
                <c:pt idx="730">
                  <c:v>235</c:v>
                </c:pt>
                <c:pt idx="731">
                  <c:v>94</c:v>
                </c:pt>
                <c:pt idx="732">
                  <c:v>161</c:v>
                </c:pt>
                <c:pt idx="733">
                  <c:v>250</c:v>
                </c:pt>
                <c:pt idx="734">
                  <c:v>94</c:v>
                </c:pt>
                <c:pt idx="735">
                  <c:v>100</c:v>
                </c:pt>
                <c:pt idx="736">
                  <c:v>234</c:v>
                </c:pt>
                <c:pt idx="737">
                  <c:v>201</c:v>
                </c:pt>
                <c:pt idx="738">
                  <c:v>208</c:v>
                </c:pt>
                <c:pt idx="739">
                  <c:v>220</c:v>
                </c:pt>
                <c:pt idx="740">
                  <c:v>253</c:v>
                </c:pt>
                <c:pt idx="741">
                  <c:v>118</c:v>
                </c:pt>
                <c:pt idx="742">
                  <c:v>160</c:v>
                </c:pt>
                <c:pt idx="743">
                  <c:v>121</c:v>
                </c:pt>
                <c:pt idx="744">
                  <c:v>94</c:v>
                </c:pt>
                <c:pt idx="745">
                  <c:v>171</c:v>
                </c:pt>
                <c:pt idx="746">
                  <c:v>205</c:v>
                </c:pt>
                <c:pt idx="747">
                  <c:v>184</c:v>
                </c:pt>
                <c:pt idx="748">
                  <c:v>210</c:v>
                </c:pt>
                <c:pt idx="749">
                  <c:v>232</c:v>
                </c:pt>
                <c:pt idx="750">
                  <c:v>246</c:v>
                </c:pt>
                <c:pt idx="751">
                  <c:v>103</c:v>
                </c:pt>
                <c:pt idx="752">
                  <c:v>209</c:v>
                </c:pt>
                <c:pt idx="753">
                  <c:v>255</c:v>
                </c:pt>
                <c:pt idx="754">
                  <c:v>197</c:v>
                </c:pt>
                <c:pt idx="755">
                  <c:v>137</c:v>
                </c:pt>
                <c:pt idx="756">
                  <c:v>140</c:v>
                </c:pt>
                <c:pt idx="757">
                  <c:v>255</c:v>
                </c:pt>
                <c:pt idx="758">
                  <c:v>127</c:v>
                </c:pt>
                <c:pt idx="759">
                  <c:v>232</c:v>
                </c:pt>
                <c:pt idx="760">
                  <c:v>171</c:v>
                </c:pt>
                <c:pt idx="761">
                  <c:v>255</c:v>
                </c:pt>
                <c:pt idx="762">
                  <c:v>255</c:v>
                </c:pt>
                <c:pt idx="763">
                  <c:v>216</c:v>
                </c:pt>
                <c:pt idx="764">
                  <c:v>108</c:v>
                </c:pt>
                <c:pt idx="765">
                  <c:v>218</c:v>
                </c:pt>
                <c:pt idx="766">
                  <c:v>166</c:v>
                </c:pt>
                <c:pt idx="767">
                  <c:v>104</c:v>
                </c:pt>
                <c:pt idx="768">
                  <c:v>123</c:v>
                </c:pt>
                <c:pt idx="769">
                  <c:v>184</c:v>
                </c:pt>
                <c:pt idx="770">
                  <c:v>187</c:v>
                </c:pt>
                <c:pt idx="771">
                  <c:v>184</c:v>
                </c:pt>
                <c:pt idx="772">
                  <c:v>143</c:v>
                </c:pt>
                <c:pt idx="773">
                  <c:v>255</c:v>
                </c:pt>
                <c:pt idx="774">
                  <c:v>189</c:v>
                </c:pt>
                <c:pt idx="775">
                  <c:v>201</c:v>
                </c:pt>
                <c:pt idx="776">
                  <c:v>230</c:v>
                </c:pt>
                <c:pt idx="777">
                  <c:v>211</c:v>
                </c:pt>
                <c:pt idx="778">
                  <c:v>180</c:v>
                </c:pt>
                <c:pt idx="779">
                  <c:v>255</c:v>
                </c:pt>
                <c:pt idx="780">
                  <c:v>91</c:v>
                </c:pt>
                <c:pt idx="781">
                  <c:v>123</c:v>
                </c:pt>
                <c:pt idx="782">
                  <c:v>193</c:v>
                </c:pt>
                <c:pt idx="783">
                  <c:v>255</c:v>
                </c:pt>
                <c:pt idx="784">
                  <c:v>87</c:v>
                </c:pt>
                <c:pt idx="785">
                  <c:v>248</c:v>
                </c:pt>
                <c:pt idx="786">
                  <c:v>135</c:v>
                </c:pt>
                <c:pt idx="787">
                  <c:v>156</c:v>
                </c:pt>
                <c:pt idx="788">
                  <c:v>128</c:v>
                </c:pt>
                <c:pt idx="789">
                  <c:v>153</c:v>
                </c:pt>
                <c:pt idx="790">
                  <c:v>225</c:v>
                </c:pt>
                <c:pt idx="791">
                  <c:v>133</c:v>
                </c:pt>
                <c:pt idx="792">
                  <c:v>180</c:v>
                </c:pt>
                <c:pt idx="793">
                  <c:v>236</c:v>
                </c:pt>
                <c:pt idx="794">
                  <c:v>255</c:v>
                </c:pt>
                <c:pt idx="795">
                  <c:v>140</c:v>
                </c:pt>
                <c:pt idx="796">
                  <c:v>255</c:v>
                </c:pt>
                <c:pt idx="797">
                  <c:v>255</c:v>
                </c:pt>
                <c:pt idx="798">
                  <c:v>148</c:v>
                </c:pt>
                <c:pt idx="799">
                  <c:v>177</c:v>
                </c:pt>
                <c:pt idx="800">
                  <c:v>247</c:v>
                </c:pt>
                <c:pt idx="801">
                  <c:v>235</c:v>
                </c:pt>
                <c:pt idx="802">
                  <c:v>98</c:v>
                </c:pt>
                <c:pt idx="803">
                  <c:v>118</c:v>
                </c:pt>
                <c:pt idx="804">
                  <c:v>255</c:v>
                </c:pt>
                <c:pt idx="805">
                  <c:v>236</c:v>
                </c:pt>
                <c:pt idx="806">
                  <c:v>255</c:v>
                </c:pt>
                <c:pt idx="807">
                  <c:v>127</c:v>
                </c:pt>
                <c:pt idx="808">
                  <c:v>130</c:v>
                </c:pt>
                <c:pt idx="809">
                  <c:v>194</c:v>
                </c:pt>
                <c:pt idx="810">
                  <c:v>149</c:v>
                </c:pt>
                <c:pt idx="811">
                  <c:v>200</c:v>
                </c:pt>
                <c:pt idx="812">
                  <c:v>145</c:v>
                </c:pt>
                <c:pt idx="813">
                  <c:v>197</c:v>
                </c:pt>
                <c:pt idx="814">
                  <c:v>234</c:v>
                </c:pt>
                <c:pt idx="815">
                  <c:v>255</c:v>
                </c:pt>
                <c:pt idx="816">
                  <c:v>255</c:v>
                </c:pt>
                <c:pt idx="817">
                  <c:v>115</c:v>
                </c:pt>
                <c:pt idx="818">
                  <c:v>218</c:v>
                </c:pt>
                <c:pt idx="819">
                  <c:v>102</c:v>
                </c:pt>
                <c:pt idx="820">
                  <c:v>255</c:v>
                </c:pt>
                <c:pt idx="821">
                  <c:v>137</c:v>
                </c:pt>
                <c:pt idx="822">
                  <c:v>171</c:v>
                </c:pt>
                <c:pt idx="823">
                  <c:v>75</c:v>
                </c:pt>
                <c:pt idx="824">
                  <c:v>163</c:v>
                </c:pt>
                <c:pt idx="825">
                  <c:v>142</c:v>
                </c:pt>
                <c:pt idx="826">
                  <c:v>255</c:v>
                </c:pt>
                <c:pt idx="827">
                  <c:v>236</c:v>
                </c:pt>
                <c:pt idx="828">
                  <c:v>255</c:v>
                </c:pt>
                <c:pt idx="829">
                  <c:v>255</c:v>
                </c:pt>
                <c:pt idx="830">
                  <c:v>255</c:v>
                </c:pt>
                <c:pt idx="831">
                  <c:v>216</c:v>
                </c:pt>
                <c:pt idx="832">
                  <c:v>104</c:v>
                </c:pt>
                <c:pt idx="833">
                  <c:v>190</c:v>
                </c:pt>
                <c:pt idx="834">
                  <c:v>255</c:v>
                </c:pt>
                <c:pt idx="835">
                  <c:v>131</c:v>
                </c:pt>
                <c:pt idx="836">
                  <c:v>152</c:v>
                </c:pt>
                <c:pt idx="837">
                  <c:v>104</c:v>
                </c:pt>
                <c:pt idx="838">
                  <c:v>255</c:v>
                </c:pt>
                <c:pt idx="839">
                  <c:v>152</c:v>
                </c:pt>
                <c:pt idx="840">
                  <c:v>136</c:v>
                </c:pt>
                <c:pt idx="841">
                  <c:v>194</c:v>
                </c:pt>
                <c:pt idx="842">
                  <c:v>255</c:v>
                </c:pt>
                <c:pt idx="843">
                  <c:v>201</c:v>
                </c:pt>
                <c:pt idx="844">
                  <c:v>243</c:v>
                </c:pt>
                <c:pt idx="845">
                  <c:v>168</c:v>
                </c:pt>
                <c:pt idx="846">
                  <c:v>164</c:v>
                </c:pt>
                <c:pt idx="847">
                  <c:v>220</c:v>
                </c:pt>
                <c:pt idx="848">
                  <c:v>133</c:v>
                </c:pt>
                <c:pt idx="849">
                  <c:v>170</c:v>
                </c:pt>
                <c:pt idx="850">
                  <c:v>199</c:v>
                </c:pt>
                <c:pt idx="851">
                  <c:v>108</c:v>
                </c:pt>
                <c:pt idx="852">
                  <c:v>111</c:v>
                </c:pt>
                <c:pt idx="853">
                  <c:v>141</c:v>
                </c:pt>
                <c:pt idx="854">
                  <c:v>198</c:v>
                </c:pt>
                <c:pt idx="855">
                  <c:v>77</c:v>
                </c:pt>
                <c:pt idx="856">
                  <c:v>99</c:v>
                </c:pt>
                <c:pt idx="857">
                  <c:v>167</c:v>
                </c:pt>
                <c:pt idx="858">
                  <c:v>198</c:v>
                </c:pt>
                <c:pt idx="859">
                  <c:v>245</c:v>
                </c:pt>
                <c:pt idx="860">
                  <c:v>234</c:v>
                </c:pt>
                <c:pt idx="861">
                  <c:v>119</c:v>
                </c:pt>
                <c:pt idx="862">
                  <c:v>255</c:v>
                </c:pt>
                <c:pt idx="863">
                  <c:v>240</c:v>
                </c:pt>
                <c:pt idx="864">
                  <c:v>102</c:v>
                </c:pt>
                <c:pt idx="865">
                  <c:v>124</c:v>
                </c:pt>
                <c:pt idx="866">
                  <c:v>122</c:v>
                </c:pt>
                <c:pt idx="867">
                  <c:v>183</c:v>
                </c:pt>
                <c:pt idx="868">
                  <c:v>127</c:v>
                </c:pt>
                <c:pt idx="869">
                  <c:v>118</c:v>
                </c:pt>
                <c:pt idx="870">
                  <c:v>160</c:v>
                </c:pt>
                <c:pt idx="871">
                  <c:v>255</c:v>
                </c:pt>
                <c:pt idx="872">
                  <c:v>87</c:v>
                </c:pt>
                <c:pt idx="873">
                  <c:v>91</c:v>
                </c:pt>
                <c:pt idx="874">
                  <c:v>235</c:v>
                </c:pt>
                <c:pt idx="875">
                  <c:v>255</c:v>
                </c:pt>
                <c:pt idx="876">
                  <c:v>165</c:v>
                </c:pt>
                <c:pt idx="877">
                  <c:v>255</c:v>
                </c:pt>
                <c:pt idx="878">
                  <c:v>198</c:v>
                </c:pt>
                <c:pt idx="879">
                  <c:v>243</c:v>
                </c:pt>
                <c:pt idx="880">
                  <c:v>218</c:v>
                </c:pt>
                <c:pt idx="881">
                  <c:v>225</c:v>
                </c:pt>
                <c:pt idx="882">
                  <c:v>255</c:v>
                </c:pt>
                <c:pt idx="883">
                  <c:v>177</c:v>
                </c:pt>
                <c:pt idx="884">
                  <c:v>255</c:v>
                </c:pt>
                <c:pt idx="885">
                  <c:v>255</c:v>
                </c:pt>
                <c:pt idx="886">
                  <c:v>71</c:v>
                </c:pt>
                <c:pt idx="887">
                  <c:v>240</c:v>
                </c:pt>
                <c:pt idx="888">
                  <c:v>239</c:v>
                </c:pt>
                <c:pt idx="889">
                  <c:v>228</c:v>
                </c:pt>
                <c:pt idx="890">
                  <c:v>255</c:v>
                </c:pt>
                <c:pt idx="891">
                  <c:v>236</c:v>
                </c:pt>
                <c:pt idx="892">
                  <c:v>107</c:v>
                </c:pt>
                <c:pt idx="893">
                  <c:v>255</c:v>
                </c:pt>
                <c:pt idx="894">
                  <c:v>174</c:v>
                </c:pt>
                <c:pt idx="895">
                  <c:v>233</c:v>
                </c:pt>
                <c:pt idx="896">
                  <c:v>81</c:v>
                </c:pt>
                <c:pt idx="897">
                  <c:v>224</c:v>
                </c:pt>
                <c:pt idx="898">
                  <c:v>242</c:v>
                </c:pt>
                <c:pt idx="899">
                  <c:v>221</c:v>
                </c:pt>
                <c:pt idx="900">
                  <c:v>190</c:v>
                </c:pt>
                <c:pt idx="901">
                  <c:v>218</c:v>
                </c:pt>
                <c:pt idx="902">
                  <c:v>200</c:v>
                </c:pt>
                <c:pt idx="903">
                  <c:v>143</c:v>
                </c:pt>
                <c:pt idx="904">
                  <c:v>255</c:v>
                </c:pt>
                <c:pt idx="905">
                  <c:v>242</c:v>
                </c:pt>
                <c:pt idx="906">
                  <c:v>222</c:v>
                </c:pt>
                <c:pt idx="907">
                  <c:v>130</c:v>
                </c:pt>
                <c:pt idx="908">
                  <c:v>241</c:v>
                </c:pt>
                <c:pt idx="909">
                  <c:v>255</c:v>
                </c:pt>
                <c:pt idx="910">
                  <c:v>205</c:v>
                </c:pt>
                <c:pt idx="911">
                  <c:v>62</c:v>
                </c:pt>
                <c:pt idx="912">
                  <c:v>109</c:v>
                </c:pt>
                <c:pt idx="913">
                  <c:v>243</c:v>
                </c:pt>
                <c:pt idx="914">
                  <c:v>255</c:v>
                </c:pt>
                <c:pt idx="915">
                  <c:v>255</c:v>
                </c:pt>
                <c:pt idx="916">
                  <c:v>78</c:v>
                </c:pt>
                <c:pt idx="917">
                  <c:v>234</c:v>
                </c:pt>
                <c:pt idx="918">
                  <c:v>146</c:v>
                </c:pt>
                <c:pt idx="919">
                  <c:v>112</c:v>
                </c:pt>
                <c:pt idx="920">
                  <c:v>226</c:v>
                </c:pt>
                <c:pt idx="921">
                  <c:v>134</c:v>
                </c:pt>
                <c:pt idx="922">
                  <c:v>187</c:v>
                </c:pt>
                <c:pt idx="923">
                  <c:v>190</c:v>
                </c:pt>
                <c:pt idx="924">
                  <c:v>255</c:v>
                </c:pt>
                <c:pt idx="925">
                  <c:v>214</c:v>
                </c:pt>
                <c:pt idx="926">
                  <c:v>225</c:v>
                </c:pt>
                <c:pt idx="927">
                  <c:v>107</c:v>
                </c:pt>
                <c:pt idx="928">
                  <c:v>131</c:v>
                </c:pt>
                <c:pt idx="929">
                  <c:v>233</c:v>
                </c:pt>
                <c:pt idx="930">
                  <c:v>250</c:v>
                </c:pt>
                <c:pt idx="931">
                  <c:v>171</c:v>
                </c:pt>
                <c:pt idx="932">
                  <c:v>142</c:v>
                </c:pt>
                <c:pt idx="933">
                  <c:v>255</c:v>
                </c:pt>
                <c:pt idx="934">
                  <c:v>97</c:v>
                </c:pt>
                <c:pt idx="935">
                  <c:v>222</c:v>
                </c:pt>
                <c:pt idx="936">
                  <c:v>253</c:v>
                </c:pt>
                <c:pt idx="937">
                  <c:v>255</c:v>
                </c:pt>
                <c:pt idx="938">
                  <c:v>99</c:v>
                </c:pt>
                <c:pt idx="939">
                  <c:v>165</c:v>
                </c:pt>
                <c:pt idx="940">
                  <c:v>255</c:v>
                </c:pt>
                <c:pt idx="941">
                  <c:v>110</c:v>
                </c:pt>
                <c:pt idx="942">
                  <c:v>248</c:v>
                </c:pt>
                <c:pt idx="943">
                  <c:v>141</c:v>
                </c:pt>
                <c:pt idx="944">
                  <c:v>255</c:v>
                </c:pt>
                <c:pt idx="945">
                  <c:v>120</c:v>
                </c:pt>
                <c:pt idx="946">
                  <c:v>118</c:v>
                </c:pt>
                <c:pt idx="947">
                  <c:v>255</c:v>
                </c:pt>
                <c:pt idx="948">
                  <c:v>255</c:v>
                </c:pt>
                <c:pt idx="949">
                  <c:v>255</c:v>
                </c:pt>
                <c:pt idx="950">
                  <c:v>186</c:v>
                </c:pt>
                <c:pt idx="951">
                  <c:v>255</c:v>
                </c:pt>
                <c:pt idx="952">
                  <c:v>199</c:v>
                </c:pt>
                <c:pt idx="953">
                  <c:v>96</c:v>
                </c:pt>
                <c:pt idx="954">
                  <c:v>107</c:v>
                </c:pt>
                <c:pt idx="955">
                  <c:v>92</c:v>
                </c:pt>
                <c:pt idx="956">
                  <c:v>255</c:v>
                </c:pt>
                <c:pt idx="957">
                  <c:v>255</c:v>
                </c:pt>
                <c:pt idx="958">
                  <c:v>186</c:v>
                </c:pt>
                <c:pt idx="959">
                  <c:v>134</c:v>
                </c:pt>
                <c:pt idx="960">
                  <c:v>255</c:v>
                </c:pt>
                <c:pt idx="961">
                  <c:v>255</c:v>
                </c:pt>
                <c:pt idx="962">
                  <c:v>145</c:v>
                </c:pt>
                <c:pt idx="963">
                  <c:v>80</c:v>
                </c:pt>
                <c:pt idx="964">
                  <c:v>155</c:v>
                </c:pt>
                <c:pt idx="965">
                  <c:v>255</c:v>
                </c:pt>
                <c:pt idx="966">
                  <c:v>201</c:v>
                </c:pt>
                <c:pt idx="967">
                  <c:v>92</c:v>
                </c:pt>
                <c:pt idx="968">
                  <c:v>157</c:v>
                </c:pt>
                <c:pt idx="969">
                  <c:v>131</c:v>
                </c:pt>
                <c:pt idx="970">
                  <c:v>198</c:v>
                </c:pt>
                <c:pt idx="971">
                  <c:v>98</c:v>
                </c:pt>
                <c:pt idx="972">
                  <c:v>245</c:v>
                </c:pt>
                <c:pt idx="973">
                  <c:v>212</c:v>
                </c:pt>
                <c:pt idx="974">
                  <c:v>227</c:v>
                </c:pt>
                <c:pt idx="975">
                  <c:v>151</c:v>
                </c:pt>
                <c:pt idx="976">
                  <c:v>180</c:v>
                </c:pt>
                <c:pt idx="977">
                  <c:v>255</c:v>
                </c:pt>
                <c:pt idx="978">
                  <c:v>89</c:v>
                </c:pt>
                <c:pt idx="979">
                  <c:v>208</c:v>
                </c:pt>
                <c:pt idx="980">
                  <c:v>91</c:v>
                </c:pt>
                <c:pt idx="981">
                  <c:v>201</c:v>
                </c:pt>
                <c:pt idx="982">
                  <c:v>255</c:v>
                </c:pt>
                <c:pt idx="983">
                  <c:v>255</c:v>
                </c:pt>
                <c:pt idx="984">
                  <c:v>210</c:v>
                </c:pt>
                <c:pt idx="985">
                  <c:v>255</c:v>
                </c:pt>
                <c:pt idx="986">
                  <c:v>254</c:v>
                </c:pt>
                <c:pt idx="987">
                  <c:v>160</c:v>
                </c:pt>
                <c:pt idx="988">
                  <c:v>162</c:v>
                </c:pt>
                <c:pt idx="989">
                  <c:v>249</c:v>
                </c:pt>
                <c:pt idx="990">
                  <c:v>113</c:v>
                </c:pt>
                <c:pt idx="991">
                  <c:v>229</c:v>
                </c:pt>
                <c:pt idx="992">
                  <c:v>255</c:v>
                </c:pt>
                <c:pt idx="993">
                  <c:v>255</c:v>
                </c:pt>
                <c:pt idx="994">
                  <c:v>202</c:v>
                </c:pt>
                <c:pt idx="995">
                  <c:v>255</c:v>
                </c:pt>
                <c:pt idx="996">
                  <c:v>255</c:v>
                </c:pt>
                <c:pt idx="997">
                  <c:v>104</c:v>
                </c:pt>
                <c:pt idx="998">
                  <c:v>115</c:v>
                </c:pt>
                <c:pt idx="999">
                  <c:v>87</c:v>
                </c:pt>
                <c:pt idx="1000">
                  <c:v>255</c:v>
                </c:pt>
                <c:pt idx="1001">
                  <c:v>203</c:v>
                </c:pt>
                <c:pt idx="1002">
                  <c:v>170</c:v>
                </c:pt>
                <c:pt idx="1003">
                  <c:v>130</c:v>
                </c:pt>
                <c:pt idx="1004">
                  <c:v>132</c:v>
                </c:pt>
                <c:pt idx="1005">
                  <c:v>215</c:v>
                </c:pt>
                <c:pt idx="1006">
                  <c:v>255</c:v>
                </c:pt>
                <c:pt idx="1007">
                  <c:v>215</c:v>
                </c:pt>
                <c:pt idx="1008">
                  <c:v>225</c:v>
                </c:pt>
                <c:pt idx="1009">
                  <c:v>168</c:v>
                </c:pt>
                <c:pt idx="1010">
                  <c:v>174</c:v>
                </c:pt>
                <c:pt idx="1011">
                  <c:v>255</c:v>
                </c:pt>
                <c:pt idx="1012">
                  <c:v>133</c:v>
                </c:pt>
                <c:pt idx="1013">
                  <c:v>101</c:v>
                </c:pt>
                <c:pt idx="1014">
                  <c:v>99</c:v>
                </c:pt>
                <c:pt idx="1015">
                  <c:v>219</c:v>
                </c:pt>
                <c:pt idx="1016">
                  <c:v>255</c:v>
                </c:pt>
                <c:pt idx="1017">
                  <c:v>255</c:v>
                </c:pt>
                <c:pt idx="1018">
                  <c:v>255</c:v>
                </c:pt>
                <c:pt idx="1019">
                  <c:v>161</c:v>
                </c:pt>
                <c:pt idx="1020">
                  <c:v>115</c:v>
                </c:pt>
                <c:pt idx="1021">
                  <c:v>123</c:v>
                </c:pt>
                <c:pt idx="1022">
                  <c:v>255</c:v>
                </c:pt>
                <c:pt idx="1023">
                  <c:v>255</c:v>
                </c:pt>
                <c:pt idx="1024">
                  <c:v>174</c:v>
                </c:pt>
                <c:pt idx="1025">
                  <c:v>255</c:v>
                </c:pt>
                <c:pt idx="1026">
                  <c:v>184</c:v>
                </c:pt>
                <c:pt idx="1027">
                  <c:v>214</c:v>
                </c:pt>
                <c:pt idx="1028">
                  <c:v>71</c:v>
                </c:pt>
                <c:pt idx="1029">
                  <c:v>111</c:v>
                </c:pt>
                <c:pt idx="1030">
                  <c:v>255</c:v>
                </c:pt>
                <c:pt idx="1031">
                  <c:v>174</c:v>
                </c:pt>
                <c:pt idx="1032">
                  <c:v>180</c:v>
                </c:pt>
                <c:pt idx="1033">
                  <c:v>201</c:v>
                </c:pt>
                <c:pt idx="1034">
                  <c:v>174</c:v>
                </c:pt>
                <c:pt idx="1035">
                  <c:v>191</c:v>
                </c:pt>
                <c:pt idx="1036">
                  <c:v>227</c:v>
                </c:pt>
                <c:pt idx="1037">
                  <c:v>224</c:v>
                </c:pt>
                <c:pt idx="1038">
                  <c:v>238</c:v>
                </c:pt>
                <c:pt idx="1039">
                  <c:v>125</c:v>
                </c:pt>
                <c:pt idx="1040">
                  <c:v>255</c:v>
                </c:pt>
                <c:pt idx="1041">
                  <c:v>120</c:v>
                </c:pt>
                <c:pt idx="1042">
                  <c:v>83</c:v>
                </c:pt>
                <c:pt idx="1043">
                  <c:v>120</c:v>
                </c:pt>
                <c:pt idx="1044">
                  <c:v>93</c:v>
                </c:pt>
                <c:pt idx="1045">
                  <c:v>255</c:v>
                </c:pt>
                <c:pt idx="1046">
                  <c:v>255</c:v>
                </c:pt>
                <c:pt idx="1047">
                  <c:v>215</c:v>
                </c:pt>
                <c:pt idx="1048">
                  <c:v>215</c:v>
                </c:pt>
                <c:pt idx="1049">
                  <c:v>255</c:v>
                </c:pt>
                <c:pt idx="1050">
                  <c:v>210</c:v>
                </c:pt>
                <c:pt idx="1051">
                  <c:v>255</c:v>
                </c:pt>
                <c:pt idx="1052">
                  <c:v>177</c:v>
                </c:pt>
                <c:pt idx="1053">
                  <c:v>212</c:v>
                </c:pt>
                <c:pt idx="1054">
                  <c:v>217</c:v>
                </c:pt>
                <c:pt idx="1055">
                  <c:v>132</c:v>
                </c:pt>
                <c:pt idx="1056">
                  <c:v>101</c:v>
                </c:pt>
                <c:pt idx="1057">
                  <c:v>227</c:v>
                </c:pt>
                <c:pt idx="1058">
                  <c:v>121</c:v>
                </c:pt>
                <c:pt idx="1059">
                  <c:v>139</c:v>
                </c:pt>
                <c:pt idx="1060">
                  <c:v>158</c:v>
                </c:pt>
                <c:pt idx="1061">
                  <c:v>226</c:v>
                </c:pt>
                <c:pt idx="1062">
                  <c:v>214</c:v>
                </c:pt>
                <c:pt idx="1063">
                  <c:v>255</c:v>
                </c:pt>
                <c:pt idx="1064">
                  <c:v>141</c:v>
                </c:pt>
                <c:pt idx="1065">
                  <c:v>255</c:v>
                </c:pt>
                <c:pt idx="1066">
                  <c:v>188</c:v>
                </c:pt>
                <c:pt idx="1067">
                  <c:v>255</c:v>
                </c:pt>
                <c:pt idx="1068">
                  <c:v>255</c:v>
                </c:pt>
                <c:pt idx="1069">
                  <c:v>203</c:v>
                </c:pt>
                <c:pt idx="1070">
                  <c:v>104</c:v>
                </c:pt>
                <c:pt idx="1071">
                  <c:v>99</c:v>
                </c:pt>
                <c:pt idx="1072">
                  <c:v>240</c:v>
                </c:pt>
                <c:pt idx="1073">
                  <c:v>149</c:v>
                </c:pt>
                <c:pt idx="1074">
                  <c:v>255</c:v>
                </c:pt>
                <c:pt idx="1075">
                  <c:v>125</c:v>
                </c:pt>
                <c:pt idx="1076">
                  <c:v>214</c:v>
                </c:pt>
                <c:pt idx="1077">
                  <c:v>224</c:v>
                </c:pt>
                <c:pt idx="1078">
                  <c:v>255</c:v>
                </c:pt>
                <c:pt idx="1079">
                  <c:v>184</c:v>
                </c:pt>
                <c:pt idx="1080">
                  <c:v>133</c:v>
                </c:pt>
                <c:pt idx="1081">
                  <c:v>109</c:v>
                </c:pt>
                <c:pt idx="1082">
                  <c:v>208</c:v>
                </c:pt>
                <c:pt idx="1083">
                  <c:v>215</c:v>
                </c:pt>
                <c:pt idx="1084">
                  <c:v>165</c:v>
                </c:pt>
                <c:pt idx="1085">
                  <c:v>240</c:v>
                </c:pt>
                <c:pt idx="1086">
                  <c:v>249</c:v>
                </c:pt>
                <c:pt idx="1087">
                  <c:v>133</c:v>
                </c:pt>
                <c:pt idx="1088">
                  <c:v>212</c:v>
                </c:pt>
                <c:pt idx="1089">
                  <c:v>226</c:v>
                </c:pt>
                <c:pt idx="1090">
                  <c:v>121</c:v>
                </c:pt>
                <c:pt idx="1091">
                  <c:v>103</c:v>
                </c:pt>
                <c:pt idx="1092">
                  <c:v>224</c:v>
                </c:pt>
                <c:pt idx="1093">
                  <c:v>255</c:v>
                </c:pt>
                <c:pt idx="1094">
                  <c:v>129</c:v>
                </c:pt>
                <c:pt idx="1095">
                  <c:v>255</c:v>
                </c:pt>
                <c:pt idx="1096">
                  <c:v>214</c:v>
                </c:pt>
                <c:pt idx="1097">
                  <c:v>73</c:v>
                </c:pt>
                <c:pt idx="1098">
                  <c:v>184</c:v>
                </c:pt>
                <c:pt idx="1099">
                  <c:v>255</c:v>
                </c:pt>
                <c:pt idx="1100">
                  <c:v>255</c:v>
                </c:pt>
                <c:pt idx="1101">
                  <c:v>180</c:v>
                </c:pt>
                <c:pt idx="1102">
                  <c:v>255</c:v>
                </c:pt>
                <c:pt idx="1103">
                  <c:v>240</c:v>
                </c:pt>
                <c:pt idx="1104">
                  <c:v>255</c:v>
                </c:pt>
                <c:pt idx="1105">
                  <c:v>121</c:v>
                </c:pt>
                <c:pt idx="1106">
                  <c:v>255</c:v>
                </c:pt>
                <c:pt idx="1107">
                  <c:v>115</c:v>
                </c:pt>
                <c:pt idx="1108">
                  <c:v>154</c:v>
                </c:pt>
                <c:pt idx="1109">
                  <c:v>244</c:v>
                </c:pt>
                <c:pt idx="1110">
                  <c:v>255</c:v>
                </c:pt>
                <c:pt idx="1111">
                  <c:v>180</c:v>
                </c:pt>
                <c:pt idx="1112">
                  <c:v>167</c:v>
                </c:pt>
                <c:pt idx="1113">
                  <c:v>90</c:v>
                </c:pt>
                <c:pt idx="1114">
                  <c:v>152</c:v>
                </c:pt>
                <c:pt idx="1115">
                  <c:v>233</c:v>
                </c:pt>
                <c:pt idx="1116">
                  <c:v>167</c:v>
                </c:pt>
                <c:pt idx="1117">
                  <c:v>78</c:v>
                </c:pt>
                <c:pt idx="1118">
                  <c:v>82</c:v>
                </c:pt>
                <c:pt idx="1119">
                  <c:v>124</c:v>
                </c:pt>
                <c:pt idx="1120">
                  <c:v>210</c:v>
                </c:pt>
                <c:pt idx="1121">
                  <c:v>80</c:v>
                </c:pt>
                <c:pt idx="1122">
                  <c:v>117</c:v>
                </c:pt>
                <c:pt idx="1123">
                  <c:v>157</c:v>
                </c:pt>
                <c:pt idx="1124">
                  <c:v>221</c:v>
                </c:pt>
                <c:pt idx="1125">
                  <c:v>243</c:v>
                </c:pt>
                <c:pt idx="1126">
                  <c:v>177</c:v>
                </c:pt>
                <c:pt idx="1127">
                  <c:v>163</c:v>
                </c:pt>
                <c:pt idx="1128">
                  <c:v>148</c:v>
                </c:pt>
                <c:pt idx="1129">
                  <c:v>122</c:v>
                </c:pt>
                <c:pt idx="1130">
                  <c:v>128</c:v>
                </c:pt>
                <c:pt idx="1131">
                  <c:v>73</c:v>
                </c:pt>
                <c:pt idx="1132">
                  <c:v>177</c:v>
                </c:pt>
                <c:pt idx="1133">
                  <c:v>200</c:v>
                </c:pt>
                <c:pt idx="1134">
                  <c:v>119</c:v>
                </c:pt>
                <c:pt idx="1135">
                  <c:v>87</c:v>
                </c:pt>
                <c:pt idx="1136">
                  <c:v>240</c:v>
                </c:pt>
                <c:pt idx="1137">
                  <c:v>216</c:v>
                </c:pt>
                <c:pt idx="1138">
                  <c:v>106</c:v>
                </c:pt>
                <c:pt idx="1139">
                  <c:v>146</c:v>
                </c:pt>
                <c:pt idx="1140">
                  <c:v>140</c:v>
                </c:pt>
                <c:pt idx="1141">
                  <c:v>131</c:v>
                </c:pt>
                <c:pt idx="1142">
                  <c:v>183</c:v>
                </c:pt>
                <c:pt idx="1143">
                  <c:v>163</c:v>
                </c:pt>
                <c:pt idx="1144">
                  <c:v>104</c:v>
                </c:pt>
                <c:pt idx="1145">
                  <c:v>180</c:v>
                </c:pt>
                <c:pt idx="1146">
                  <c:v>109</c:v>
                </c:pt>
                <c:pt idx="1147">
                  <c:v>0</c:v>
                </c:pt>
              </c:numCache>
            </c:numRef>
          </c:yVal>
          <c:smooth val="0"/>
          <c:extLst>
            <c:ext xmlns:c16="http://schemas.microsoft.com/office/drawing/2014/chart" uri="{C3380CC4-5D6E-409C-BE32-E72D297353CC}">
              <c16:uniqueId val="{00000001-ADF6-43C0-A54A-ED73625BD6C1}"/>
            </c:ext>
          </c:extLst>
        </c:ser>
        <c:dLbls>
          <c:showLegendKey val="0"/>
          <c:showVal val="0"/>
          <c:showCatName val="0"/>
          <c:showSerName val="0"/>
          <c:showPercent val="0"/>
          <c:showBubbleSize val="0"/>
        </c:dLbls>
        <c:axId val="1988544959"/>
        <c:axId val="2092574463"/>
      </c:scatterChart>
      <c:valAx>
        <c:axId val="2092574463"/>
        <c:scaling>
          <c:orientation val="minMax"/>
          <c:max val="270"/>
          <c:min val="0"/>
        </c:scaling>
        <c:delete val="0"/>
        <c:axPos val="l"/>
        <c:majorGridlines>
          <c:spPr>
            <a:ln w="9528" cap="flat" cmpd="sng" algn="ctr">
              <a:solidFill>
                <a:srgbClr val="D9D9D9"/>
              </a:solidFill>
              <a:prstDash val="solid"/>
              <a:round/>
            </a:ln>
            <a:effectLst/>
          </c:spPr>
        </c:majorGridlines>
        <c:title>
          <c:tx>
            <c:rich>
              <a:bodyPr rot="-540000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r>
                  <a:rPr lang="en-GB" sz="1400" b="1" i="0" u="none" strike="noStrike" kern="1200" cap="none" spc="0" baseline="0">
                    <a:solidFill>
                      <a:srgbClr val="595959"/>
                    </a:solidFill>
                    <a:uFillTx/>
                    <a:latin typeface="Calibri"/>
                  </a:rPr>
                  <a:t>Hillshade</a:t>
                </a:r>
              </a:p>
            </c:rich>
          </c:tx>
          <c:overlay val="0"/>
          <c:spPr>
            <a:noFill/>
            <a:ln>
              <a:noFill/>
            </a:ln>
            <a:effectLst/>
          </c:spPr>
          <c:txPr>
            <a:bodyPr rot="-540000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endParaRPr lang="en-PK"/>
            </a:p>
          </c:txPr>
        </c:title>
        <c:numFmt formatCode="General" sourceLinked="1"/>
        <c:majorTickMark val="none"/>
        <c:minorTickMark val="none"/>
        <c:tickLblPos val="nextTo"/>
        <c:spPr>
          <a:noFill/>
          <a:ln w="9528" cap="flat" cmpd="sng" algn="ctr">
            <a:solidFill>
              <a:srgbClr val="BFBFBF"/>
            </a:solidFill>
            <a:prstDash val="solid"/>
            <a:round/>
          </a:ln>
          <a:effectLst/>
        </c:spPr>
        <c:txPr>
          <a:bodyPr rot="-60000000" spcFirstLastPara="1" vertOverflow="ellipsis" vert="horz" wrap="square" lIns="0" tIns="0" rIns="0" bIns="0" anchor="ctr" anchorCtr="1"/>
          <a:lstStyle/>
          <a:p>
            <a:pPr marL="0" marR="0" indent="0" defTabSz="914400" fontAlgn="auto" hangingPunct="1">
              <a:lnSpc>
                <a:spcPct val="100000"/>
              </a:lnSpc>
              <a:spcBef>
                <a:spcPts val="0"/>
              </a:spcBef>
              <a:spcAft>
                <a:spcPts val="0"/>
              </a:spcAft>
              <a:tabLst/>
              <a:defRPr lang="en-US" sz="1200" b="0" i="0" u="none" strike="noStrike" kern="1200" baseline="0">
                <a:solidFill>
                  <a:srgbClr val="595959"/>
                </a:solidFill>
                <a:latin typeface="Calibri"/>
                <a:ea typeface="+mn-ea"/>
                <a:cs typeface="+mn-cs"/>
              </a:defRPr>
            </a:pPr>
            <a:endParaRPr lang="en-PK"/>
          </a:p>
        </c:txPr>
        <c:crossAx val="1988544959"/>
        <c:crosses val="autoZero"/>
        <c:crossBetween val="midCat"/>
      </c:valAx>
      <c:valAx>
        <c:axId val="1988544959"/>
        <c:scaling>
          <c:orientation val="minMax"/>
          <c:max val="40"/>
          <c:min val="15"/>
        </c:scaling>
        <c:delete val="0"/>
        <c:axPos val="b"/>
        <c:majorGridlines>
          <c:spPr>
            <a:ln w="9528" cap="flat" cmpd="sng" algn="ctr">
              <a:solidFill>
                <a:srgbClr val="D9D9D9"/>
              </a:solidFill>
              <a:prstDash val="solid"/>
              <a:round/>
            </a:ln>
            <a:effectLst/>
          </c:spPr>
        </c:majorGridlines>
        <c:title>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r>
                  <a:rPr lang="en-GB" sz="1400" b="1" i="0" u="none" strike="noStrike" kern="1200" cap="none" spc="0" baseline="0">
                    <a:solidFill>
                      <a:srgbClr val="595959"/>
                    </a:solidFill>
                    <a:uFillTx/>
                    <a:latin typeface="Calibri"/>
                  </a:rPr>
                  <a:t>LST</a:t>
                </a:r>
              </a:p>
            </c:rich>
          </c:tx>
          <c:overlay val="0"/>
          <c:spPr>
            <a:noFill/>
            <a:ln>
              <a:noFill/>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endParaRPr lang="en-PK"/>
            </a:p>
          </c:txPr>
        </c:title>
        <c:numFmt formatCode="0.0" sourceLinked="1"/>
        <c:majorTickMark val="none"/>
        <c:minorTickMark val="none"/>
        <c:tickLblPos val="nextTo"/>
        <c:spPr>
          <a:noFill/>
          <a:ln w="9528" cap="flat" cmpd="sng" algn="ctr">
            <a:solidFill>
              <a:srgbClr val="BFBFBF"/>
            </a:solidFill>
            <a:prstDash val="solid"/>
            <a:round/>
          </a:ln>
          <a:effectLst/>
        </c:spPr>
        <c:txPr>
          <a:bodyPr rot="-60000000" spcFirstLastPara="1" vertOverflow="ellipsis" vert="horz" wrap="square" lIns="0" tIns="0" rIns="0" bIns="0" anchor="ctr" anchorCtr="1"/>
          <a:lstStyle/>
          <a:p>
            <a:pPr marL="0" marR="0" indent="0" defTabSz="914400" fontAlgn="auto" hangingPunct="1">
              <a:lnSpc>
                <a:spcPct val="100000"/>
              </a:lnSpc>
              <a:spcBef>
                <a:spcPts val="0"/>
              </a:spcBef>
              <a:spcAft>
                <a:spcPts val="0"/>
              </a:spcAft>
              <a:tabLst/>
              <a:defRPr lang="en-US" sz="1200" b="0" i="0" u="none" strike="noStrike" kern="1200" baseline="0">
                <a:solidFill>
                  <a:srgbClr val="595959"/>
                </a:solidFill>
                <a:latin typeface="Calibri"/>
                <a:ea typeface="+mn-ea"/>
                <a:cs typeface="+mn-cs"/>
              </a:defRPr>
            </a:pPr>
            <a:endParaRPr lang="en-PK"/>
          </a:p>
        </c:txPr>
        <c:crossAx val="2092574463"/>
        <c:crosses val="autoZero"/>
        <c:crossBetween val="midCat"/>
      </c:valAx>
      <c:spPr>
        <a:noFill/>
        <a:ln w="12701">
          <a:solidFill>
            <a:srgbClr val="A6A6A6"/>
          </a:solidFill>
          <a:prstDash val="solid"/>
        </a:ln>
        <a:effectLst/>
      </c:spPr>
    </c:plotArea>
    <c:plotVisOnly val="1"/>
    <c:dispBlanksAs val="gap"/>
    <c:showDLblsOverMax val="0"/>
  </c:chart>
  <c:spPr>
    <a:solidFill>
      <a:srgbClr val="FFFFFF"/>
    </a:solidFill>
    <a:ln w="9528" cap="flat" cmpd="sng" algn="ctr">
      <a:solidFill>
        <a:sysClr val="windowText" lastClr="000000"/>
      </a:solidFill>
      <a:prstDash val="solid"/>
      <a:round/>
    </a:ln>
    <a:effectLst/>
  </c:spPr>
  <c:txPr>
    <a:bodyPr lIns="0" tIns="0" rIns="0" bIns="0"/>
    <a:lstStyle/>
    <a:p>
      <a:pPr marL="0" marR="0" indent="0" defTabSz="914400" fontAlgn="auto" hangingPunct="1">
        <a:lnSpc>
          <a:spcPct val="100000"/>
        </a:lnSpc>
        <a:spcBef>
          <a:spcPts val="0"/>
        </a:spcBef>
        <a:spcAft>
          <a:spcPts val="0"/>
        </a:spcAft>
        <a:tabLst/>
        <a:defRPr lang="en-US" sz="1000" b="0" i="0" u="none" strike="noStrike" kern="1200" baseline="0">
          <a:solidFill>
            <a:srgbClr val="000000"/>
          </a:solidFill>
          <a:latin typeface="Calibri"/>
        </a:defRPr>
      </a:pPr>
      <a:endParaRPr lang="en-PK"/>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spc="0" baseline="0">
                <a:solidFill>
                  <a:srgbClr val="595959"/>
                </a:solidFill>
                <a:latin typeface="Calibri"/>
                <a:ea typeface="+mn-ea"/>
                <a:cs typeface="+mn-cs"/>
              </a:defRPr>
            </a:pPr>
            <a:r>
              <a:rPr lang="en-GB" sz="1400" b="1" i="0" u="none" strike="noStrike" kern="1200" cap="none" spc="0" baseline="0">
                <a:solidFill>
                  <a:srgbClr val="595959"/>
                </a:solidFill>
                <a:uFillTx/>
                <a:latin typeface="Calibri"/>
              </a:rPr>
              <a:t>Relationship between LST and Slope</a:t>
            </a:r>
          </a:p>
        </c:rich>
      </c:tx>
      <c:overlay val="0"/>
      <c:spPr>
        <a:noFill/>
        <a:ln>
          <a:noFill/>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spc="0" baseline="0">
              <a:solidFill>
                <a:srgbClr val="595959"/>
              </a:solidFill>
              <a:latin typeface="Calibri"/>
              <a:ea typeface="+mn-ea"/>
              <a:cs typeface="+mn-cs"/>
            </a:defRPr>
          </a:pPr>
          <a:endParaRPr lang="en-PK"/>
        </a:p>
      </c:txPr>
    </c:title>
    <c:autoTitleDeleted val="0"/>
    <c:plotArea>
      <c:layout/>
      <c:scatterChart>
        <c:scatterStyle val="lineMarker"/>
        <c:varyColors val="0"/>
        <c:ser>
          <c:idx val="0"/>
          <c:order val="0"/>
          <c:tx>
            <c:strRef>
              <c:f>Topography!$C$1</c:f>
              <c:strCache>
                <c:ptCount val="1"/>
                <c:pt idx="0">
                  <c:v>Slope</c:v>
                </c:pt>
              </c:strCache>
            </c:strRef>
          </c:tx>
          <c:spPr>
            <a:ln w="19050" cap="rnd" cmpd="sng" algn="ctr">
              <a:noFill/>
              <a:prstDash val="solid"/>
              <a:round/>
            </a:ln>
            <a:effectLst/>
          </c:spPr>
          <c:marker>
            <c:symbol val="circle"/>
            <c:size val="5"/>
            <c:spPr>
              <a:solidFill>
                <a:schemeClr val="dk1">
                  <a:tint val="88500"/>
                </a:schemeClr>
              </a:solidFill>
              <a:ln w="6350" cap="flat" cmpd="sng" algn="ctr">
                <a:solidFill>
                  <a:schemeClr val="dk1">
                    <a:tint val="88500"/>
                  </a:schemeClr>
                </a:solidFill>
                <a:prstDash val="solid"/>
                <a:round/>
              </a:ln>
              <a:effectLst/>
            </c:spPr>
          </c:marker>
          <c:trendline>
            <c:spPr>
              <a:ln w="19046" cap="rnd" cmpd="sng" algn="ctr">
                <a:solidFill>
                  <a:srgbClr val="000000"/>
                </a:solidFill>
                <a:custDash>
                  <a:ds d="200000" sp="0"/>
                </a:custDash>
                <a:round/>
              </a:ln>
              <a:effectLst/>
            </c:spPr>
            <c:trendlineType val="linear"/>
            <c:dispRSqr val="1"/>
            <c:dispEq val="1"/>
            <c:trendlineLbl>
              <c:layout>
                <c:manualLayout>
                  <c:x val="-0.41797317661241712"/>
                  <c:y val="-0.30818493150684934"/>
                </c:manualLayout>
              </c:layout>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0" i="0" u="none" strike="noStrike" kern="1200" baseline="0">
                        <a:solidFill>
                          <a:srgbClr val="595959"/>
                        </a:solidFill>
                        <a:latin typeface="Calibri"/>
                        <a:ea typeface="+mn-ea"/>
                        <a:cs typeface="+mn-cs"/>
                      </a:defRPr>
                    </a:pPr>
                    <a:r>
                      <a:rPr lang="en-US" sz="1050" b="0" i="0" u="none" strike="noStrike" kern="1200" cap="none" spc="0" baseline="0" dirty="0">
                        <a:solidFill>
                          <a:srgbClr val="595959"/>
                        </a:solidFill>
                        <a:uFillTx/>
                        <a:latin typeface="Calibri"/>
                      </a:rPr>
                      <a:t>y = -0.5028x + 41.316</a:t>
                    </a:r>
                    <a:br>
                      <a:rPr lang="en-US" sz="1050" b="0" i="0" u="none" strike="noStrike" kern="1200" cap="none" spc="0" baseline="0" dirty="0">
                        <a:solidFill>
                          <a:srgbClr val="595959"/>
                        </a:solidFill>
                        <a:uFillTx/>
                        <a:latin typeface="Calibri"/>
                      </a:rPr>
                    </a:br>
                    <a:r>
                      <a:rPr lang="en-US" sz="1050" b="0" i="0" u="none" strike="noStrike" kern="1200" cap="none" spc="0" baseline="0" dirty="0">
                        <a:solidFill>
                          <a:srgbClr val="595959"/>
                        </a:solidFill>
                        <a:uFillTx/>
                        <a:latin typeface="Calibri"/>
                      </a:rPr>
                      <a:t>R² = 0.238</a:t>
                    </a:r>
                  </a:p>
                </c:rich>
              </c:tx>
              <c:numFmt formatCode="General" sourceLinked="0"/>
              <c:spPr>
                <a:solidFill>
                  <a:srgbClr val="FFFFFF"/>
                </a:solidFill>
                <a:ln w="9528">
                  <a:solidFill>
                    <a:srgbClr val="A6A6A6"/>
                  </a:solidFill>
                  <a:prstDash val="solid"/>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0" i="0" u="none" strike="noStrike" kern="1200" baseline="0">
                      <a:solidFill>
                        <a:srgbClr val="595959"/>
                      </a:solidFill>
                      <a:latin typeface="Calibri"/>
                      <a:ea typeface="+mn-ea"/>
                      <a:cs typeface="+mn-cs"/>
                    </a:defRPr>
                  </a:pPr>
                  <a:endParaRPr lang="en-PK"/>
                </a:p>
              </c:txPr>
            </c:trendlineLbl>
          </c:trendline>
          <c:xVal>
            <c:numRef>
              <c:f>Topography!$A$2:$A$1149</c:f>
              <c:numCache>
                <c:formatCode>0.0</c:formatCode>
                <c:ptCount val="1148"/>
                <c:pt idx="0">
                  <c:v>23.096071999999999</c:v>
                </c:pt>
                <c:pt idx="1">
                  <c:v>40</c:v>
                </c:pt>
                <c:pt idx="2">
                  <c:v>28.760905999999999</c:v>
                </c:pt>
                <c:pt idx="3">
                  <c:v>27.261009000000001</c:v>
                </c:pt>
                <c:pt idx="4">
                  <c:v>26.670926999999999</c:v>
                </c:pt>
                <c:pt idx="5">
                  <c:v>24.426500000000001</c:v>
                </c:pt>
                <c:pt idx="6">
                  <c:v>26.895399000000001</c:v>
                </c:pt>
                <c:pt idx="7">
                  <c:v>30.927173</c:v>
                </c:pt>
                <c:pt idx="8">
                  <c:v>27.385362000000001</c:v>
                </c:pt>
                <c:pt idx="9">
                  <c:v>25.835466</c:v>
                </c:pt>
                <c:pt idx="10">
                  <c:v>29.640557999999999</c:v>
                </c:pt>
                <c:pt idx="11">
                  <c:v>27.236080999999999</c:v>
                </c:pt>
                <c:pt idx="12">
                  <c:v>28.703662999999999</c:v>
                </c:pt>
                <c:pt idx="13">
                  <c:v>30.569474</c:v>
                </c:pt>
                <c:pt idx="14">
                  <c:v>33.291998</c:v>
                </c:pt>
                <c:pt idx="15">
                  <c:v>30.719045999999999</c:v>
                </c:pt>
                <c:pt idx="16">
                  <c:v>26.6692</c:v>
                </c:pt>
                <c:pt idx="17">
                  <c:v>29.025089999999999</c:v>
                </c:pt>
                <c:pt idx="18">
                  <c:v>29.547906000000001</c:v>
                </c:pt>
                <c:pt idx="19">
                  <c:v>26.764655000000001</c:v>
                </c:pt>
                <c:pt idx="20">
                  <c:v>28.524614</c:v>
                </c:pt>
                <c:pt idx="21">
                  <c:v>27.969474000000002</c:v>
                </c:pt>
                <c:pt idx="22">
                  <c:v>31.938476000000001</c:v>
                </c:pt>
                <c:pt idx="23">
                  <c:v>31.102167000000001</c:v>
                </c:pt>
                <c:pt idx="24">
                  <c:v>27.853117999999998</c:v>
                </c:pt>
                <c:pt idx="25">
                  <c:v>32.760373000000001</c:v>
                </c:pt>
                <c:pt idx="26">
                  <c:v>26.833839999999999</c:v>
                </c:pt>
                <c:pt idx="27">
                  <c:v>29.333725000000001</c:v>
                </c:pt>
                <c:pt idx="28">
                  <c:v>25.843088000000002</c:v>
                </c:pt>
                <c:pt idx="29">
                  <c:v>30.363023999999999</c:v>
                </c:pt>
                <c:pt idx="30">
                  <c:v>29.485681</c:v>
                </c:pt>
                <c:pt idx="31">
                  <c:v>30.062100999999998</c:v>
                </c:pt>
                <c:pt idx="32">
                  <c:v>27.820948999999999</c:v>
                </c:pt>
                <c:pt idx="33">
                  <c:v>28.497197</c:v>
                </c:pt>
                <c:pt idx="34">
                  <c:v>27.933620000000001</c:v>
                </c:pt>
                <c:pt idx="35">
                  <c:v>34.951473999999997</c:v>
                </c:pt>
                <c:pt idx="36">
                  <c:v>33.290627999999998</c:v>
                </c:pt>
                <c:pt idx="37">
                  <c:v>30.385968999999999</c:v>
                </c:pt>
                <c:pt idx="38">
                  <c:v>30.044568999999999</c:v>
                </c:pt>
                <c:pt idx="39">
                  <c:v>31.760629000000002</c:v>
                </c:pt>
                <c:pt idx="40">
                  <c:v>28.334137999999999</c:v>
                </c:pt>
                <c:pt idx="41">
                  <c:v>31.041896999999999</c:v>
                </c:pt>
                <c:pt idx="42">
                  <c:v>30.092559000000001</c:v>
                </c:pt>
                <c:pt idx="43">
                  <c:v>31.840561000000001</c:v>
                </c:pt>
                <c:pt idx="44">
                  <c:v>27.939409999999999</c:v>
                </c:pt>
                <c:pt idx="45">
                  <c:v>28.267868</c:v>
                </c:pt>
                <c:pt idx="46">
                  <c:v>28.846557000000001</c:v>
                </c:pt>
                <c:pt idx="47">
                  <c:v>25.144786</c:v>
                </c:pt>
                <c:pt idx="48">
                  <c:v>26.354624000000001</c:v>
                </c:pt>
                <c:pt idx="49">
                  <c:v>29.707114000000001</c:v>
                </c:pt>
                <c:pt idx="50">
                  <c:v>31.645394</c:v>
                </c:pt>
                <c:pt idx="51">
                  <c:v>28.806781999999998</c:v>
                </c:pt>
                <c:pt idx="52">
                  <c:v>29.774524</c:v>
                </c:pt>
                <c:pt idx="53">
                  <c:v>28.822009000000001</c:v>
                </c:pt>
                <c:pt idx="54">
                  <c:v>31.729700999999999</c:v>
                </c:pt>
                <c:pt idx="55">
                  <c:v>30.989739</c:v>
                </c:pt>
                <c:pt idx="56">
                  <c:v>31.775943000000002</c:v>
                </c:pt>
                <c:pt idx="57">
                  <c:v>34.979030000000002</c:v>
                </c:pt>
                <c:pt idx="58">
                  <c:v>28.864128999999998</c:v>
                </c:pt>
                <c:pt idx="59">
                  <c:v>25.008406999999998</c:v>
                </c:pt>
                <c:pt idx="60">
                  <c:v>27.128219000000001</c:v>
                </c:pt>
                <c:pt idx="61">
                  <c:v>28.413112000000002</c:v>
                </c:pt>
                <c:pt idx="62">
                  <c:v>30.278956000000001</c:v>
                </c:pt>
                <c:pt idx="63">
                  <c:v>34.258808999999999</c:v>
                </c:pt>
                <c:pt idx="64">
                  <c:v>30.495647999999999</c:v>
                </c:pt>
                <c:pt idx="65">
                  <c:v>27.942011000000001</c:v>
                </c:pt>
                <c:pt idx="66">
                  <c:v>30.858086</c:v>
                </c:pt>
                <c:pt idx="67">
                  <c:v>30.123376</c:v>
                </c:pt>
                <c:pt idx="68">
                  <c:v>26.966540999999999</c:v>
                </c:pt>
                <c:pt idx="69">
                  <c:v>31.009602999999998</c:v>
                </c:pt>
                <c:pt idx="70">
                  <c:v>31.516795999999999</c:v>
                </c:pt>
                <c:pt idx="71">
                  <c:v>28.087969999999999</c:v>
                </c:pt>
                <c:pt idx="72">
                  <c:v>29.824769</c:v>
                </c:pt>
                <c:pt idx="73">
                  <c:v>30.418099000000002</c:v>
                </c:pt>
                <c:pt idx="74">
                  <c:v>29.396557999999999</c:v>
                </c:pt>
                <c:pt idx="75">
                  <c:v>30.297832</c:v>
                </c:pt>
                <c:pt idx="76">
                  <c:v>29.403908999999999</c:v>
                </c:pt>
                <c:pt idx="77">
                  <c:v>28.508239</c:v>
                </c:pt>
                <c:pt idx="78">
                  <c:v>31.063030999999999</c:v>
                </c:pt>
                <c:pt idx="79">
                  <c:v>29.780336999999999</c:v>
                </c:pt>
                <c:pt idx="80">
                  <c:v>29.134947</c:v>
                </c:pt>
                <c:pt idx="81">
                  <c:v>29.930381000000001</c:v>
                </c:pt>
                <c:pt idx="82">
                  <c:v>28.418081000000001</c:v>
                </c:pt>
                <c:pt idx="83">
                  <c:v>31.865390000000001</c:v>
                </c:pt>
                <c:pt idx="84">
                  <c:v>29.885131999999999</c:v>
                </c:pt>
                <c:pt idx="85">
                  <c:v>28.276046999999998</c:v>
                </c:pt>
                <c:pt idx="86">
                  <c:v>31.128060000000001</c:v>
                </c:pt>
                <c:pt idx="87">
                  <c:v>33.380740000000003</c:v>
                </c:pt>
                <c:pt idx="88">
                  <c:v>36.477547999999999</c:v>
                </c:pt>
                <c:pt idx="89">
                  <c:v>27.584806</c:v>
                </c:pt>
                <c:pt idx="90">
                  <c:v>30.725006</c:v>
                </c:pt>
                <c:pt idx="91">
                  <c:v>28.451495000000001</c:v>
                </c:pt>
                <c:pt idx="92">
                  <c:v>30.204211999999998</c:v>
                </c:pt>
                <c:pt idx="93">
                  <c:v>29.424294</c:v>
                </c:pt>
                <c:pt idx="94">
                  <c:v>32.316200000000002</c:v>
                </c:pt>
                <c:pt idx="95">
                  <c:v>30.582909000000001</c:v>
                </c:pt>
                <c:pt idx="96">
                  <c:v>30.139880000000002</c:v>
                </c:pt>
                <c:pt idx="97">
                  <c:v>32.507384000000002</c:v>
                </c:pt>
                <c:pt idx="98">
                  <c:v>31.780833999999999</c:v>
                </c:pt>
                <c:pt idx="99">
                  <c:v>27.028362999999999</c:v>
                </c:pt>
                <c:pt idx="100">
                  <c:v>34.168605999999997</c:v>
                </c:pt>
                <c:pt idx="101">
                  <c:v>30.52036</c:v>
                </c:pt>
                <c:pt idx="102">
                  <c:v>30.435473000000002</c:v>
                </c:pt>
                <c:pt idx="103">
                  <c:v>28.946535999999998</c:v>
                </c:pt>
                <c:pt idx="104">
                  <c:v>31.768324</c:v>
                </c:pt>
                <c:pt idx="105">
                  <c:v>30.674647</c:v>
                </c:pt>
                <c:pt idx="106">
                  <c:v>30.979628999999999</c:v>
                </c:pt>
                <c:pt idx="107">
                  <c:v>31.658829000000001</c:v>
                </c:pt>
                <c:pt idx="108">
                  <c:v>31.904608</c:v>
                </c:pt>
                <c:pt idx="109">
                  <c:v>36.400807</c:v>
                </c:pt>
                <c:pt idx="110">
                  <c:v>28.546258999999999</c:v>
                </c:pt>
                <c:pt idx="111">
                  <c:v>28.518014999999998</c:v>
                </c:pt>
                <c:pt idx="112">
                  <c:v>25.763369999999998</c:v>
                </c:pt>
                <c:pt idx="113">
                  <c:v>31.128943</c:v>
                </c:pt>
                <c:pt idx="114">
                  <c:v>28.623235999999999</c:v>
                </c:pt>
                <c:pt idx="115">
                  <c:v>31.847178</c:v>
                </c:pt>
                <c:pt idx="116">
                  <c:v>31.829695999999998</c:v>
                </c:pt>
                <c:pt idx="117">
                  <c:v>31.811836</c:v>
                </c:pt>
                <c:pt idx="118">
                  <c:v>33.268715999999998</c:v>
                </c:pt>
                <c:pt idx="119">
                  <c:v>34.415407000000002</c:v>
                </c:pt>
                <c:pt idx="120">
                  <c:v>35.288103</c:v>
                </c:pt>
                <c:pt idx="121">
                  <c:v>31.688758</c:v>
                </c:pt>
                <c:pt idx="122">
                  <c:v>30.011748999999998</c:v>
                </c:pt>
                <c:pt idx="123">
                  <c:v>26.897791000000002</c:v>
                </c:pt>
                <c:pt idx="124">
                  <c:v>28.090864</c:v>
                </c:pt>
                <c:pt idx="125">
                  <c:v>33.506608</c:v>
                </c:pt>
                <c:pt idx="126">
                  <c:v>30.909375000000001</c:v>
                </c:pt>
                <c:pt idx="127">
                  <c:v>33.149112000000002</c:v>
                </c:pt>
                <c:pt idx="128">
                  <c:v>29.362400000000001</c:v>
                </c:pt>
                <c:pt idx="129">
                  <c:v>32.818300000000001</c:v>
                </c:pt>
                <c:pt idx="130">
                  <c:v>32.201956000000003</c:v>
                </c:pt>
                <c:pt idx="131">
                  <c:v>32.227452</c:v>
                </c:pt>
                <c:pt idx="132">
                  <c:v>29.923860999999999</c:v>
                </c:pt>
                <c:pt idx="133">
                  <c:v>35.028858999999997</c:v>
                </c:pt>
                <c:pt idx="134">
                  <c:v>35.041393999999997</c:v>
                </c:pt>
                <c:pt idx="135">
                  <c:v>34.401091999999998</c:v>
                </c:pt>
                <c:pt idx="136">
                  <c:v>34.394798000000002</c:v>
                </c:pt>
                <c:pt idx="137">
                  <c:v>34.133206000000001</c:v>
                </c:pt>
                <c:pt idx="138">
                  <c:v>32.634484999999998</c:v>
                </c:pt>
                <c:pt idx="139">
                  <c:v>28.256045</c:v>
                </c:pt>
                <c:pt idx="140">
                  <c:v>29.809449999999998</c:v>
                </c:pt>
                <c:pt idx="141">
                  <c:v>27.274432999999998</c:v>
                </c:pt>
                <c:pt idx="142">
                  <c:v>28.443034999999998</c:v>
                </c:pt>
                <c:pt idx="143">
                  <c:v>28.967897000000001</c:v>
                </c:pt>
                <c:pt idx="144">
                  <c:v>32.915351000000001</c:v>
                </c:pt>
                <c:pt idx="145">
                  <c:v>32.723813</c:v>
                </c:pt>
                <c:pt idx="146">
                  <c:v>33.852609000000001</c:v>
                </c:pt>
                <c:pt idx="147">
                  <c:v>32.146410000000003</c:v>
                </c:pt>
                <c:pt idx="148">
                  <c:v>31.147147</c:v>
                </c:pt>
                <c:pt idx="149">
                  <c:v>34.242908999999997</c:v>
                </c:pt>
                <c:pt idx="150">
                  <c:v>30.016594000000001</c:v>
                </c:pt>
                <c:pt idx="151">
                  <c:v>29.257656999999998</c:v>
                </c:pt>
                <c:pt idx="152">
                  <c:v>29.167614</c:v>
                </c:pt>
                <c:pt idx="153">
                  <c:v>28.800962999999999</c:v>
                </c:pt>
                <c:pt idx="154">
                  <c:v>27.675163000000001</c:v>
                </c:pt>
                <c:pt idx="155">
                  <c:v>27.38542</c:v>
                </c:pt>
                <c:pt idx="156">
                  <c:v>26.287866999999999</c:v>
                </c:pt>
                <c:pt idx="157">
                  <c:v>31.221938999999999</c:v>
                </c:pt>
                <c:pt idx="158">
                  <c:v>28.070702000000001</c:v>
                </c:pt>
                <c:pt idx="159">
                  <c:v>29.687010999999998</c:v>
                </c:pt>
                <c:pt idx="160">
                  <c:v>31.140384000000001</c:v>
                </c:pt>
                <c:pt idx="161">
                  <c:v>36.061615000000003</c:v>
                </c:pt>
                <c:pt idx="162">
                  <c:v>32.487050000000004</c:v>
                </c:pt>
                <c:pt idx="163">
                  <c:v>32.319316999999998</c:v>
                </c:pt>
                <c:pt idx="164">
                  <c:v>34.058663000000003</c:v>
                </c:pt>
                <c:pt idx="165">
                  <c:v>27.964767999999999</c:v>
                </c:pt>
                <c:pt idx="166">
                  <c:v>29.581244999999999</c:v>
                </c:pt>
                <c:pt idx="167">
                  <c:v>27.731155000000001</c:v>
                </c:pt>
                <c:pt idx="168">
                  <c:v>27.930447000000001</c:v>
                </c:pt>
                <c:pt idx="169">
                  <c:v>27.240808999999999</c:v>
                </c:pt>
                <c:pt idx="170">
                  <c:v>29.855255</c:v>
                </c:pt>
                <c:pt idx="171">
                  <c:v>26.912751</c:v>
                </c:pt>
                <c:pt idx="172">
                  <c:v>35.739986999999999</c:v>
                </c:pt>
                <c:pt idx="173">
                  <c:v>31.925457999999999</c:v>
                </c:pt>
                <c:pt idx="174">
                  <c:v>30.794177999999999</c:v>
                </c:pt>
                <c:pt idx="175">
                  <c:v>28.324373999999999</c:v>
                </c:pt>
                <c:pt idx="176">
                  <c:v>37.293332999999997</c:v>
                </c:pt>
                <c:pt idx="177">
                  <c:v>33.620944999999999</c:v>
                </c:pt>
                <c:pt idx="178">
                  <c:v>33.561525000000003</c:v>
                </c:pt>
                <c:pt idx="179">
                  <c:v>36.657572999999999</c:v>
                </c:pt>
                <c:pt idx="180">
                  <c:v>29.677610000000001</c:v>
                </c:pt>
                <c:pt idx="181">
                  <c:v>32.085168000000003</c:v>
                </c:pt>
                <c:pt idx="182">
                  <c:v>28.760663000000001</c:v>
                </c:pt>
                <c:pt idx="183">
                  <c:v>29.241858000000001</c:v>
                </c:pt>
                <c:pt idx="184">
                  <c:v>29.365667999999999</c:v>
                </c:pt>
                <c:pt idx="185">
                  <c:v>28.796400999999999</c:v>
                </c:pt>
                <c:pt idx="186">
                  <c:v>29.940128999999999</c:v>
                </c:pt>
                <c:pt idx="187">
                  <c:v>32.278897000000001</c:v>
                </c:pt>
                <c:pt idx="188">
                  <c:v>31.426914</c:v>
                </c:pt>
                <c:pt idx="189">
                  <c:v>31.540206000000001</c:v>
                </c:pt>
                <c:pt idx="190">
                  <c:v>31.504405999999999</c:v>
                </c:pt>
                <c:pt idx="191">
                  <c:v>31.478888999999999</c:v>
                </c:pt>
                <c:pt idx="192">
                  <c:v>28.393422999999999</c:v>
                </c:pt>
                <c:pt idx="193">
                  <c:v>33.048178</c:v>
                </c:pt>
                <c:pt idx="194">
                  <c:v>32.583761000000003</c:v>
                </c:pt>
                <c:pt idx="195">
                  <c:v>28.550798</c:v>
                </c:pt>
                <c:pt idx="196">
                  <c:v>33.469518999999998</c:v>
                </c:pt>
                <c:pt idx="197">
                  <c:v>31.894634</c:v>
                </c:pt>
                <c:pt idx="198">
                  <c:v>27.843351999999999</c:v>
                </c:pt>
                <c:pt idx="199">
                  <c:v>27.518227</c:v>
                </c:pt>
                <c:pt idx="200">
                  <c:v>27.518227</c:v>
                </c:pt>
                <c:pt idx="201">
                  <c:v>24.689709000000001</c:v>
                </c:pt>
                <c:pt idx="202">
                  <c:v>26.836842000000001</c:v>
                </c:pt>
                <c:pt idx="203">
                  <c:v>24.863081000000001</c:v>
                </c:pt>
                <c:pt idx="204">
                  <c:v>27.223547</c:v>
                </c:pt>
                <c:pt idx="205">
                  <c:v>26.856847999999999</c:v>
                </c:pt>
                <c:pt idx="206">
                  <c:v>24.115264</c:v>
                </c:pt>
                <c:pt idx="207">
                  <c:v>25.133925000000001</c:v>
                </c:pt>
                <c:pt idx="208">
                  <c:v>23.547058</c:v>
                </c:pt>
                <c:pt idx="209">
                  <c:v>23.671703999999998</c:v>
                </c:pt>
                <c:pt idx="210">
                  <c:v>22.238613000000001</c:v>
                </c:pt>
                <c:pt idx="211">
                  <c:v>19.932254</c:v>
                </c:pt>
                <c:pt idx="212">
                  <c:v>25.763819999999999</c:v>
                </c:pt>
                <c:pt idx="213">
                  <c:v>23.863892</c:v>
                </c:pt>
                <c:pt idx="214">
                  <c:v>27.937556000000001</c:v>
                </c:pt>
                <c:pt idx="215">
                  <c:v>27.511111</c:v>
                </c:pt>
                <c:pt idx="216">
                  <c:v>25.291405000000001</c:v>
                </c:pt>
                <c:pt idx="217">
                  <c:v>28.832048</c:v>
                </c:pt>
                <c:pt idx="218">
                  <c:v>29.343986999999998</c:v>
                </c:pt>
                <c:pt idx="219">
                  <c:v>28.301317999999998</c:v>
                </c:pt>
                <c:pt idx="220">
                  <c:v>23.967119</c:v>
                </c:pt>
                <c:pt idx="221">
                  <c:v>22.910056999999998</c:v>
                </c:pt>
                <c:pt idx="222">
                  <c:v>22.462375999999999</c:v>
                </c:pt>
                <c:pt idx="223">
                  <c:v>17.773092999999999</c:v>
                </c:pt>
                <c:pt idx="224">
                  <c:v>19.636865</c:v>
                </c:pt>
                <c:pt idx="225">
                  <c:v>27.285890999999999</c:v>
                </c:pt>
                <c:pt idx="226">
                  <c:v>25.882559000000001</c:v>
                </c:pt>
                <c:pt idx="227">
                  <c:v>28.411819000000001</c:v>
                </c:pt>
                <c:pt idx="228">
                  <c:v>26.497823</c:v>
                </c:pt>
                <c:pt idx="229">
                  <c:v>28.353463999999999</c:v>
                </c:pt>
                <c:pt idx="230">
                  <c:v>29.197391</c:v>
                </c:pt>
                <c:pt idx="231">
                  <c:v>26.710965999999999</c:v>
                </c:pt>
                <c:pt idx="232">
                  <c:v>30.393265</c:v>
                </c:pt>
                <c:pt idx="233">
                  <c:v>26.345262999999999</c:v>
                </c:pt>
                <c:pt idx="234">
                  <c:v>26.365275</c:v>
                </c:pt>
                <c:pt idx="235">
                  <c:v>26.632171</c:v>
                </c:pt>
                <c:pt idx="236">
                  <c:v>29.587562999999999</c:v>
                </c:pt>
                <c:pt idx="237">
                  <c:v>27.775604999999999</c:v>
                </c:pt>
                <c:pt idx="238">
                  <c:v>28.518222999999999</c:v>
                </c:pt>
                <c:pt idx="239">
                  <c:v>20.89451</c:v>
                </c:pt>
                <c:pt idx="240">
                  <c:v>28.287213999999999</c:v>
                </c:pt>
                <c:pt idx="241">
                  <c:v>25.938400000000001</c:v>
                </c:pt>
                <c:pt idx="242">
                  <c:v>27.133406999999998</c:v>
                </c:pt>
                <c:pt idx="243">
                  <c:v>27.412821000000001</c:v>
                </c:pt>
                <c:pt idx="244">
                  <c:v>27.951460999999998</c:v>
                </c:pt>
                <c:pt idx="245">
                  <c:v>29.127824</c:v>
                </c:pt>
                <c:pt idx="246">
                  <c:v>27.033978000000001</c:v>
                </c:pt>
                <c:pt idx="247">
                  <c:v>30.113726</c:v>
                </c:pt>
                <c:pt idx="248">
                  <c:v>30.030711</c:v>
                </c:pt>
                <c:pt idx="249">
                  <c:v>29.040913</c:v>
                </c:pt>
                <c:pt idx="250">
                  <c:v>31.855611</c:v>
                </c:pt>
                <c:pt idx="251">
                  <c:v>25.311440000000001</c:v>
                </c:pt>
                <c:pt idx="252">
                  <c:v>24.287227000000001</c:v>
                </c:pt>
                <c:pt idx="253">
                  <c:v>20.697683999999999</c:v>
                </c:pt>
                <c:pt idx="254">
                  <c:v>26.962852999999999</c:v>
                </c:pt>
                <c:pt idx="255">
                  <c:v>29.571439999999999</c:v>
                </c:pt>
                <c:pt idx="256">
                  <c:v>31.923137000000001</c:v>
                </c:pt>
                <c:pt idx="257">
                  <c:v>28.111812</c:v>
                </c:pt>
                <c:pt idx="258">
                  <c:v>27.625243999999999</c:v>
                </c:pt>
                <c:pt idx="259">
                  <c:v>28.093921000000002</c:v>
                </c:pt>
                <c:pt idx="260">
                  <c:v>28.203968</c:v>
                </c:pt>
                <c:pt idx="261">
                  <c:v>24.952105</c:v>
                </c:pt>
                <c:pt idx="262">
                  <c:v>23.807039</c:v>
                </c:pt>
                <c:pt idx="263">
                  <c:v>31.018115999999999</c:v>
                </c:pt>
                <c:pt idx="264">
                  <c:v>24.239035000000001</c:v>
                </c:pt>
                <c:pt idx="265">
                  <c:v>29.008839999999999</c:v>
                </c:pt>
                <c:pt idx="266">
                  <c:v>21.999855</c:v>
                </c:pt>
                <c:pt idx="267">
                  <c:v>30.262374999999999</c:v>
                </c:pt>
                <c:pt idx="268">
                  <c:v>27.468495999999998</c:v>
                </c:pt>
                <c:pt idx="269">
                  <c:v>28.269711000000001</c:v>
                </c:pt>
                <c:pt idx="270">
                  <c:v>27.151951</c:v>
                </c:pt>
                <c:pt idx="271">
                  <c:v>29.777856</c:v>
                </c:pt>
                <c:pt idx="272">
                  <c:v>31.781583000000001</c:v>
                </c:pt>
                <c:pt idx="273">
                  <c:v>30.356408999999999</c:v>
                </c:pt>
                <c:pt idx="274">
                  <c:v>29.598837</c:v>
                </c:pt>
                <c:pt idx="275">
                  <c:v>30.345493999999999</c:v>
                </c:pt>
                <c:pt idx="276">
                  <c:v>24.711969</c:v>
                </c:pt>
                <c:pt idx="277">
                  <c:v>26.014600999999999</c:v>
                </c:pt>
                <c:pt idx="278">
                  <c:v>23.700904000000001</c:v>
                </c:pt>
                <c:pt idx="279">
                  <c:v>27.792293000000001</c:v>
                </c:pt>
                <c:pt idx="280">
                  <c:v>29.398848999999998</c:v>
                </c:pt>
                <c:pt idx="281">
                  <c:v>27.506491</c:v>
                </c:pt>
                <c:pt idx="282">
                  <c:v>25.487556000000001</c:v>
                </c:pt>
                <c:pt idx="283">
                  <c:v>25.691476000000002</c:v>
                </c:pt>
                <c:pt idx="284">
                  <c:v>26.993976</c:v>
                </c:pt>
                <c:pt idx="285">
                  <c:v>27.057818000000001</c:v>
                </c:pt>
                <c:pt idx="286">
                  <c:v>25.009853</c:v>
                </c:pt>
                <c:pt idx="287">
                  <c:v>25.440345000000001</c:v>
                </c:pt>
                <c:pt idx="288">
                  <c:v>23.861899000000001</c:v>
                </c:pt>
                <c:pt idx="289">
                  <c:v>22.994299999999999</c:v>
                </c:pt>
                <c:pt idx="290">
                  <c:v>28.350991</c:v>
                </c:pt>
                <c:pt idx="291">
                  <c:v>27.432485</c:v>
                </c:pt>
                <c:pt idx="292">
                  <c:v>27.295977000000001</c:v>
                </c:pt>
                <c:pt idx="293">
                  <c:v>32.364521000000003</c:v>
                </c:pt>
                <c:pt idx="294">
                  <c:v>28.122342</c:v>
                </c:pt>
                <c:pt idx="295">
                  <c:v>32.904927000000001</c:v>
                </c:pt>
                <c:pt idx="296">
                  <c:v>32.096162</c:v>
                </c:pt>
                <c:pt idx="297">
                  <c:v>30.955386000000001</c:v>
                </c:pt>
                <c:pt idx="298">
                  <c:v>30.571891000000001</c:v>
                </c:pt>
                <c:pt idx="299">
                  <c:v>21.754197999999999</c:v>
                </c:pt>
                <c:pt idx="300">
                  <c:v>27.464448999999998</c:v>
                </c:pt>
                <c:pt idx="301">
                  <c:v>31.383327000000001</c:v>
                </c:pt>
                <c:pt idx="302">
                  <c:v>30.961200000000002</c:v>
                </c:pt>
                <c:pt idx="303">
                  <c:v>31.489704</c:v>
                </c:pt>
                <c:pt idx="304">
                  <c:v>28.278423</c:v>
                </c:pt>
                <c:pt idx="305">
                  <c:v>28.099910999999999</c:v>
                </c:pt>
                <c:pt idx="306">
                  <c:v>26.566072999999999</c:v>
                </c:pt>
                <c:pt idx="307">
                  <c:v>26.130324000000002</c:v>
                </c:pt>
                <c:pt idx="308">
                  <c:v>24.514551000000001</c:v>
                </c:pt>
                <c:pt idx="309">
                  <c:v>30.986325999999998</c:v>
                </c:pt>
                <c:pt idx="310">
                  <c:v>26.986328</c:v>
                </c:pt>
                <c:pt idx="311">
                  <c:v>25.813362999999999</c:v>
                </c:pt>
                <c:pt idx="312">
                  <c:v>33.503363</c:v>
                </c:pt>
                <c:pt idx="313">
                  <c:v>29.683751999999998</c:v>
                </c:pt>
                <c:pt idx="314">
                  <c:v>32.352494999999998</c:v>
                </c:pt>
                <c:pt idx="315">
                  <c:v>29.827935</c:v>
                </c:pt>
                <c:pt idx="316">
                  <c:v>27.481978000000002</c:v>
                </c:pt>
                <c:pt idx="317">
                  <c:v>24.609656000000001</c:v>
                </c:pt>
                <c:pt idx="318">
                  <c:v>24.209517999999999</c:v>
                </c:pt>
                <c:pt idx="319">
                  <c:v>29.942332</c:v>
                </c:pt>
                <c:pt idx="320">
                  <c:v>27.074580999999998</c:v>
                </c:pt>
                <c:pt idx="321">
                  <c:v>26.552287</c:v>
                </c:pt>
                <c:pt idx="322">
                  <c:v>28.603652</c:v>
                </c:pt>
                <c:pt idx="323">
                  <c:v>27.410959999999999</c:v>
                </c:pt>
                <c:pt idx="324">
                  <c:v>26.89461</c:v>
                </c:pt>
                <c:pt idx="325">
                  <c:v>26.359577000000002</c:v>
                </c:pt>
                <c:pt idx="326">
                  <c:v>26.076284999999999</c:v>
                </c:pt>
                <c:pt idx="327">
                  <c:v>23.779094000000001</c:v>
                </c:pt>
                <c:pt idx="328">
                  <c:v>27.387891</c:v>
                </c:pt>
                <c:pt idx="329">
                  <c:v>30.157903999999998</c:v>
                </c:pt>
                <c:pt idx="330">
                  <c:v>28.001418000000001</c:v>
                </c:pt>
                <c:pt idx="331">
                  <c:v>30.455787000000001</c:v>
                </c:pt>
                <c:pt idx="332">
                  <c:v>28.483198999999999</c:v>
                </c:pt>
                <c:pt idx="333">
                  <c:v>29.578512</c:v>
                </c:pt>
                <c:pt idx="334">
                  <c:v>31.739830999999999</c:v>
                </c:pt>
                <c:pt idx="335">
                  <c:v>28.199074</c:v>
                </c:pt>
                <c:pt idx="336">
                  <c:v>27.550864000000001</c:v>
                </c:pt>
                <c:pt idx="337">
                  <c:v>30.199639999999999</c:v>
                </c:pt>
                <c:pt idx="338">
                  <c:v>33.520629999999997</c:v>
                </c:pt>
                <c:pt idx="339">
                  <c:v>29.193669</c:v>
                </c:pt>
                <c:pt idx="340">
                  <c:v>29.093219999999999</c:v>
                </c:pt>
                <c:pt idx="341">
                  <c:v>26.750440000000001</c:v>
                </c:pt>
                <c:pt idx="342">
                  <c:v>32.099294999999998</c:v>
                </c:pt>
                <c:pt idx="343">
                  <c:v>31.911840000000002</c:v>
                </c:pt>
                <c:pt idx="344">
                  <c:v>28.832329000000001</c:v>
                </c:pt>
                <c:pt idx="345">
                  <c:v>25.183619</c:v>
                </c:pt>
                <c:pt idx="346">
                  <c:v>32.145043999999999</c:v>
                </c:pt>
                <c:pt idx="347">
                  <c:v>32.943658999999997</c:v>
                </c:pt>
                <c:pt idx="348">
                  <c:v>31.115846999999999</c:v>
                </c:pt>
                <c:pt idx="349">
                  <c:v>30.728825000000001</c:v>
                </c:pt>
                <c:pt idx="350">
                  <c:v>32.812924000000002</c:v>
                </c:pt>
                <c:pt idx="351">
                  <c:v>27.415451000000001</c:v>
                </c:pt>
                <c:pt idx="352">
                  <c:v>25.347373999999999</c:v>
                </c:pt>
                <c:pt idx="353">
                  <c:v>28.426030999999998</c:v>
                </c:pt>
                <c:pt idx="354">
                  <c:v>26.758165000000002</c:v>
                </c:pt>
                <c:pt idx="355">
                  <c:v>29.628329999999998</c:v>
                </c:pt>
                <c:pt idx="356">
                  <c:v>24.681873</c:v>
                </c:pt>
                <c:pt idx="357">
                  <c:v>23.857305</c:v>
                </c:pt>
                <c:pt idx="358">
                  <c:v>30.007944999999999</c:v>
                </c:pt>
                <c:pt idx="359">
                  <c:v>31.443152000000001</c:v>
                </c:pt>
                <c:pt idx="360">
                  <c:v>28.906196000000001</c:v>
                </c:pt>
                <c:pt idx="361">
                  <c:v>27.071567999999999</c:v>
                </c:pt>
                <c:pt idx="362">
                  <c:v>27.869685</c:v>
                </c:pt>
                <c:pt idx="363">
                  <c:v>27.737811000000001</c:v>
                </c:pt>
                <c:pt idx="364">
                  <c:v>29.775635000000001</c:v>
                </c:pt>
                <c:pt idx="365">
                  <c:v>28.653769</c:v>
                </c:pt>
                <c:pt idx="366">
                  <c:v>28.150044999999999</c:v>
                </c:pt>
                <c:pt idx="367">
                  <c:v>28.824684999999999</c:v>
                </c:pt>
                <c:pt idx="368">
                  <c:v>27.578361000000001</c:v>
                </c:pt>
                <c:pt idx="369">
                  <c:v>35.788504000000003</c:v>
                </c:pt>
                <c:pt idx="370">
                  <c:v>30.297516999999999</c:v>
                </c:pt>
                <c:pt idx="371">
                  <c:v>32.832140000000003</c:v>
                </c:pt>
                <c:pt idx="372">
                  <c:v>30.377051999999999</c:v>
                </c:pt>
                <c:pt idx="373">
                  <c:v>31.155908</c:v>
                </c:pt>
                <c:pt idx="374">
                  <c:v>30.714745000000001</c:v>
                </c:pt>
                <c:pt idx="375">
                  <c:v>29.921485000000001</c:v>
                </c:pt>
                <c:pt idx="376">
                  <c:v>34.376069000000001</c:v>
                </c:pt>
                <c:pt idx="377">
                  <c:v>28.296993000000001</c:v>
                </c:pt>
                <c:pt idx="378">
                  <c:v>28.590205000000001</c:v>
                </c:pt>
                <c:pt idx="379">
                  <c:v>28.936964</c:v>
                </c:pt>
                <c:pt idx="380">
                  <c:v>29.349815</c:v>
                </c:pt>
                <c:pt idx="381">
                  <c:v>29.025708999999999</c:v>
                </c:pt>
                <c:pt idx="382">
                  <c:v>30.648140999999999</c:v>
                </c:pt>
                <c:pt idx="383">
                  <c:v>28.218081000000002</c:v>
                </c:pt>
                <c:pt idx="384">
                  <c:v>31.304680000000001</c:v>
                </c:pt>
                <c:pt idx="385">
                  <c:v>34.108058999999997</c:v>
                </c:pt>
                <c:pt idx="386">
                  <c:v>30.332381000000002</c:v>
                </c:pt>
                <c:pt idx="387">
                  <c:v>32.760424999999998</c:v>
                </c:pt>
                <c:pt idx="388">
                  <c:v>27.771609999999999</c:v>
                </c:pt>
                <c:pt idx="389">
                  <c:v>32.254702000000002</c:v>
                </c:pt>
                <c:pt idx="390">
                  <c:v>29.32761</c:v>
                </c:pt>
                <c:pt idx="391">
                  <c:v>30.053594</c:v>
                </c:pt>
                <c:pt idx="392">
                  <c:v>28.511887000000002</c:v>
                </c:pt>
                <c:pt idx="393">
                  <c:v>28.447745999999999</c:v>
                </c:pt>
                <c:pt idx="394">
                  <c:v>30.361725</c:v>
                </c:pt>
                <c:pt idx="395">
                  <c:v>29.059747999999999</c:v>
                </c:pt>
                <c:pt idx="396">
                  <c:v>29.698909</c:v>
                </c:pt>
                <c:pt idx="397">
                  <c:v>39.429960000000001</c:v>
                </c:pt>
                <c:pt idx="398">
                  <c:v>33.554892000000002</c:v>
                </c:pt>
                <c:pt idx="399">
                  <c:v>26.178909999999998</c:v>
                </c:pt>
                <c:pt idx="400">
                  <c:v>22.731762</c:v>
                </c:pt>
                <c:pt idx="401">
                  <c:v>28.088508999999998</c:v>
                </c:pt>
                <c:pt idx="402">
                  <c:v>33.459474</c:v>
                </c:pt>
                <c:pt idx="403">
                  <c:v>27.885811</c:v>
                </c:pt>
                <c:pt idx="404">
                  <c:v>25.407261999999999</c:v>
                </c:pt>
                <c:pt idx="405">
                  <c:v>31.449394000000002</c:v>
                </c:pt>
                <c:pt idx="406">
                  <c:v>25.862324999999998</c:v>
                </c:pt>
                <c:pt idx="407">
                  <c:v>28.995615999999998</c:v>
                </c:pt>
                <c:pt idx="408">
                  <c:v>33.096885</c:v>
                </c:pt>
                <c:pt idx="409">
                  <c:v>31.879117999999998</c:v>
                </c:pt>
                <c:pt idx="410">
                  <c:v>29.652339000000001</c:v>
                </c:pt>
                <c:pt idx="411">
                  <c:v>32.507007999999999</c:v>
                </c:pt>
                <c:pt idx="412">
                  <c:v>29.588394000000001</c:v>
                </c:pt>
                <c:pt idx="413">
                  <c:v>28.155487000000001</c:v>
                </c:pt>
                <c:pt idx="414">
                  <c:v>28.753098000000001</c:v>
                </c:pt>
                <c:pt idx="415">
                  <c:v>33.742804999999997</c:v>
                </c:pt>
                <c:pt idx="416">
                  <c:v>31.502026999999998</c:v>
                </c:pt>
                <c:pt idx="417">
                  <c:v>29.669481999999999</c:v>
                </c:pt>
                <c:pt idx="418">
                  <c:v>24.359221999999999</c:v>
                </c:pt>
                <c:pt idx="419">
                  <c:v>22.620612999999999</c:v>
                </c:pt>
                <c:pt idx="420">
                  <c:v>26.681850000000001</c:v>
                </c:pt>
                <c:pt idx="421">
                  <c:v>28.502835999999999</c:v>
                </c:pt>
                <c:pt idx="422">
                  <c:v>22.400509</c:v>
                </c:pt>
                <c:pt idx="423">
                  <c:v>20.255953000000002</c:v>
                </c:pt>
                <c:pt idx="424">
                  <c:v>31.625916</c:v>
                </c:pt>
                <c:pt idx="425">
                  <c:v>29.142122000000001</c:v>
                </c:pt>
                <c:pt idx="426">
                  <c:v>30.586067</c:v>
                </c:pt>
                <c:pt idx="427">
                  <c:v>31.400518999999999</c:v>
                </c:pt>
                <c:pt idx="428">
                  <c:v>33.297648000000002</c:v>
                </c:pt>
                <c:pt idx="429">
                  <c:v>30.620048000000001</c:v>
                </c:pt>
                <c:pt idx="430">
                  <c:v>29.410938000000002</c:v>
                </c:pt>
                <c:pt idx="431">
                  <c:v>33.607433</c:v>
                </c:pt>
                <c:pt idx="432">
                  <c:v>26.566734</c:v>
                </c:pt>
                <c:pt idx="433">
                  <c:v>28.870968999999999</c:v>
                </c:pt>
                <c:pt idx="434">
                  <c:v>35.314782999999998</c:v>
                </c:pt>
                <c:pt idx="435">
                  <c:v>32.231836000000001</c:v>
                </c:pt>
                <c:pt idx="436">
                  <c:v>29.520654</c:v>
                </c:pt>
                <c:pt idx="437">
                  <c:v>30.516295</c:v>
                </c:pt>
                <c:pt idx="438">
                  <c:v>31.95861</c:v>
                </c:pt>
                <c:pt idx="439">
                  <c:v>27.50958</c:v>
                </c:pt>
                <c:pt idx="440">
                  <c:v>26.265858999999999</c:v>
                </c:pt>
                <c:pt idx="441">
                  <c:v>24.601285000000001</c:v>
                </c:pt>
                <c:pt idx="442">
                  <c:v>19.892544999999998</c:v>
                </c:pt>
                <c:pt idx="443">
                  <c:v>17.914508999999999</c:v>
                </c:pt>
                <c:pt idx="444">
                  <c:v>28.988168000000002</c:v>
                </c:pt>
                <c:pt idx="445">
                  <c:v>33.174339000000003</c:v>
                </c:pt>
                <c:pt idx="446">
                  <c:v>32.684036999999996</c:v>
                </c:pt>
                <c:pt idx="447">
                  <c:v>30.364961000000001</c:v>
                </c:pt>
                <c:pt idx="448">
                  <c:v>30.932106999999998</c:v>
                </c:pt>
                <c:pt idx="449">
                  <c:v>33.104210000000002</c:v>
                </c:pt>
                <c:pt idx="450">
                  <c:v>25.14864</c:v>
                </c:pt>
                <c:pt idx="451">
                  <c:v>32.915773999999999</c:v>
                </c:pt>
                <c:pt idx="452">
                  <c:v>30.465881</c:v>
                </c:pt>
                <c:pt idx="453">
                  <c:v>26.725739999999998</c:v>
                </c:pt>
                <c:pt idx="454">
                  <c:v>25.161963</c:v>
                </c:pt>
                <c:pt idx="455">
                  <c:v>24.471412999999998</c:v>
                </c:pt>
                <c:pt idx="456">
                  <c:v>29.843025999999998</c:v>
                </c:pt>
                <c:pt idx="457">
                  <c:v>24.203562000000002</c:v>
                </c:pt>
                <c:pt idx="458">
                  <c:v>30.872440000000001</c:v>
                </c:pt>
                <c:pt idx="459">
                  <c:v>29.267859999999999</c:v>
                </c:pt>
                <c:pt idx="460">
                  <c:v>28.137644999999999</c:v>
                </c:pt>
                <c:pt idx="461">
                  <c:v>23.024812000000001</c:v>
                </c:pt>
                <c:pt idx="462">
                  <c:v>25.288367000000001</c:v>
                </c:pt>
                <c:pt idx="463">
                  <c:v>27.054157</c:v>
                </c:pt>
                <c:pt idx="464">
                  <c:v>17.383548000000001</c:v>
                </c:pt>
                <c:pt idx="465">
                  <c:v>31.667048999999999</c:v>
                </c:pt>
                <c:pt idx="466">
                  <c:v>31.978278</c:v>
                </c:pt>
                <c:pt idx="467">
                  <c:v>31.741796999999998</c:v>
                </c:pt>
                <c:pt idx="468">
                  <c:v>29.335189</c:v>
                </c:pt>
                <c:pt idx="469">
                  <c:v>27.283525000000001</c:v>
                </c:pt>
                <c:pt idx="470">
                  <c:v>31.955185</c:v>
                </c:pt>
                <c:pt idx="471">
                  <c:v>33.445022000000002</c:v>
                </c:pt>
                <c:pt idx="472">
                  <c:v>31.41987</c:v>
                </c:pt>
                <c:pt idx="473">
                  <c:v>33.313012999999998</c:v>
                </c:pt>
                <c:pt idx="474">
                  <c:v>32.147627</c:v>
                </c:pt>
                <c:pt idx="475">
                  <c:v>28.950367</c:v>
                </c:pt>
                <c:pt idx="476">
                  <c:v>31.664981999999998</c:v>
                </c:pt>
                <c:pt idx="477">
                  <c:v>29.411757999999999</c:v>
                </c:pt>
                <c:pt idx="478">
                  <c:v>29.391929000000001</c:v>
                </c:pt>
                <c:pt idx="479">
                  <c:v>30.821491999999999</c:v>
                </c:pt>
                <c:pt idx="480">
                  <c:v>29.338604</c:v>
                </c:pt>
                <c:pt idx="481">
                  <c:v>31.675829</c:v>
                </c:pt>
                <c:pt idx="482">
                  <c:v>27.507968000000002</c:v>
                </c:pt>
                <c:pt idx="483">
                  <c:v>27.073367000000001</c:v>
                </c:pt>
                <c:pt idx="484">
                  <c:v>24.686669999999999</c:v>
                </c:pt>
                <c:pt idx="485">
                  <c:v>30.142399999999999</c:v>
                </c:pt>
                <c:pt idx="486">
                  <c:v>33.520842999999999</c:v>
                </c:pt>
                <c:pt idx="487">
                  <c:v>34.501347000000003</c:v>
                </c:pt>
                <c:pt idx="488">
                  <c:v>27.603715000000001</c:v>
                </c:pt>
                <c:pt idx="489">
                  <c:v>30.763688999999999</c:v>
                </c:pt>
                <c:pt idx="490">
                  <c:v>31.453385999999998</c:v>
                </c:pt>
                <c:pt idx="491">
                  <c:v>30.493998000000001</c:v>
                </c:pt>
                <c:pt idx="492">
                  <c:v>31.912613</c:v>
                </c:pt>
                <c:pt idx="493">
                  <c:v>29.913853</c:v>
                </c:pt>
                <c:pt idx="494">
                  <c:v>28.296756999999999</c:v>
                </c:pt>
                <c:pt idx="495">
                  <c:v>28.146977</c:v>
                </c:pt>
                <c:pt idx="496">
                  <c:v>30.929023999999998</c:v>
                </c:pt>
                <c:pt idx="497">
                  <c:v>30.760102</c:v>
                </c:pt>
                <c:pt idx="498">
                  <c:v>26.829613999999999</c:v>
                </c:pt>
                <c:pt idx="499">
                  <c:v>24.471052</c:v>
                </c:pt>
                <c:pt idx="500">
                  <c:v>31.709683999999999</c:v>
                </c:pt>
                <c:pt idx="501">
                  <c:v>31.310917</c:v>
                </c:pt>
                <c:pt idx="502">
                  <c:v>30.911944999999999</c:v>
                </c:pt>
                <c:pt idx="503">
                  <c:v>29.908200999999998</c:v>
                </c:pt>
                <c:pt idx="504">
                  <c:v>28.658825</c:v>
                </c:pt>
                <c:pt idx="505">
                  <c:v>31.599278999999999</c:v>
                </c:pt>
                <c:pt idx="506">
                  <c:v>31.636353</c:v>
                </c:pt>
                <c:pt idx="507">
                  <c:v>30.171606000000001</c:v>
                </c:pt>
                <c:pt idx="508">
                  <c:v>27.247658999999999</c:v>
                </c:pt>
                <c:pt idx="509">
                  <c:v>29.682663999999999</c:v>
                </c:pt>
                <c:pt idx="510">
                  <c:v>30.241674</c:v>
                </c:pt>
                <c:pt idx="511">
                  <c:v>29.687766</c:v>
                </c:pt>
                <c:pt idx="512">
                  <c:v>30.489404</c:v>
                </c:pt>
                <c:pt idx="513">
                  <c:v>30.949736000000001</c:v>
                </c:pt>
                <c:pt idx="514">
                  <c:v>25.856304999999999</c:v>
                </c:pt>
                <c:pt idx="515">
                  <c:v>25.377365999999999</c:v>
                </c:pt>
                <c:pt idx="516">
                  <c:v>30.438566000000002</c:v>
                </c:pt>
                <c:pt idx="517">
                  <c:v>29.251729000000001</c:v>
                </c:pt>
                <c:pt idx="518">
                  <c:v>28.976697999999999</c:v>
                </c:pt>
                <c:pt idx="519">
                  <c:v>32.178930000000001</c:v>
                </c:pt>
                <c:pt idx="520">
                  <c:v>34.498046000000002</c:v>
                </c:pt>
                <c:pt idx="521">
                  <c:v>37.884211999999998</c:v>
                </c:pt>
                <c:pt idx="522">
                  <c:v>35.353458000000003</c:v>
                </c:pt>
                <c:pt idx="523">
                  <c:v>31.432793</c:v>
                </c:pt>
                <c:pt idx="524">
                  <c:v>32.189346</c:v>
                </c:pt>
                <c:pt idx="525">
                  <c:v>28.535544999999999</c:v>
                </c:pt>
                <c:pt idx="526">
                  <c:v>27.389453</c:v>
                </c:pt>
                <c:pt idx="527">
                  <c:v>26.130374</c:v>
                </c:pt>
                <c:pt idx="528">
                  <c:v>24.598310000000001</c:v>
                </c:pt>
                <c:pt idx="529">
                  <c:v>27.810616</c:v>
                </c:pt>
                <c:pt idx="530">
                  <c:v>27.997800999999999</c:v>
                </c:pt>
                <c:pt idx="531">
                  <c:v>26.811038</c:v>
                </c:pt>
                <c:pt idx="532">
                  <c:v>30.370332999999999</c:v>
                </c:pt>
                <c:pt idx="533">
                  <c:v>32.337719999999997</c:v>
                </c:pt>
                <c:pt idx="534">
                  <c:v>29.851234000000002</c:v>
                </c:pt>
                <c:pt idx="535">
                  <c:v>30.482005999999998</c:v>
                </c:pt>
                <c:pt idx="536">
                  <c:v>32.417118000000002</c:v>
                </c:pt>
                <c:pt idx="537">
                  <c:v>34.579810000000002</c:v>
                </c:pt>
                <c:pt idx="538">
                  <c:v>32.446620000000003</c:v>
                </c:pt>
                <c:pt idx="539">
                  <c:v>32.555228999999997</c:v>
                </c:pt>
                <c:pt idx="540">
                  <c:v>32.018619000000001</c:v>
                </c:pt>
                <c:pt idx="541">
                  <c:v>31.823858999999999</c:v>
                </c:pt>
                <c:pt idx="542">
                  <c:v>31.656286000000001</c:v>
                </c:pt>
                <c:pt idx="543">
                  <c:v>29.837941000000001</c:v>
                </c:pt>
                <c:pt idx="544">
                  <c:v>28.174612</c:v>
                </c:pt>
                <c:pt idx="545">
                  <c:v>28.181882000000002</c:v>
                </c:pt>
                <c:pt idx="546">
                  <c:v>29.523707000000002</c:v>
                </c:pt>
                <c:pt idx="547">
                  <c:v>31.364799999999999</c:v>
                </c:pt>
                <c:pt idx="548">
                  <c:v>30.467071000000001</c:v>
                </c:pt>
                <c:pt idx="549">
                  <c:v>26.637972999999999</c:v>
                </c:pt>
                <c:pt idx="550">
                  <c:v>32.474355000000003</c:v>
                </c:pt>
                <c:pt idx="551">
                  <c:v>31.108525</c:v>
                </c:pt>
                <c:pt idx="552">
                  <c:v>30.104944</c:v>
                </c:pt>
                <c:pt idx="553">
                  <c:v>32.902051</c:v>
                </c:pt>
                <c:pt idx="554">
                  <c:v>35.763261999999997</c:v>
                </c:pt>
                <c:pt idx="555">
                  <c:v>34.568851000000002</c:v>
                </c:pt>
                <c:pt idx="556">
                  <c:v>36.232098999999998</c:v>
                </c:pt>
                <c:pt idx="557">
                  <c:v>29.566426</c:v>
                </c:pt>
                <c:pt idx="558">
                  <c:v>31.448163000000001</c:v>
                </c:pt>
                <c:pt idx="559">
                  <c:v>30.068173999999999</c:v>
                </c:pt>
                <c:pt idx="560">
                  <c:v>29.854619</c:v>
                </c:pt>
                <c:pt idx="561">
                  <c:v>33.819817</c:v>
                </c:pt>
                <c:pt idx="562">
                  <c:v>34.443489999999997</c:v>
                </c:pt>
                <c:pt idx="563">
                  <c:v>28.733066000000001</c:v>
                </c:pt>
                <c:pt idx="564">
                  <c:v>30.146906000000001</c:v>
                </c:pt>
                <c:pt idx="565">
                  <c:v>32.441476000000002</c:v>
                </c:pt>
                <c:pt idx="566">
                  <c:v>32.631571999999998</c:v>
                </c:pt>
                <c:pt idx="567">
                  <c:v>29.813979</c:v>
                </c:pt>
                <c:pt idx="568">
                  <c:v>32.48959</c:v>
                </c:pt>
                <c:pt idx="569">
                  <c:v>29.735168000000002</c:v>
                </c:pt>
                <c:pt idx="570">
                  <c:v>33.559882999999999</c:v>
                </c:pt>
                <c:pt idx="571">
                  <c:v>31.141734</c:v>
                </c:pt>
                <c:pt idx="572">
                  <c:v>30.934934999999999</c:v>
                </c:pt>
                <c:pt idx="573">
                  <c:v>29.600444</c:v>
                </c:pt>
                <c:pt idx="574">
                  <c:v>34.026116999999999</c:v>
                </c:pt>
                <c:pt idx="575">
                  <c:v>35.076985999999998</c:v>
                </c:pt>
                <c:pt idx="576">
                  <c:v>29.327438999999998</c:v>
                </c:pt>
                <c:pt idx="577">
                  <c:v>27.875786000000002</c:v>
                </c:pt>
                <c:pt idx="578">
                  <c:v>29.326549</c:v>
                </c:pt>
                <c:pt idx="579">
                  <c:v>31.187688999999999</c:v>
                </c:pt>
                <c:pt idx="580">
                  <c:v>30.715395999999998</c:v>
                </c:pt>
                <c:pt idx="581">
                  <c:v>30.306536999999999</c:v>
                </c:pt>
                <c:pt idx="582">
                  <c:v>28.716995000000001</c:v>
                </c:pt>
                <c:pt idx="583">
                  <c:v>32.15119</c:v>
                </c:pt>
                <c:pt idx="584">
                  <c:v>28.785162</c:v>
                </c:pt>
                <c:pt idx="585">
                  <c:v>36.005473000000002</c:v>
                </c:pt>
                <c:pt idx="586">
                  <c:v>32.455117999999999</c:v>
                </c:pt>
                <c:pt idx="587">
                  <c:v>31.516213</c:v>
                </c:pt>
                <c:pt idx="588">
                  <c:v>30.958411999999999</c:v>
                </c:pt>
                <c:pt idx="589">
                  <c:v>31.135363999999999</c:v>
                </c:pt>
                <c:pt idx="590">
                  <c:v>31.013645</c:v>
                </c:pt>
                <c:pt idx="591">
                  <c:v>29.592369000000001</c:v>
                </c:pt>
                <c:pt idx="592">
                  <c:v>31.848272999999999</c:v>
                </c:pt>
                <c:pt idx="593">
                  <c:v>32.036983999999997</c:v>
                </c:pt>
                <c:pt idx="594">
                  <c:v>31.601777999999999</c:v>
                </c:pt>
                <c:pt idx="595">
                  <c:v>32.034433999999997</c:v>
                </c:pt>
                <c:pt idx="596">
                  <c:v>28.874112</c:v>
                </c:pt>
                <c:pt idx="597">
                  <c:v>27.643854000000001</c:v>
                </c:pt>
                <c:pt idx="598">
                  <c:v>30.278822999999999</c:v>
                </c:pt>
                <c:pt idx="599">
                  <c:v>30.052568000000001</c:v>
                </c:pt>
                <c:pt idx="600">
                  <c:v>31.874659000000001</c:v>
                </c:pt>
                <c:pt idx="601">
                  <c:v>34.169528999999997</c:v>
                </c:pt>
                <c:pt idx="602">
                  <c:v>29.977388000000001</c:v>
                </c:pt>
                <c:pt idx="603">
                  <c:v>30.523402999999998</c:v>
                </c:pt>
                <c:pt idx="604">
                  <c:v>30.489308999999999</c:v>
                </c:pt>
                <c:pt idx="605">
                  <c:v>32.657214000000003</c:v>
                </c:pt>
                <c:pt idx="606">
                  <c:v>31.953067000000001</c:v>
                </c:pt>
                <c:pt idx="607">
                  <c:v>32.253537999999999</c:v>
                </c:pt>
                <c:pt idx="608">
                  <c:v>33.988052000000003</c:v>
                </c:pt>
                <c:pt idx="609">
                  <c:v>27.606081</c:v>
                </c:pt>
                <c:pt idx="610">
                  <c:v>32.756884999999997</c:v>
                </c:pt>
                <c:pt idx="611">
                  <c:v>28.462565999999999</c:v>
                </c:pt>
                <c:pt idx="612">
                  <c:v>30.536525000000001</c:v>
                </c:pt>
                <c:pt idx="613">
                  <c:v>31.459602</c:v>
                </c:pt>
                <c:pt idx="614">
                  <c:v>31.430374</c:v>
                </c:pt>
                <c:pt idx="615">
                  <c:v>33.158250000000002</c:v>
                </c:pt>
                <c:pt idx="616">
                  <c:v>29.205684000000002</c:v>
                </c:pt>
                <c:pt idx="617">
                  <c:v>31.967977000000001</c:v>
                </c:pt>
                <c:pt idx="618">
                  <c:v>25.308284</c:v>
                </c:pt>
                <c:pt idx="619">
                  <c:v>31.955679</c:v>
                </c:pt>
                <c:pt idx="620">
                  <c:v>35.932358000000001</c:v>
                </c:pt>
                <c:pt idx="621">
                  <c:v>30.884446000000001</c:v>
                </c:pt>
                <c:pt idx="622">
                  <c:v>29.984942</c:v>
                </c:pt>
                <c:pt idx="623">
                  <c:v>31.333212</c:v>
                </c:pt>
                <c:pt idx="624">
                  <c:v>27.842649999999999</c:v>
                </c:pt>
                <c:pt idx="625">
                  <c:v>26.729733</c:v>
                </c:pt>
                <c:pt idx="626">
                  <c:v>35.441082999999999</c:v>
                </c:pt>
                <c:pt idx="627">
                  <c:v>35.873696000000002</c:v>
                </c:pt>
                <c:pt idx="628">
                  <c:v>29.966366000000001</c:v>
                </c:pt>
                <c:pt idx="629">
                  <c:v>28.354324999999999</c:v>
                </c:pt>
                <c:pt idx="630">
                  <c:v>28.875192999999999</c:v>
                </c:pt>
                <c:pt idx="631">
                  <c:v>36.951596000000002</c:v>
                </c:pt>
                <c:pt idx="632">
                  <c:v>30.636191</c:v>
                </c:pt>
                <c:pt idx="633">
                  <c:v>31.361695999999998</c:v>
                </c:pt>
                <c:pt idx="634">
                  <c:v>30.610116999999999</c:v>
                </c:pt>
                <c:pt idx="635">
                  <c:v>31.725612999999999</c:v>
                </c:pt>
                <c:pt idx="636">
                  <c:v>29.273436</c:v>
                </c:pt>
                <c:pt idx="637">
                  <c:v>27.891376999999999</c:v>
                </c:pt>
                <c:pt idx="638">
                  <c:v>30.715599999999998</c:v>
                </c:pt>
                <c:pt idx="639">
                  <c:v>31.851989</c:v>
                </c:pt>
                <c:pt idx="640">
                  <c:v>36.026403999999999</c:v>
                </c:pt>
                <c:pt idx="641">
                  <c:v>28.278459999999999</c:v>
                </c:pt>
                <c:pt idx="642">
                  <c:v>26.303471999999999</c:v>
                </c:pt>
                <c:pt idx="643">
                  <c:v>31.564409000000001</c:v>
                </c:pt>
                <c:pt idx="644">
                  <c:v>33.139321000000002</c:v>
                </c:pt>
                <c:pt idx="645">
                  <c:v>31.499157</c:v>
                </c:pt>
                <c:pt idx="646">
                  <c:v>29.367699999999999</c:v>
                </c:pt>
                <c:pt idx="647">
                  <c:v>30.086689</c:v>
                </c:pt>
                <c:pt idx="648">
                  <c:v>40.348210999999999</c:v>
                </c:pt>
                <c:pt idx="649">
                  <c:v>28.868728999999998</c:v>
                </c:pt>
                <c:pt idx="650">
                  <c:v>34.877150999999998</c:v>
                </c:pt>
                <c:pt idx="651">
                  <c:v>28.463498000000001</c:v>
                </c:pt>
                <c:pt idx="652">
                  <c:v>33.004688999999999</c:v>
                </c:pt>
                <c:pt idx="653">
                  <c:v>31.144601999999999</c:v>
                </c:pt>
                <c:pt idx="654">
                  <c:v>29.715498</c:v>
                </c:pt>
                <c:pt idx="655">
                  <c:v>31.101838999999998</c:v>
                </c:pt>
                <c:pt idx="656">
                  <c:v>32.171720000000001</c:v>
                </c:pt>
                <c:pt idx="657">
                  <c:v>32.573414999999997</c:v>
                </c:pt>
                <c:pt idx="658">
                  <c:v>31.994888</c:v>
                </c:pt>
                <c:pt idx="659">
                  <c:v>33.051734000000003</c:v>
                </c:pt>
                <c:pt idx="660">
                  <c:v>30.610911000000002</c:v>
                </c:pt>
                <c:pt idx="661">
                  <c:v>30.895436</c:v>
                </c:pt>
                <c:pt idx="662">
                  <c:v>35.347664999999999</c:v>
                </c:pt>
                <c:pt idx="663">
                  <c:v>27.700669000000001</c:v>
                </c:pt>
                <c:pt idx="664">
                  <c:v>28.749157</c:v>
                </c:pt>
                <c:pt idx="665">
                  <c:v>25.230616999999999</c:v>
                </c:pt>
                <c:pt idx="666">
                  <c:v>26.197649999999999</c:v>
                </c:pt>
                <c:pt idx="667">
                  <c:v>30.350845</c:v>
                </c:pt>
                <c:pt idx="668">
                  <c:v>29.718264999999999</c:v>
                </c:pt>
                <c:pt idx="669">
                  <c:v>35.607798000000003</c:v>
                </c:pt>
                <c:pt idx="670">
                  <c:v>33.948062</c:v>
                </c:pt>
                <c:pt idx="671">
                  <c:v>33.821826999999999</c:v>
                </c:pt>
                <c:pt idx="672">
                  <c:v>42.266432999999999</c:v>
                </c:pt>
                <c:pt idx="673">
                  <c:v>32.984802999999999</c:v>
                </c:pt>
                <c:pt idx="674">
                  <c:v>33.545484999999999</c:v>
                </c:pt>
                <c:pt idx="675">
                  <c:v>31.172260000000001</c:v>
                </c:pt>
                <c:pt idx="676">
                  <c:v>34.895567</c:v>
                </c:pt>
                <c:pt idx="677">
                  <c:v>32.264870999999999</c:v>
                </c:pt>
                <c:pt idx="678">
                  <c:v>32.242339999999999</c:v>
                </c:pt>
                <c:pt idx="679">
                  <c:v>31.897541</c:v>
                </c:pt>
                <c:pt idx="680">
                  <c:v>30.893636999999998</c:v>
                </c:pt>
                <c:pt idx="681">
                  <c:v>30.937297999999998</c:v>
                </c:pt>
                <c:pt idx="682">
                  <c:v>28.301888999999999</c:v>
                </c:pt>
                <c:pt idx="683">
                  <c:v>27.903105</c:v>
                </c:pt>
                <c:pt idx="684">
                  <c:v>34.866619</c:v>
                </c:pt>
                <c:pt idx="685">
                  <c:v>39.185825999999999</c:v>
                </c:pt>
                <c:pt idx="686">
                  <c:v>27.645513000000001</c:v>
                </c:pt>
                <c:pt idx="687">
                  <c:v>28.110322</c:v>
                </c:pt>
                <c:pt idx="688">
                  <c:v>26.016953999999998</c:v>
                </c:pt>
                <c:pt idx="689">
                  <c:v>29.431971999999998</c:v>
                </c:pt>
                <c:pt idx="690">
                  <c:v>34.042712000000002</c:v>
                </c:pt>
                <c:pt idx="691">
                  <c:v>30.141144000000001</c:v>
                </c:pt>
                <c:pt idx="692">
                  <c:v>35.104807999999998</c:v>
                </c:pt>
                <c:pt idx="693">
                  <c:v>31.897611999999999</c:v>
                </c:pt>
                <c:pt idx="694">
                  <c:v>29.571783</c:v>
                </c:pt>
                <c:pt idx="695">
                  <c:v>29.770712</c:v>
                </c:pt>
                <c:pt idx="696">
                  <c:v>33.731720000000003</c:v>
                </c:pt>
                <c:pt idx="697">
                  <c:v>35.289530999999997</c:v>
                </c:pt>
                <c:pt idx="698">
                  <c:v>30.136445999999999</c:v>
                </c:pt>
                <c:pt idx="699">
                  <c:v>36.868858000000003</c:v>
                </c:pt>
                <c:pt idx="700">
                  <c:v>29.482333000000001</c:v>
                </c:pt>
                <c:pt idx="701">
                  <c:v>30.949725999999998</c:v>
                </c:pt>
                <c:pt idx="702">
                  <c:v>31.639686000000001</c:v>
                </c:pt>
                <c:pt idx="703">
                  <c:v>32.415500000000002</c:v>
                </c:pt>
                <c:pt idx="704">
                  <c:v>28.294574999999998</c:v>
                </c:pt>
                <c:pt idx="705">
                  <c:v>32.49212</c:v>
                </c:pt>
                <c:pt idx="706">
                  <c:v>29.264641999999998</c:v>
                </c:pt>
                <c:pt idx="707">
                  <c:v>28.339694000000001</c:v>
                </c:pt>
                <c:pt idx="708">
                  <c:v>32.860846000000002</c:v>
                </c:pt>
                <c:pt idx="709">
                  <c:v>33.138230999999998</c:v>
                </c:pt>
                <c:pt idx="710">
                  <c:v>34.521233000000002</c:v>
                </c:pt>
                <c:pt idx="711">
                  <c:v>30.580862</c:v>
                </c:pt>
                <c:pt idx="712">
                  <c:v>25.004677000000001</c:v>
                </c:pt>
                <c:pt idx="713">
                  <c:v>29.469132999999999</c:v>
                </c:pt>
                <c:pt idx="714">
                  <c:v>28.214914</c:v>
                </c:pt>
                <c:pt idx="715">
                  <c:v>27.67042</c:v>
                </c:pt>
                <c:pt idx="716">
                  <c:v>30.67268</c:v>
                </c:pt>
                <c:pt idx="717">
                  <c:v>28.861827000000002</c:v>
                </c:pt>
                <c:pt idx="718">
                  <c:v>30.663774</c:v>
                </c:pt>
                <c:pt idx="719">
                  <c:v>28.194317000000002</c:v>
                </c:pt>
                <c:pt idx="720">
                  <c:v>34.778072999999999</c:v>
                </c:pt>
                <c:pt idx="721">
                  <c:v>36.146126000000002</c:v>
                </c:pt>
                <c:pt idx="722">
                  <c:v>35.303981999999998</c:v>
                </c:pt>
                <c:pt idx="723">
                  <c:v>32.872278999999999</c:v>
                </c:pt>
                <c:pt idx="724">
                  <c:v>33.347836999999998</c:v>
                </c:pt>
                <c:pt idx="725">
                  <c:v>29.760964000000001</c:v>
                </c:pt>
                <c:pt idx="726">
                  <c:v>31.526610000000002</c:v>
                </c:pt>
                <c:pt idx="727">
                  <c:v>27.581958</c:v>
                </c:pt>
                <c:pt idx="728">
                  <c:v>33.170696</c:v>
                </c:pt>
                <c:pt idx="729">
                  <c:v>31.750921999999999</c:v>
                </c:pt>
                <c:pt idx="730">
                  <c:v>29.37229</c:v>
                </c:pt>
                <c:pt idx="731">
                  <c:v>33.660567999999998</c:v>
                </c:pt>
                <c:pt idx="732">
                  <c:v>30.954864000000001</c:v>
                </c:pt>
                <c:pt idx="733">
                  <c:v>22.419304</c:v>
                </c:pt>
                <c:pt idx="734">
                  <c:v>29.745861999999999</c:v>
                </c:pt>
                <c:pt idx="735">
                  <c:v>35.333052000000002</c:v>
                </c:pt>
                <c:pt idx="736">
                  <c:v>28.729852000000001</c:v>
                </c:pt>
                <c:pt idx="737">
                  <c:v>28.580696</c:v>
                </c:pt>
                <c:pt idx="738">
                  <c:v>29.682376000000001</c:v>
                </c:pt>
                <c:pt idx="739">
                  <c:v>28.371451</c:v>
                </c:pt>
                <c:pt idx="740">
                  <c:v>27.210149000000001</c:v>
                </c:pt>
                <c:pt idx="741">
                  <c:v>28.542172999999998</c:v>
                </c:pt>
                <c:pt idx="742">
                  <c:v>27.719726000000001</c:v>
                </c:pt>
                <c:pt idx="743">
                  <c:v>28.961172000000001</c:v>
                </c:pt>
                <c:pt idx="744">
                  <c:v>31.172141</c:v>
                </c:pt>
                <c:pt idx="745">
                  <c:v>31.448789000000001</c:v>
                </c:pt>
                <c:pt idx="746">
                  <c:v>35.219116999999997</c:v>
                </c:pt>
                <c:pt idx="747">
                  <c:v>35.809382999999997</c:v>
                </c:pt>
                <c:pt idx="748">
                  <c:v>31.922242000000001</c:v>
                </c:pt>
                <c:pt idx="749">
                  <c:v>32.531934</c:v>
                </c:pt>
                <c:pt idx="750">
                  <c:v>31.877600999999999</c:v>
                </c:pt>
                <c:pt idx="751">
                  <c:v>28.821047</c:v>
                </c:pt>
                <c:pt idx="752">
                  <c:v>25.760567999999999</c:v>
                </c:pt>
                <c:pt idx="753">
                  <c:v>28.225232999999999</c:v>
                </c:pt>
                <c:pt idx="754">
                  <c:v>28.414762</c:v>
                </c:pt>
                <c:pt idx="755">
                  <c:v>30.787980000000001</c:v>
                </c:pt>
                <c:pt idx="756">
                  <c:v>31.022562000000001</c:v>
                </c:pt>
                <c:pt idx="757">
                  <c:v>27.145693000000001</c:v>
                </c:pt>
                <c:pt idx="758">
                  <c:v>28.779161999999999</c:v>
                </c:pt>
                <c:pt idx="759">
                  <c:v>24.060138999999999</c:v>
                </c:pt>
                <c:pt idx="760">
                  <c:v>27.463903999999999</c:v>
                </c:pt>
                <c:pt idx="761">
                  <c:v>26.302206000000002</c:v>
                </c:pt>
                <c:pt idx="762">
                  <c:v>28.710764000000001</c:v>
                </c:pt>
                <c:pt idx="763">
                  <c:v>26.906663999999999</c:v>
                </c:pt>
                <c:pt idx="764">
                  <c:v>30.969494999999998</c:v>
                </c:pt>
                <c:pt idx="765">
                  <c:v>29.192596999999999</c:v>
                </c:pt>
                <c:pt idx="766">
                  <c:v>31.289283999999999</c:v>
                </c:pt>
                <c:pt idx="767">
                  <c:v>30.108356000000001</c:v>
                </c:pt>
                <c:pt idx="768">
                  <c:v>33.94885</c:v>
                </c:pt>
                <c:pt idx="769">
                  <c:v>28.450409000000001</c:v>
                </c:pt>
                <c:pt idx="770">
                  <c:v>34.393208000000001</c:v>
                </c:pt>
                <c:pt idx="771">
                  <c:v>30.921631999999999</c:v>
                </c:pt>
                <c:pt idx="772">
                  <c:v>31.350453000000002</c:v>
                </c:pt>
                <c:pt idx="773">
                  <c:v>31.838090999999999</c:v>
                </c:pt>
                <c:pt idx="774">
                  <c:v>32.318176000000001</c:v>
                </c:pt>
                <c:pt idx="775">
                  <c:v>27.590354000000001</c:v>
                </c:pt>
                <c:pt idx="776">
                  <c:v>22.662952000000001</c:v>
                </c:pt>
                <c:pt idx="777">
                  <c:v>22.458055999999999</c:v>
                </c:pt>
                <c:pt idx="778">
                  <c:v>21.574210000000001</c:v>
                </c:pt>
                <c:pt idx="779">
                  <c:v>20.255241999999999</c:v>
                </c:pt>
                <c:pt idx="780">
                  <c:v>28.75254</c:v>
                </c:pt>
                <c:pt idx="781">
                  <c:v>23.321622000000001</c:v>
                </c:pt>
                <c:pt idx="782">
                  <c:v>20.808130999999999</c:v>
                </c:pt>
                <c:pt idx="783">
                  <c:v>21.845831</c:v>
                </c:pt>
                <c:pt idx="784">
                  <c:v>24.331697999999999</c:v>
                </c:pt>
                <c:pt idx="785">
                  <c:v>28.209218</c:v>
                </c:pt>
                <c:pt idx="786">
                  <c:v>29.06615</c:v>
                </c:pt>
                <c:pt idx="787">
                  <c:v>28.577622000000002</c:v>
                </c:pt>
                <c:pt idx="788">
                  <c:v>30.142322</c:v>
                </c:pt>
                <c:pt idx="789">
                  <c:v>35.901322999999998</c:v>
                </c:pt>
                <c:pt idx="790">
                  <c:v>33.210985999999998</c:v>
                </c:pt>
                <c:pt idx="791">
                  <c:v>35.215764</c:v>
                </c:pt>
                <c:pt idx="792">
                  <c:v>33.351260000000003</c:v>
                </c:pt>
                <c:pt idx="793">
                  <c:v>28.318674000000001</c:v>
                </c:pt>
                <c:pt idx="794">
                  <c:v>28.938381</c:v>
                </c:pt>
                <c:pt idx="795">
                  <c:v>27.388597000000001</c:v>
                </c:pt>
                <c:pt idx="796">
                  <c:v>26.058584</c:v>
                </c:pt>
                <c:pt idx="797">
                  <c:v>23.877564</c:v>
                </c:pt>
                <c:pt idx="798">
                  <c:v>26.919934999999999</c:v>
                </c:pt>
                <c:pt idx="799">
                  <c:v>26.624324000000001</c:v>
                </c:pt>
                <c:pt idx="800">
                  <c:v>22.494638999999999</c:v>
                </c:pt>
                <c:pt idx="801">
                  <c:v>28.572409</c:v>
                </c:pt>
                <c:pt idx="802">
                  <c:v>30.495045999999999</c:v>
                </c:pt>
                <c:pt idx="803">
                  <c:v>30.702283999999999</c:v>
                </c:pt>
                <c:pt idx="804">
                  <c:v>29.921171000000001</c:v>
                </c:pt>
                <c:pt idx="805">
                  <c:v>34.450074999999998</c:v>
                </c:pt>
                <c:pt idx="806">
                  <c:v>33.623119000000003</c:v>
                </c:pt>
                <c:pt idx="807">
                  <c:v>35.269747000000002</c:v>
                </c:pt>
                <c:pt idx="808">
                  <c:v>35.119563999999997</c:v>
                </c:pt>
                <c:pt idx="809">
                  <c:v>29.868117999999999</c:v>
                </c:pt>
                <c:pt idx="810">
                  <c:v>30.064665999999999</c:v>
                </c:pt>
                <c:pt idx="811">
                  <c:v>27.406932999999999</c:v>
                </c:pt>
                <c:pt idx="812">
                  <c:v>35.105604</c:v>
                </c:pt>
                <c:pt idx="813">
                  <c:v>30.429597000000001</c:v>
                </c:pt>
                <c:pt idx="814">
                  <c:v>30.291307</c:v>
                </c:pt>
                <c:pt idx="815">
                  <c:v>23.016618000000001</c:v>
                </c:pt>
                <c:pt idx="816">
                  <c:v>20.804919999999999</c:v>
                </c:pt>
                <c:pt idx="817">
                  <c:v>30.510204999999999</c:v>
                </c:pt>
                <c:pt idx="818">
                  <c:v>27.408709000000002</c:v>
                </c:pt>
                <c:pt idx="819">
                  <c:v>29.915039</c:v>
                </c:pt>
                <c:pt idx="820">
                  <c:v>26.046771</c:v>
                </c:pt>
                <c:pt idx="821">
                  <c:v>33.070757</c:v>
                </c:pt>
                <c:pt idx="822">
                  <c:v>29.373456999999998</c:v>
                </c:pt>
                <c:pt idx="823">
                  <c:v>37.460666000000003</c:v>
                </c:pt>
                <c:pt idx="824">
                  <c:v>29.964178</c:v>
                </c:pt>
                <c:pt idx="825">
                  <c:v>29.388936000000001</c:v>
                </c:pt>
                <c:pt idx="826">
                  <c:v>29.526721999999999</c:v>
                </c:pt>
                <c:pt idx="827">
                  <c:v>27.149289</c:v>
                </c:pt>
                <c:pt idx="828">
                  <c:v>28.043960999999999</c:v>
                </c:pt>
                <c:pt idx="829">
                  <c:v>26.268059000000001</c:v>
                </c:pt>
                <c:pt idx="830">
                  <c:v>24.164625999999998</c:v>
                </c:pt>
                <c:pt idx="831">
                  <c:v>25.901351999999999</c:v>
                </c:pt>
                <c:pt idx="832">
                  <c:v>29.690317</c:v>
                </c:pt>
                <c:pt idx="833">
                  <c:v>30.412860999999999</c:v>
                </c:pt>
                <c:pt idx="834">
                  <c:v>26.941025</c:v>
                </c:pt>
                <c:pt idx="835">
                  <c:v>29.006817999999999</c:v>
                </c:pt>
                <c:pt idx="836">
                  <c:v>27.956582999999998</c:v>
                </c:pt>
                <c:pt idx="837">
                  <c:v>32.196852999999997</c:v>
                </c:pt>
                <c:pt idx="838">
                  <c:v>33.010945999999997</c:v>
                </c:pt>
                <c:pt idx="839">
                  <c:v>31.784818999999999</c:v>
                </c:pt>
                <c:pt idx="840">
                  <c:v>30.405110000000001</c:v>
                </c:pt>
                <c:pt idx="841">
                  <c:v>30.266335000000002</c:v>
                </c:pt>
                <c:pt idx="842">
                  <c:v>26.292086999999999</c:v>
                </c:pt>
                <c:pt idx="843">
                  <c:v>27.285830000000001</c:v>
                </c:pt>
                <c:pt idx="844">
                  <c:v>23.923729999999999</c:v>
                </c:pt>
                <c:pt idx="845">
                  <c:v>24.844776</c:v>
                </c:pt>
                <c:pt idx="846">
                  <c:v>32.379843999999999</c:v>
                </c:pt>
                <c:pt idx="847">
                  <c:v>26.505562000000001</c:v>
                </c:pt>
                <c:pt idx="848">
                  <c:v>26.985327000000002</c:v>
                </c:pt>
                <c:pt idx="849">
                  <c:v>30.061081999999999</c:v>
                </c:pt>
                <c:pt idx="850">
                  <c:v>28.372499000000001</c:v>
                </c:pt>
                <c:pt idx="851">
                  <c:v>29.850804</c:v>
                </c:pt>
                <c:pt idx="852">
                  <c:v>32.655295000000002</c:v>
                </c:pt>
                <c:pt idx="853">
                  <c:v>33.004308999999999</c:v>
                </c:pt>
                <c:pt idx="854">
                  <c:v>24.952559999999998</c:v>
                </c:pt>
                <c:pt idx="855">
                  <c:v>32.316524000000001</c:v>
                </c:pt>
                <c:pt idx="856">
                  <c:v>32.196218000000002</c:v>
                </c:pt>
                <c:pt idx="857">
                  <c:v>31.093803000000001</c:v>
                </c:pt>
                <c:pt idx="858">
                  <c:v>29.861249000000001</c:v>
                </c:pt>
                <c:pt idx="859">
                  <c:v>30.580907</c:v>
                </c:pt>
                <c:pt idx="860">
                  <c:v>30.142265999999999</c:v>
                </c:pt>
                <c:pt idx="861">
                  <c:v>32.948985999999998</c:v>
                </c:pt>
                <c:pt idx="862">
                  <c:v>27.092462999999999</c:v>
                </c:pt>
                <c:pt idx="863">
                  <c:v>29.783103000000001</c:v>
                </c:pt>
                <c:pt idx="864">
                  <c:v>27.430776999999999</c:v>
                </c:pt>
                <c:pt idx="865">
                  <c:v>29.047049000000001</c:v>
                </c:pt>
                <c:pt idx="866">
                  <c:v>28.929684000000002</c:v>
                </c:pt>
                <c:pt idx="867">
                  <c:v>23.130918999999999</c:v>
                </c:pt>
                <c:pt idx="868">
                  <c:v>29.245524</c:v>
                </c:pt>
                <c:pt idx="869">
                  <c:v>29.157198999999999</c:v>
                </c:pt>
                <c:pt idx="870">
                  <c:v>32.654752000000002</c:v>
                </c:pt>
                <c:pt idx="871">
                  <c:v>25.128822</c:v>
                </c:pt>
                <c:pt idx="872">
                  <c:v>30.784241000000002</c:v>
                </c:pt>
                <c:pt idx="873">
                  <c:v>29.570875999999998</c:v>
                </c:pt>
                <c:pt idx="874">
                  <c:v>22.138646000000001</c:v>
                </c:pt>
                <c:pt idx="875">
                  <c:v>19.398461000000001</c:v>
                </c:pt>
                <c:pt idx="876">
                  <c:v>17.744305000000001</c:v>
                </c:pt>
                <c:pt idx="877">
                  <c:v>18.390929</c:v>
                </c:pt>
                <c:pt idx="878">
                  <c:v>30.076788000000001</c:v>
                </c:pt>
                <c:pt idx="879">
                  <c:v>30.982013999999999</c:v>
                </c:pt>
                <c:pt idx="880">
                  <c:v>30.706361999999999</c:v>
                </c:pt>
                <c:pt idx="881">
                  <c:v>31.399374999999999</c:v>
                </c:pt>
                <c:pt idx="882">
                  <c:v>30.809570000000001</c:v>
                </c:pt>
                <c:pt idx="883">
                  <c:v>33.432250000000003</c:v>
                </c:pt>
                <c:pt idx="884">
                  <c:v>24.087263</c:v>
                </c:pt>
                <c:pt idx="885">
                  <c:v>20.648516999999998</c:v>
                </c:pt>
                <c:pt idx="886">
                  <c:v>26.231365</c:v>
                </c:pt>
                <c:pt idx="887">
                  <c:v>28.023861</c:v>
                </c:pt>
                <c:pt idx="888">
                  <c:v>28.90325</c:v>
                </c:pt>
                <c:pt idx="889">
                  <c:v>28.008482000000001</c:v>
                </c:pt>
                <c:pt idx="890">
                  <c:v>25.693363000000002</c:v>
                </c:pt>
                <c:pt idx="891">
                  <c:v>26.333254</c:v>
                </c:pt>
                <c:pt idx="892">
                  <c:v>27.890539</c:v>
                </c:pt>
                <c:pt idx="893">
                  <c:v>26.462968</c:v>
                </c:pt>
                <c:pt idx="894">
                  <c:v>29.834161000000002</c:v>
                </c:pt>
                <c:pt idx="895">
                  <c:v>29.695632</c:v>
                </c:pt>
                <c:pt idx="896">
                  <c:v>33.027504999999998</c:v>
                </c:pt>
                <c:pt idx="897">
                  <c:v>19.630614000000001</c:v>
                </c:pt>
                <c:pt idx="898">
                  <c:v>22.620695000000001</c:v>
                </c:pt>
                <c:pt idx="899">
                  <c:v>18.129715999999998</c:v>
                </c:pt>
                <c:pt idx="900">
                  <c:v>16.707446000000001</c:v>
                </c:pt>
                <c:pt idx="901">
                  <c:v>31.081757</c:v>
                </c:pt>
                <c:pt idx="902">
                  <c:v>30.859280999999999</c:v>
                </c:pt>
                <c:pt idx="903">
                  <c:v>33.696232999999999</c:v>
                </c:pt>
                <c:pt idx="904">
                  <c:v>29.175149999999999</c:v>
                </c:pt>
                <c:pt idx="905">
                  <c:v>28.164701999999998</c:v>
                </c:pt>
                <c:pt idx="906">
                  <c:v>24.175421</c:v>
                </c:pt>
                <c:pt idx="907">
                  <c:v>26.984938</c:v>
                </c:pt>
                <c:pt idx="908">
                  <c:v>24.179162000000002</c:v>
                </c:pt>
                <c:pt idx="909">
                  <c:v>21.856688999999999</c:v>
                </c:pt>
                <c:pt idx="910">
                  <c:v>22.488160000000001</c:v>
                </c:pt>
                <c:pt idx="911">
                  <c:v>24.959232</c:v>
                </c:pt>
                <c:pt idx="912">
                  <c:v>25.80134</c:v>
                </c:pt>
                <c:pt idx="913">
                  <c:v>27.645118</c:v>
                </c:pt>
                <c:pt idx="914">
                  <c:v>20.856477999999999</c:v>
                </c:pt>
                <c:pt idx="915">
                  <c:v>20.087147000000002</c:v>
                </c:pt>
                <c:pt idx="916">
                  <c:v>27.311527999999999</c:v>
                </c:pt>
                <c:pt idx="917">
                  <c:v>25.880490999999999</c:v>
                </c:pt>
                <c:pt idx="918">
                  <c:v>26.023602</c:v>
                </c:pt>
                <c:pt idx="919">
                  <c:v>27.819391</c:v>
                </c:pt>
                <c:pt idx="920">
                  <c:v>27.857824000000001</c:v>
                </c:pt>
                <c:pt idx="921">
                  <c:v>29.904188000000001</c:v>
                </c:pt>
                <c:pt idx="922">
                  <c:v>26.169314</c:v>
                </c:pt>
                <c:pt idx="923">
                  <c:v>20.356482</c:v>
                </c:pt>
                <c:pt idx="924">
                  <c:v>17.415192000000001</c:v>
                </c:pt>
                <c:pt idx="925">
                  <c:v>33.004674999999999</c:v>
                </c:pt>
                <c:pt idx="926">
                  <c:v>32.228065999999998</c:v>
                </c:pt>
                <c:pt idx="927">
                  <c:v>34.188085999999998</c:v>
                </c:pt>
                <c:pt idx="928">
                  <c:v>34.827027999999999</c:v>
                </c:pt>
                <c:pt idx="929">
                  <c:v>26.612441</c:v>
                </c:pt>
                <c:pt idx="930">
                  <c:v>28.773333000000001</c:v>
                </c:pt>
                <c:pt idx="931">
                  <c:v>24.467663000000002</c:v>
                </c:pt>
                <c:pt idx="932">
                  <c:v>25.919492000000002</c:v>
                </c:pt>
                <c:pt idx="933">
                  <c:v>22.524702999999999</c:v>
                </c:pt>
                <c:pt idx="934">
                  <c:v>22.369007</c:v>
                </c:pt>
                <c:pt idx="935">
                  <c:v>18.904259</c:v>
                </c:pt>
                <c:pt idx="936">
                  <c:v>24.273548999999999</c:v>
                </c:pt>
                <c:pt idx="937">
                  <c:v>22.559896999999999</c:v>
                </c:pt>
                <c:pt idx="938">
                  <c:v>24.775891999999999</c:v>
                </c:pt>
                <c:pt idx="939">
                  <c:v>23.69014</c:v>
                </c:pt>
                <c:pt idx="940">
                  <c:v>21.567986999999999</c:v>
                </c:pt>
                <c:pt idx="941">
                  <c:v>22.329049000000001</c:v>
                </c:pt>
                <c:pt idx="942">
                  <c:v>26.205507999999998</c:v>
                </c:pt>
                <c:pt idx="943">
                  <c:v>26.190397000000001</c:v>
                </c:pt>
                <c:pt idx="944">
                  <c:v>18.933192999999999</c:v>
                </c:pt>
                <c:pt idx="945">
                  <c:v>25.227262</c:v>
                </c:pt>
                <c:pt idx="946">
                  <c:v>24.551791000000001</c:v>
                </c:pt>
                <c:pt idx="947">
                  <c:v>17.122143999999999</c:v>
                </c:pt>
                <c:pt idx="948">
                  <c:v>17.908004999999999</c:v>
                </c:pt>
                <c:pt idx="949">
                  <c:v>12.465216</c:v>
                </c:pt>
                <c:pt idx="950">
                  <c:v>32.892524000000002</c:v>
                </c:pt>
                <c:pt idx="951">
                  <c:v>27.889859999999999</c:v>
                </c:pt>
                <c:pt idx="952">
                  <c:v>28.051380000000002</c:v>
                </c:pt>
                <c:pt idx="953">
                  <c:v>31.799119999999998</c:v>
                </c:pt>
                <c:pt idx="954">
                  <c:v>35.088034999999998</c:v>
                </c:pt>
                <c:pt idx="955">
                  <c:v>30.329226999999999</c:v>
                </c:pt>
                <c:pt idx="956">
                  <c:v>25.894327000000001</c:v>
                </c:pt>
                <c:pt idx="957">
                  <c:v>27.099831999999999</c:v>
                </c:pt>
                <c:pt idx="958">
                  <c:v>24.594981000000001</c:v>
                </c:pt>
                <c:pt idx="959">
                  <c:v>24.803743000000001</c:v>
                </c:pt>
                <c:pt idx="960">
                  <c:v>23.014961</c:v>
                </c:pt>
                <c:pt idx="961">
                  <c:v>20.087931000000001</c:v>
                </c:pt>
                <c:pt idx="962">
                  <c:v>26.171961</c:v>
                </c:pt>
                <c:pt idx="963">
                  <c:v>27.528518999999999</c:v>
                </c:pt>
                <c:pt idx="964">
                  <c:v>23.706284</c:v>
                </c:pt>
                <c:pt idx="965">
                  <c:v>19.670081</c:v>
                </c:pt>
                <c:pt idx="966">
                  <c:v>23.914921</c:v>
                </c:pt>
                <c:pt idx="967">
                  <c:v>22.085743999999998</c:v>
                </c:pt>
                <c:pt idx="968">
                  <c:v>28.427339</c:v>
                </c:pt>
                <c:pt idx="969">
                  <c:v>20.177931000000001</c:v>
                </c:pt>
                <c:pt idx="970">
                  <c:v>27.313718999999999</c:v>
                </c:pt>
                <c:pt idx="971">
                  <c:v>23.790431999999999</c:v>
                </c:pt>
                <c:pt idx="972">
                  <c:v>25.926036</c:v>
                </c:pt>
                <c:pt idx="973">
                  <c:v>21.144399</c:v>
                </c:pt>
                <c:pt idx="974">
                  <c:v>32.980490000000003</c:v>
                </c:pt>
                <c:pt idx="975">
                  <c:v>32.130588000000003</c:v>
                </c:pt>
                <c:pt idx="976">
                  <c:v>27.359248000000001</c:v>
                </c:pt>
                <c:pt idx="977">
                  <c:v>24.625295999999999</c:v>
                </c:pt>
                <c:pt idx="978">
                  <c:v>35.352764999999998</c:v>
                </c:pt>
                <c:pt idx="979">
                  <c:v>29.694583999999999</c:v>
                </c:pt>
                <c:pt idx="980">
                  <c:v>31.864930000000001</c:v>
                </c:pt>
                <c:pt idx="981">
                  <c:v>28.873189</c:v>
                </c:pt>
                <c:pt idx="982">
                  <c:v>27.246580000000002</c:v>
                </c:pt>
                <c:pt idx="983">
                  <c:v>24.705962</c:v>
                </c:pt>
                <c:pt idx="984">
                  <c:v>21.116817999999999</c:v>
                </c:pt>
                <c:pt idx="985">
                  <c:v>19.143115999999999</c:v>
                </c:pt>
                <c:pt idx="986">
                  <c:v>20.144272999999998</c:v>
                </c:pt>
                <c:pt idx="987">
                  <c:v>22.23189</c:v>
                </c:pt>
                <c:pt idx="988">
                  <c:v>13.367774000000001</c:v>
                </c:pt>
                <c:pt idx="989">
                  <c:v>14.535648999999999</c:v>
                </c:pt>
                <c:pt idx="990">
                  <c:v>24.615677999999999</c:v>
                </c:pt>
                <c:pt idx="991">
                  <c:v>23.676715000000002</c:v>
                </c:pt>
                <c:pt idx="992">
                  <c:v>30.522646999999999</c:v>
                </c:pt>
                <c:pt idx="993">
                  <c:v>27.937446000000001</c:v>
                </c:pt>
                <c:pt idx="994">
                  <c:v>32.362949</c:v>
                </c:pt>
                <c:pt idx="995">
                  <c:v>25.630822999999999</c:v>
                </c:pt>
                <c:pt idx="996">
                  <c:v>25.968917999999999</c:v>
                </c:pt>
                <c:pt idx="997">
                  <c:v>31.962561000000001</c:v>
                </c:pt>
                <c:pt idx="998">
                  <c:v>31.008410999999999</c:v>
                </c:pt>
                <c:pt idx="999">
                  <c:v>31.818776</c:v>
                </c:pt>
                <c:pt idx="1000">
                  <c:v>25.986203</c:v>
                </c:pt>
                <c:pt idx="1001">
                  <c:v>27.419868999999998</c:v>
                </c:pt>
                <c:pt idx="1002">
                  <c:v>23.197849999999999</c:v>
                </c:pt>
                <c:pt idx="1003">
                  <c:v>26.227557000000001</c:v>
                </c:pt>
                <c:pt idx="1004">
                  <c:v>23.595521000000002</c:v>
                </c:pt>
                <c:pt idx="1005">
                  <c:v>23.909648000000001</c:v>
                </c:pt>
                <c:pt idx="1006">
                  <c:v>15.440378000000001</c:v>
                </c:pt>
                <c:pt idx="1007">
                  <c:v>31.252882</c:v>
                </c:pt>
                <c:pt idx="1008">
                  <c:v>30.780626999999999</c:v>
                </c:pt>
                <c:pt idx="1009">
                  <c:v>26.843294</c:v>
                </c:pt>
                <c:pt idx="1010">
                  <c:v>29.629300000000001</c:v>
                </c:pt>
                <c:pt idx="1011">
                  <c:v>22.877835999999999</c:v>
                </c:pt>
                <c:pt idx="1012">
                  <c:v>30.357510999999999</c:v>
                </c:pt>
                <c:pt idx="1013">
                  <c:v>31.813559999999999</c:v>
                </c:pt>
                <c:pt idx="1014">
                  <c:v>34.433717999999999</c:v>
                </c:pt>
                <c:pt idx="1015">
                  <c:v>23.622502999999998</c:v>
                </c:pt>
                <c:pt idx="1016">
                  <c:v>20.33586</c:v>
                </c:pt>
                <c:pt idx="1017">
                  <c:v>19.861763</c:v>
                </c:pt>
                <c:pt idx="1018">
                  <c:v>20.330798999999999</c:v>
                </c:pt>
                <c:pt idx="1019">
                  <c:v>22.803135000000001</c:v>
                </c:pt>
                <c:pt idx="1020">
                  <c:v>25.987559999999998</c:v>
                </c:pt>
                <c:pt idx="1021">
                  <c:v>19.762991</c:v>
                </c:pt>
                <c:pt idx="1022">
                  <c:v>27.907729</c:v>
                </c:pt>
                <c:pt idx="1023">
                  <c:v>24.220050000000001</c:v>
                </c:pt>
                <c:pt idx="1024">
                  <c:v>22.245488999999999</c:v>
                </c:pt>
                <c:pt idx="1025">
                  <c:v>21.237780000000001</c:v>
                </c:pt>
                <c:pt idx="1026">
                  <c:v>25.249203000000001</c:v>
                </c:pt>
                <c:pt idx="1027">
                  <c:v>26.157662999999999</c:v>
                </c:pt>
                <c:pt idx="1028">
                  <c:v>29.349612</c:v>
                </c:pt>
                <c:pt idx="1029">
                  <c:v>29.147248000000001</c:v>
                </c:pt>
                <c:pt idx="1030">
                  <c:v>23.348974999999999</c:v>
                </c:pt>
                <c:pt idx="1031">
                  <c:v>23.66694</c:v>
                </c:pt>
                <c:pt idx="1032">
                  <c:v>22.914401999999999</c:v>
                </c:pt>
                <c:pt idx="1033">
                  <c:v>23.862369999999999</c:v>
                </c:pt>
                <c:pt idx="1034">
                  <c:v>19.854997999999998</c:v>
                </c:pt>
                <c:pt idx="1035">
                  <c:v>17.680427000000002</c:v>
                </c:pt>
                <c:pt idx="1036">
                  <c:v>28.047181999999999</c:v>
                </c:pt>
                <c:pt idx="1037">
                  <c:v>27.109327</c:v>
                </c:pt>
                <c:pt idx="1038">
                  <c:v>21.355025999999999</c:v>
                </c:pt>
                <c:pt idx="1039">
                  <c:v>22.011968</c:v>
                </c:pt>
                <c:pt idx="1040">
                  <c:v>21.785208999999998</c:v>
                </c:pt>
                <c:pt idx="1041">
                  <c:v>22.048604999999998</c:v>
                </c:pt>
                <c:pt idx="1042">
                  <c:v>24.827089000000001</c:v>
                </c:pt>
                <c:pt idx="1043">
                  <c:v>24.288837000000001</c:v>
                </c:pt>
                <c:pt idx="1044">
                  <c:v>25.207159999999998</c:v>
                </c:pt>
                <c:pt idx="1045">
                  <c:v>20.428982000000001</c:v>
                </c:pt>
                <c:pt idx="1046">
                  <c:v>20.514693000000001</c:v>
                </c:pt>
                <c:pt idx="1047">
                  <c:v>22.236716999999999</c:v>
                </c:pt>
                <c:pt idx="1048">
                  <c:v>22.534103999999999</c:v>
                </c:pt>
                <c:pt idx="1049">
                  <c:v>18.325617999999999</c:v>
                </c:pt>
                <c:pt idx="1050">
                  <c:v>29.161787</c:v>
                </c:pt>
                <c:pt idx="1051">
                  <c:v>26.164535000000001</c:v>
                </c:pt>
                <c:pt idx="1052">
                  <c:v>25.493039</c:v>
                </c:pt>
                <c:pt idx="1053">
                  <c:v>23.673494999999999</c:v>
                </c:pt>
                <c:pt idx="1054">
                  <c:v>21.308720999999998</c:v>
                </c:pt>
                <c:pt idx="1055">
                  <c:v>21.392491</c:v>
                </c:pt>
                <c:pt idx="1056">
                  <c:v>27.767534000000001</c:v>
                </c:pt>
                <c:pt idx="1057">
                  <c:v>23.732989</c:v>
                </c:pt>
                <c:pt idx="1058">
                  <c:v>24.523306000000002</c:v>
                </c:pt>
                <c:pt idx="1059">
                  <c:v>22.896457000000002</c:v>
                </c:pt>
                <c:pt idx="1060">
                  <c:v>23.605307</c:v>
                </c:pt>
                <c:pt idx="1061">
                  <c:v>23.442852999999999</c:v>
                </c:pt>
                <c:pt idx="1062">
                  <c:v>25.7746</c:v>
                </c:pt>
                <c:pt idx="1063">
                  <c:v>24.946532000000001</c:v>
                </c:pt>
                <c:pt idx="1064">
                  <c:v>27.342423</c:v>
                </c:pt>
                <c:pt idx="1065">
                  <c:v>21.961433</c:v>
                </c:pt>
                <c:pt idx="1066">
                  <c:v>26.19436</c:v>
                </c:pt>
                <c:pt idx="1067">
                  <c:v>22.791276</c:v>
                </c:pt>
                <c:pt idx="1068">
                  <c:v>19.066013000000002</c:v>
                </c:pt>
                <c:pt idx="1069">
                  <c:v>28.202444</c:v>
                </c:pt>
                <c:pt idx="1070">
                  <c:v>23.619745000000002</c:v>
                </c:pt>
                <c:pt idx="1071">
                  <c:v>24.289292</c:v>
                </c:pt>
                <c:pt idx="1072">
                  <c:v>18.675314</c:v>
                </c:pt>
                <c:pt idx="1073">
                  <c:v>24.149602000000002</c:v>
                </c:pt>
                <c:pt idx="1074">
                  <c:v>23.75168</c:v>
                </c:pt>
                <c:pt idx="1075">
                  <c:v>21.224346000000001</c:v>
                </c:pt>
                <c:pt idx="1076">
                  <c:v>21.352654000000001</c:v>
                </c:pt>
                <c:pt idx="1077">
                  <c:v>19.552721999999999</c:v>
                </c:pt>
                <c:pt idx="1078">
                  <c:v>15.554482</c:v>
                </c:pt>
                <c:pt idx="1079">
                  <c:v>18.717623</c:v>
                </c:pt>
                <c:pt idx="1080">
                  <c:v>27.741299999999999</c:v>
                </c:pt>
                <c:pt idx="1081">
                  <c:v>20.719847999999999</c:v>
                </c:pt>
                <c:pt idx="1082">
                  <c:v>22.856721</c:v>
                </c:pt>
                <c:pt idx="1083">
                  <c:v>23.956230000000001</c:v>
                </c:pt>
                <c:pt idx="1084">
                  <c:v>22.894030000000001</c:v>
                </c:pt>
                <c:pt idx="1085">
                  <c:v>23.070613000000002</c:v>
                </c:pt>
                <c:pt idx="1086">
                  <c:v>22.732627000000001</c:v>
                </c:pt>
                <c:pt idx="1087">
                  <c:v>21.566320999999999</c:v>
                </c:pt>
                <c:pt idx="1088">
                  <c:v>21.587251999999999</c:v>
                </c:pt>
                <c:pt idx="1089">
                  <c:v>18.887903999999999</c:v>
                </c:pt>
                <c:pt idx="1090">
                  <c:v>23.745127</c:v>
                </c:pt>
                <c:pt idx="1091">
                  <c:v>32.042997999999997</c:v>
                </c:pt>
                <c:pt idx="1092">
                  <c:v>29.386918000000001</c:v>
                </c:pt>
                <c:pt idx="1093">
                  <c:v>22.524035000000001</c:v>
                </c:pt>
                <c:pt idx="1094">
                  <c:v>24.488553</c:v>
                </c:pt>
                <c:pt idx="1095">
                  <c:v>19.016576000000001</c:v>
                </c:pt>
                <c:pt idx="1096">
                  <c:v>24.883908000000002</c:v>
                </c:pt>
                <c:pt idx="1097">
                  <c:v>26.859390999999999</c:v>
                </c:pt>
                <c:pt idx="1098">
                  <c:v>25.024107000000001</c:v>
                </c:pt>
                <c:pt idx="1099">
                  <c:v>21.144414999999999</c:v>
                </c:pt>
                <c:pt idx="1100">
                  <c:v>16.209516000000001</c:v>
                </c:pt>
                <c:pt idx="1101">
                  <c:v>23.727331</c:v>
                </c:pt>
                <c:pt idx="1102">
                  <c:v>21.592210000000001</c:v>
                </c:pt>
                <c:pt idx="1103">
                  <c:v>21.90682</c:v>
                </c:pt>
                <c:pt idx="1104">
                  <c:v>21.036280000000001</c:v>
                </c:pt>
                <c:pt idx="1105">
                  <c:v>23.94558</c:v>
                </c:pt>
                <c:pt idx="1106">
                  <c:v>18.164287999999999</c:v>
                </c:pt>
                <c:pt idx="1107">
                  <c:v>24.300576</c:v>
                </c:pt>
                <c:pt idx="1108">
                  <c:v>26.777144</c:v>
                </c:pt>
                <c:pt idx="1109">
                  <c:v>21.359307000000001</c:v>
                </c:pt>
                <c:pt idx="1110">
                  <c:v>25.272808999999999</c:v>
                </c:pt>
                <c:pt idx="1111">
                  <c:v>24.690670999999998</c:v>
                </c:pt>
                <c:pt idx="1112">
                  <c:v>25.136604999999999</c:v>
                </c:pt>
                <c:pt idx="1113">
                  <c:v>31.387632</c:v>
                </c:pt>
                <c:pt idx="1114">
                  <c:v>29.279313999999999</c:v>
                </c:pt>
                <c:pt idx="1115">
                  <c:v>30.523502000000001</c:v>
                </c:pt>
                <c:pt idx="1116">
                  <c:v>34.728732999999998</c:v>
                </c:pt>
                <c:pt idx="1117">
                  <c:v>34.861055</c:v>
                </c:pt>
                <c:pt idx="1118">
                  <c:v>37.808528000000003</c:v>
                </c:pt>
                <c:pt idx="1119">
                  <c:v>27.343413999999999</c:v>
                </c:pt>
                <c:pt idx="1120">
                  <c:v>21.220946999999999</c:v>
                </c:pt>
                <c:pt idx="1121">
                  <c:v>25.574316</c:v>
                </c:pt>
                <c:pt idx="1122">
                  <c:v>29.201304</c:v>
                </c:pt>
                <c:pt idx="1123">
                  <c:v>28.468648999999999</c:v>
                </c:pt>
                <c:pt idx="1124">
                  <c:v>35.767442000000003</c:v>
                </c:pt>
                <c:pt idx="1125">
                  <c:v>30.741834000000001</c:v>
                </c:pt>
                <c:pt idx="1126">
                  <c:v>36.543353000000003</c:v>
                </c:pt>
                <c:pt idx="1127">
                  <c:v>34.403582999999998</c:v>
                </c:pt>
                <c:pt idx="1128">
                  <c:v>31.672495999999999</c:v>
                </c:pt>
                <c:pt idx="1129">
                  <c:v>29.225269999999998</c:v>
                </c:pt>
                <c:pt idx="1130">
                  <c:v>26.142775</c:v>
                </c:pt>
                <c:pt idx="1131">
                  <c:v>30.598687000000002</c:v>
                </c:pt>
                <c:pt idx="1132">
                  <c:v>32.502513</c:v>
                </c:pt>
                <c:pt idx="1133">
                  <c:v>29.026371000000001</c:v>
                </c:pt>
                <c:pt idx="1134">
                  <c:v>29.108613999999999</c:v>
                </c:pt>
                <c:pt idx="1135">
                  <c:v>35.547435999999998</c:v>
                </c:pt>
                <c:pt idx="1136">
                  <c:v>34.013998000000001</c:v>
                </c:pt>
                <c:pt idx="1137">
                  <c:v>32.909880000000001</c:v>
                </c:pt>
                <c:pt idx="1138">
                  <c:v>33.663977000000003</c:v>
                </c:pt>
                <c:pt idx="1139">
                  <c:v>30.034253</c:v>
                </c:pt>
                <c:pt idx="1140">
                  <c:v>29.983978</c:v>
                </c:pt>
                <c:pt idx="1141">
                  <c:v>31.431560000000001</c:v>
                </c:pt>
                <c:pt idx="1142">
                  <c:v>32.412491000000003</c:v>
                </c:pt>
                <c:pt idx="1143">
                  <c:v>29.688291</c:v>
                </c:pt>
                <c:pt idx="1144">
                  <c:v>32.712935999999999</c:v>
                </c:pt>
                <c:pt idx="1145">
                  <c:v>29.880773000000001</c:v>
                </c:pt>
                <c:pt idx="1146">
                  <c:v>29.959298</c:v>
                </c:pt>
                <c:pt idx="1147">
                  <c:v>31.444030999999999</c:v>
                </c:pt>
              </c:numCache>
            </c:numRef>
          </c:xVal>
          <c:yVal>
            <c:numRef>
              <c:f>Topography!$C$2:$C$1149</c:f>
              <c:numCache>
                <c:formatCode>0.0</c:formatCode>
                <c:ptCount val="1148"/>
                <c:pt idx="0">
                  <c:v>23.6297</c:v>
                </c:pt>
                <c:pt idx="1">
                  <c:v>10.930859999999999</c:v>
                </c:pt>
                <c:pt idx="2">
                  <c:v>37.435839999999999</c:v>
                </c:pt>
                <c:pt idx="3">
                  <c:v>27.048169999999999</c:v>
                </c:pt>
                <c:pt idx="4">
                  <c:v>36.367579999999997</c:v>
                </c:pt>
                <c:pt idx="5">
                  <c:v>46.087589999999999</c:v>
                </c:pt>
                <c:pt idx="6">
                  <c:v>19.51099</c:v>
                </c:pt>
                <c:pt idx="7">
                  <c:v>21.898599999999998</c:v>
                </c:pt>
                <c:pt idx="8">
                  <c:v>33.872509999999998</c:v>
                </c:pt>
                <c:pt idx="9">
                  <c:v>32.47457</c:v>
                </c:pt>
                <c:pt idx="10">
                  <c:v>18.653210000000001</c:v>
                </c:pt>
                <c:pt idx="11">
                  <c:v>26.66039</c:v>
                </c:pt>
                <c:pt idx="12">
                  <c:v>19.252179999999999</c:v>
                </c:pt>
                <c:pt idx="13">
                  <c:v>28.259920000000001</c:v>
                </c:pt>
                <c:pt idx="14">
                  <c:v>26.665880000000001</c:v>
                </c:pt>
                <c:pt idx="15">
                  <c:v>33.973869999999998</c:v>
                </c:pt>
                <c:pt idx="16">
                  <c:v>0</c:v>
                </c:pt>
                <c:pt idx="17">
                  <c:v>31.7852</c:v>
                </c:pt>
                <c:pt idx="18">
                  <c:v>31.579039999999999</c:v>
                </c:pt>
                <c:pt idx="19">
                  <c:v>21.139949999999999</c:v>
                </c:pt>
                <c:pt idx="20">
                  <c:v>17.241810000000001</c:v>
                </c:pt>
                <c:pt idx="21">
                  <c:v>16.28002</c:v>
                </c:pt>
                <c:pt idx="22">
                  <c:v>31.305420000000002</c:v>
                </c:pt>
                <c:pt idx="23">
                  <c:v>24.892910000000001</c:v>
                </c:pt>
                <c:pt idx="24">
                  <c:v>23.148820000000001</c:v>
                </c:pt>
                <c:pt idx="25">
                  <c:v>26.272829999999999</c:v>
                </c:pt>
                <c:pt idx="26">
                  <c:v>18.30003</c:v>
                </c:pt>
                <c:pt idx="27">
                  <c:v>18.139040000000001</c:v>
                </c:pt>
                <c:pt idx="28">
                  <c:v>18.605930000000001</c:v>
                </c:pt>
                <c:pt idx="29">
                  <c:v>22.443960000000001</c:v>
                </c:pt>
                <c:pt idx="30">
                  <c:v>27.48142</c:v>
                </c:pt>
                <c:pt idx="31">
                  <c:v>16.280360000000002</c:v>
                </c:pt>
                <c:pt idx="32">
                  <c:v>39.433520000000001</c:v>
                </c:pt>
                <c:pt idx="33">
                  <c:v>33.872239999999998</c:v>
                </c:pt>
                <c:pt idx="34">
                  <c:v>33.354309999999998</c:v>
                </c:pt>
                <c:pt idx="35">
                  <c:v>39.823830000000001</c:v>
                </c:pt>
                <c:pt idx="36">
                  <c:v>22.032900000000001</c:v>
                </c:pt>
                <c:pt idx="37">
                  <c:v>7.3788600000000004</c:v>
                </c:pt>
                <c:pt idx="38">
                  <c:v>19.407340000000001</c:v>
                </c:pt>
                <c:pt idx="39">
                  <c:v>13.20051</c:v>
                </c:pt>
                <c:pt idx="40">
                  <c:v>27.607620000000001</c:v>
                </c:pt>
                <c:pt idx="41">
                  <c:v>12.43675</c:v>
                </c:pt>
                <c:pt idx="42">
                  <c:v>27.74615</c:v>
                </c:pt>
                <c:pt idx="43">
                  <c:v>10.07741</c:v>
                </c:pt>
                <c:pt idx="44">
                  <c:v>39.118639999999999</c:v>
                </c:pt>
                <c:pt idx="45">
                  <c:v>36.408290000000001</c:v>
                </c:pt>
                <c:pt idx="46">
                  <c:v>30.937670000000001</c:v>
                </c:pt>
                <c:pt idx="47">
                  <c:v>52.603520000000003</c:v>
                </c:pt>
                <c:pt idx="48">
                  <c:v>47.34881</c:v>
                </c:pt>
                <c:pt idx="49">
                  <c:v>5.6608780000000003</c:v>
                </c:pt>
                <c:pt idx="50">
                  <c:v>25.958449999999999</c:v>
                </c:pt>
                <c:pt idx="51">
                  <c:v>17.886980000000001</c:v>
                </c:pt>
                <c:pt idx="52">
                  <c:v>20.857299999999999</c:v>
                </c:pt>
                <c:pt idx="53">
                  <c:v>25.166609999999999</c:v>
                </c:pt>
                <c:pt idx="54">
                  <c:v>20.82488</c:v>
                </c:pt>
                <c:pt idx="55">
                  <c:v>31.455200000000001</c:v>
                </c:pt>
                <c:pt idx="56">
                  <c:v>30.446370000000002</c:v>
                </c:pt>
                <c:pt idx="57">
                  <c:v>36.847149999999999</c:v>
                </c:pt>
                <c:pt idx="58">
                  <c:v>19.410129999999999</c:v>
                </c:pt>
                <c:pt idx="59">
                  <c:v>31.509049999999998</c:v>
                </c:pt>
                <c:pt idx="60">
                  <c:v>17.438960000000002</c:v>
                </c:pt>
                <c:pt idx="61">
                  <c:v>11.208170000000001</c:v>
                </c:pt>
                <c:pt idx="62">
                  <c:v>16.508009999999999</c:v>
                </c:pt>
                <c:pt idx="63">
                  <c:v>30.864909999999998</c:v>
                </c:pt>
                <c:pt idx="64">
                  <c:v>19.338360000000002</c:v>
                </c:pt>
                <c:pt idx="65">
                  <c:v>31.776979999999998</c:v>
                </c:pt>
                <c:pt idx="66">
                  <c:v>16.776029999999999</c:v>
                </c:pt>
                <c:pt idx="67">
                  <c:v>11.10557</c:v>
                </c:pt>
                <c:pt idx="68">
                  <c:v>48.018599999999999</c:v>
                </c:pt>
                <c:pt idx="69">
                  <c:v>16.836559999999999</c:v>
                </c:pt>
                <c:pt idx="70">
                  <c:v>33.160069999999997</c:v>
                </c:pt>
                <c:pt idx="71">
                  <c:v>17.74539</c:v>
                </c:pt>
                <c:pt idx="72">
                  <c:v>30.510269999999998</c:v>
                </c:pt>
                <c:pt idx="73">
                  <c:v>13.20313</c:v>
                </c:pt>
                <c:pt idx="74">
                  <c:v>46.00949</c:v>
                </c:pt>
                <c:pt idx="75">
                  <c:v>38.266060000000003</c:v>
                </c:pt>
                <c:pt idx="76">
                  <c:v>27.882339999999999</c:v>
                </c:pt>
                <c:pt idx="77">
                  <c:v>17.915759999999999</c:v>
                </c:pt>
                <c:pt idx="78">
                  <c:v>19.886600000000001</c:v>
                </c:pt>
                <c:pt idx="79">
                  <c:v>27.167909999999999</c:v>
                </c:pt>
                <c:pt idx="80">
                  <c:v>10.619059999999999</c:v>
                </c:pt>
                <c:pt idx="81">
                  <c:v>18.528659999999999</c:v>
                </c:pt>
                <c:pt idx="82">
                  <c:v>20.575279999999999</c:v>
                </c:pt>
                <c:pt idx="83">
                  <c:v>23.419730000000001</c:v>
                </c:pt>
                <c:pt idx="84">
                  <c:v>25.424160000000001</c:v>
                </c:pt>
                <c:pt idx="85">
                  <c:v>22.726310000000002</c:v>
                </c:pt>
                <c:pt idx="86">
                  <c:v>35.98668</c:v>
                </c:pt>
                <c:pt idx="87">
                  <c:v>27.079129999999999</c:v>
                </c:pt>
                <c:pt idx="88">
                  <c:v>27.482220000000002</c:v>
                </c:pt>
                <c:pt idx="89">
                  <c:v>25.360430000000001</c:v>
                </c:pt>
                <c:pt idx="90">
                  <c:v>22.44782</c:v>
                </c:pt>
                <c:pt idx="91">
                  <c:v>27.465630000000001</c:v>
                </c:pt>
                <c:pt idx="92">
                  <c:v>25.906389999999998</c:v>
                </c:pt>
                <c:pt idx="93">
                  <c:v>17.939640000000001</c:v>
                </c:pt>
                <c:pt idx="94">
                  <c:v>15.560420000000001</c:v>
                </c:pt>
                <c:pt idx="95">
                  <c:v>39.866370000000003</c:v>
                </c:pt>
                <c:pt idx="96">
                  <c:v>29.628499999999999</c:v>
                </c:pt>
                <c:pt idx="97">
                  <c:v>14.24882</c:v>
                </c:pt>
                <c:pt idx="98">
                  <c:v>37.000169999999997</c:v>
                </c:pt>
                <c:pt idx="99">
                  <c:v>31.463809999999999</c:v>
                </c:pt>
                <c:pt idx="100">
                  <c:v>24.28434</c:v>
                </c:pt>
                <c:pt idx="101">
                  <c:v>27.083100000000002</c:v>
                </c:pt>
                <c:pt idx="102">
                  <c:v>15.547980000000001</c:v>
                </c:pt>
                <c:pt idx="103">
                  <c:v>22.66555</c:v>
                </c:pt>
                <c:pt idx="104">
                  <c:v>21.917470000000002</c:v>
                </c:pt>
                <c:pt idx="105">
                  <c:v>18.664280000000002</c:v>
                </c:pt>
                <c:pt idx="106">
                  <c:v>28.849499999999999</c:v>
                </c:pt>
                <c:pt idx="107">
                  <c:v>4.6273669999999996</c:v>
                </c:pt>
                <c:pt idx="108">
                  <c:v>7.7045769999999996</c:v>
                </c:pt>
                <c:pt idx="109">
                  <c:v>31.567029999999999</c:v>
                </c:pt>
                <c:pt idx="110">
                  <c:v>33.448729999999998</c:v>
                </c:pt>
                <c:pt idx="111">
                  <c:v>18.802060000000001</c:v>
                </c:pt>
                <c:pt idx="112">
                  <c:v>30.906500000000001</c:v>
                </c:pt>
                <c:pt idx="113">
                  <c:v>16.837820000000001</c:v>
                </c:pt>
                <c:pt idx="114">
                  <c:v>30.048310000000001</c:v>
                </c:pt>
                <c:pt idx="115">
                  <c:v>25.56842</c:v>
                </c:pt>
                <c:pt idx="116">
                  <c:v>15.012449999999999</c:v>
                </c:pt>
                <c:pt idx="117">
                  <c:v>16.754100000000001</c:v>
                </c:pt>
                <c:pt idx="118">
                  <c:v>31.713190000000001</c:v>
                </c:pt>
                <c:pt idx="119">
                  <c:v>41.644860000000001</c:v>
                </c:pt>
                <c:pt idx="120">
                  <c:v>33.675139999999999</c:v>
                </c:pt>
                <c:pt idx="121">
                  <c:v>30.547830000000001</c:v>
                </c:pt>
                <c:pt idx="122">
                  <c:v>26.8049</c:v>
                </c:pt>
                <c:pt idx="123">
                  <c:v>28.747869999999999</c:v>
                </c:pt>
                <c:pt idx="124">
                  <c:v>18.222560000000001</c:v>
                </c:pt>
                <c:pt idx="125">
                  <c:v>8.2704310000000003</c:v>
                </c:pt>
                <c:pt idx="126">
                  <c:v>19.78012</c:v>
                </c:pt>
                <c:pt idx="127">
                  <c:v>15.564080000000001</c:v>
                </c:pt>
                <c:pt idx="128">
                  <c:v>19.70748</c:v>
                </c:pt>
                <c:pt idx="129">
                  <c:v>25.733080000000001</c:v>
                </c:pt>
                <c:pt idx="130">
                  <c:v>31.79973</c:v>
                </c:pt>
                <c:pt idx="131">
                  <c:v>17.88805</c:v>
                </c:pt>
                <c:pt idx="132">
                  <c:v>36.079979999999999</c:v>
                </c:pt>
                <c:pt idx="133">
                  <c:v>33.673099999999998</c:v>
                </c:pt>
                <c:pt idx="134">
                  <c:v>21.526420000000002</c:v>
                </c:pt>
                <c:pt idx="135">
                  <c:v>30.36992</c:v>
                </c:pt>
                <c:pt idx="136">
                  <c:v>16.034050000000001</c:v>
                </c:pt>
                <c:pt idx="137">
                  <c:v>9.3108050000000002</c:v>
                </c:pt>
                <c:pt idx="138">
                  <c:v>16.69876</c:v>
                </c:pt>
                <c:pt idx="139">
                  <c:v>33.257159999999999</c:v>
                </c:pt>
                <c:pt idx="140">
                  <c:v>12.95412</c:v>
                </c:pt>
                <c:pt idx="141">
                  <c:v>30.979970000000002</c:v>
                </c:pt>
                <c:pt idx="142">
                  <c:v>18.07639</c:v>
                </c:pt>
                <c:pt idx="143">
                  <c:v>29.82948</c:v>
                </c:pt>
                <c:pt idx="144">
                  <c:v>26.24719</c:v>
                </c:pt>
                <c:pt idx="145">
                  <c:v>9.770486</c:v>
                </c:pt>
                <c:pt idx="146">
                  <c:v>19.041409999999999</c:v>
                </c:pt>
                <c:pt idx="147">
                  <c:v>15.07638</c:v>
                </c:pt>
                <c:pt idx="148">
                  <c:v>38.622010000000003</c:v>
                </c:pt>
                <c:pt idx="149">
                  <c:v>35.996740000000003</c:v>
                </c:pt>
                <c:pt idx="150">
                  <c:v>13.69084</c:v>
                </c:pt>
                <c:pt idx="151">
                  <c:v>24.44876</c:v>
                </c:pt>
                <c:pt idx="152">
                  <c:v>37.349780000000003</c:v>
                </c:pt>
                <c:pt idx="153">
                  <c:v>19.410810000000001</c:v>
                </c:pt>
                <c:pt idx="154">
                  <c:v>20.308199999999999</c:v>
                </c:pt>
                <c:pt idx="155">
                  <c:v>14.02641</c:v>
                </c:pt>
                <c:pt idx="156">
                  <c:v>30.55471</c:v>
                </c:pt>
                <c:pt idx="157">
                  <c:v>30.231909999999999</c:v>
                </c:pt>
                <c:pt idx="158">
                  <c:v>18.72317</c:v>
                </c:pt>
                <c:pt idx="159">
                  <c:v>24.206520000000001</c:v>
                </c:pt>
                <c:pt idx="160">
                  <c:v>27.27214</c:v>
                </c:pt>
                <c:pt idx="161">
                  <c:v>26.353850000000001</c:v>
                </c:pt>
                <c:pt idx="162">
                  <c:v>25.986640000000001</c:v>
                </c:pt>
                <c:pt idx="163">
                  <c:v>27.289339999999999</c:v>
                </c:pt>
                <c:pt idx="164">
                  <c:v>38.632489999999997</c:v>
                </c:pt>
                <c:pt idx="165">
                  <c:v>32.507109999999997</c:v>
                </c:pt>
                <c:pt idx="166">
                  <c:v>31.590019999999999</c:v>
                </c:pt>
                <c:pt idx="167">
                  <c:v>21.25601</c:v>
                </c:pt>
                <c:pt idx="168">
                  <c:v>11.22386</c:v>
                </c:pt>
                <c:pt idx="169">
                  <c:v>5.8021440000000002</c:v>
                </c:pt>
                <c:pt idx="170">
                  <c:v>14.520770000000001</c:v>
                </c:pt>
                <c:pt idx="171">
                  <c:v>22.91376</c:v>
                </c:pt>
                <c:pt idx="172">
                  <c:v>30.02366</c:v>
                </c:pt>
                <c:pt idx="173">
                  <c:v>18.81954</c:v>
                </c:pt>
                <c:pt idx="174">
                  <c:v>26.522839999999999</c:v>
                </c:pt>
                <c:pt idx="175">
                  <c:v>12.655430000000001</c:v>
                </c:pt>
                <c:pt idx="176">
                  <c:v>36.452689999999997</c:v>
                </c:pt>
                <c:pt idx="177">
                  <c:v>25.223990000000001</c:v>
                </c:pt>
                <c:pt idx="178">
                  <c:v>31.966460000000001</c:v>
                </c:pt>
                <c:pt idx="179">
                  <c:v>39.62968</c:v>
                </c:pt>
                <c:pt idx="180">
                  <c:v>17.739450000000001</c:v>
                </c:pt>
                <c:pt idx="181">
                  <c:v>32.544840000000001</c:v>
                </c:pt>
                <c:pt idx="182">
                  <c:v>20.580190000000002</c:v>
                </c:pt>
                <c:pt idx="183">
                  <c:v>15.716139999999999</c:v>
                </c:pt>
                <c:pt idx="184">
                  <c:v>11.829459999999999</c:v>
                </c:pt>
                <c:pt idx="185">
                  <c:v>31.456160000000001</c:v>
                </c:pt>
                <c:pt idx="186">
                  <c:v>10.35956</c:v>
                </c:pt>
                <c:pt idx="187">
                  <c:v>11.82962</c:v>
                </c:pt>
                <c:pt idx="188">
                  <c:v>31.05932</c:v>
                </c:pt>
                <c:pt idx="189">
                  <c:v>26.354019999999998</c:v>
                </c:pt>
                <c:pt idx="190">
                  <c:v>24.38618</c:v>
                </c:pt>
                <c:pt idx="191">
                  <c:v>15.53406</c:v>
                </c:pt>
                <c:pt idx="192">
                  <c:v>47.148670000000003</c:v>
                </c:pt>
                <c:pt idx="193">
                  <c:v>22.601199999999999</c:v>
                </c:pt>
                <c:pt idx="194">
                  <c:v>21.077780000000001</c:v>
                </c:pt>
                <c:pt idx="195">
                  <c:v>16.579029999999999</c:v>
                </c:pt>
                <c:pt idx="196">
                  <c:v>14.10806</c:v>
                </c:pt>
                <c:pt idx="197">
                  <c:v>10.71283</c:v>
                </c:pt>
                <c:pt idx="198">
                  <c:v>34.29148</c:v>
                </c:pt>
                <c:pt idx="199">
                  <c:v>20.235990000000001</c:v>
                </c:pt>
                <c:pt idx="200">
                  <c:v>0</c:v>
                </c:pt>
                <c:pt idx="201">
                  <c:v>27.867529999999999</c:v>
                </c:pt>
                <c:pt idx="202">
                  <c:v>10.928100000000001</c:v>
                </c:pt>
                <c:pt idx="203">
                  <c:v>26.772320000000001</c:v>
                </c:pt>
                <c:pt idx="204">
                  <c:v>31.18909</c:v>
                </c:pt>
                <c:pt idx="205">
                  <c:v>15.90452</c:v>
                </c:pt>
                <c:pt idx="206">
                  <c:v>27.40119</c:v>
                </c:pt>
                <c:pt idx="207">
                  <c:v>28.873740000000002</c:v>
                </c:pt>
                <c:pt idx="208">
                  <c:v>12.267530000000001</c:v>
                </c:pt>
                <c:pt idx="209">
                  <c:v>29.997309999999999</c:v>
                </c:pt>
                <c:pt idx="210">
                  <c:v>24.89292</c:v>
                </c:pt>
                <c:pt idx="211">
                  <c:v>15.40483</c:v>
                </c:pt>
                <c:pt idx="212">
                  <c:v>20.839400000000001</c:v>
                </c:pt>
                <c:pt idx="213">
                  <c:v>22.12555</c:v>
                </c:pt>
                <c:pt idx="214">
                  <c:v>13.933339999999999</c:v>
                </c:pt>
                <c:pt idx="215">
                  <c:v>24.181509999999999</c:v>
                </c:pt>
                <c:pt idx="216">
                  <c:v>22.847619999999999</c:v>
                </c:pt>
                <c:pt idx="217">
                  <c:v>19.259540000000001</c:v>
                </c:pt>
                <c:pt idx="218">
                  <c:v>30.052769999999999</c:v>
                </c:pt>
                <c:pt idx="219">
                  <c:v>17.22559</c:v>
                </c:pt>
                <c:pt idx="220">
                  <c:v>18.06147</c:v>
                </c:pt>
                <c:pt idx="221">
                  <c:v>14.56029</c:v>
                </c:pt>
                <c:pt idx="222">
                  <c:v>19.775010000000002</c:v>
                </c:pt>
                <c:pt idx="223">
                  <c:v>17.385639999999999</c:v>
                </c:pt>
                <c:pt idx="224">
                  <c:v>29.632480000000001</c:v>
                </c:pt>
                <c:pt idx="225">
                  <c:v>13.469519999999999</c:v>
                </c:pt>
                <c:pt idx="226">
                  <c:v>18.879819999999999</c:v>
                </c:pt>
                <c:pt idx="227">
                  <c:v>19.683199999999999</c:v>
                </c:pt>
                <c:pt idx="228">
                  <c:v>23.36814</c:v>
                </c:pt>
                <c:pt idx="229">
                  <c:v>35.007980000000003</c:v>
                </c:pt>
                <c:pt idx="230">
                  <c:v>6.6862940000000002</c:v>
                </c:pt>
                <c:pt idx="231">
                  <c:v>38.706919999999997</c:v>
                </c:pt>
                <c:pt idx="232">
                  <c:v>23.926659999999998</c:v>
                </c:pt>
                <c:pt idx="233">
                  <c:v>22.291060000000002</c:v>
                </c:pt>
                <c:pt idx="234">
                  <c:v>23.751180000000002</c:v>
                </c:pt>
                <c:pt idx="235">
                  <c:v>25.31851</c:v>
                </c:pt>
                <c:pt idx="236">
                  <c:v>34.93582</c:v>
                </c:pt>
                <c:pt idx="237">
                  <c:v>35.718870000000003</c:v>
                </c:pt>
                <c:pt idx="238">
                  <c:v>33.860790000000001</c:v>
                </c:pt>
                <c:pt idx="239">
                  <c:v>25.355910000000002</c:v>
                </c:pt>
                <c:pt idx="240">
                  <c:v>14.28546</c:v>
                </c:pt>
                <c:pt idx="241">
                  <c:v>36.421039999999998</c:v>
                </c:pt>
                <c:pt idx="242">
                  <c:v>7.8387390000000003</c:v>
                </c:pt>
                <c:pt idx="243">
                  <c:v>33.816049999999997</c:v>
                </c:pt>
                <c:pt idx="244">
                  <c:v>33.030340000000002</c:v>
                </c:pt>
                <c:pt idx="245">
                  <c:v>32.774050000000003</c:v>
                </c:pt>
                <c:pt idx="246">
                  <c:v>26.350750000000001</c:v>
                </c:pt>
                <c:pt idx="247">
                  <c:v>22.97297</c:v>
                </c:pt>
                <c:pt idx="248">
                  <c:v>29.984069999999999</c:v>
                </c:pt>
                <c:pt idx="249">
                  <c:v>15.338369999999999</c:v>
                </c:pt>
                <c:pt idx="250">
                  <c:v>15.964980000000001</c:v>
                </c:pt>
                <c:pt idx="251">
                  <c:v>14.24518</c:v>
                </c:pt>
                <c:pt idx="252">
                  <c:v>12.656140000000001</c:v>
                </c:pt>
                <c:pt idx="253">
                  <c:v>29.306170000000002</c:v>
                </c:pt>
                <c:pt idx="254">
                  <c:v>18.061540000000001</c:v>
                </c:pt>
                <c:pt idx="255">
                  <c:v>12.784979999999999</c:v>
                </c:pt>
                <c:pt idx="256">
                  <c:v>53.917050000000003</c:v>
                </c:pt>
                <c:pt idx="257">
                  <c:v>4.5655989999999997</c:v>
                </c:pt>
                <c:pt idx="258">
                  <c:v>26.448329999999999</c:v>
                </c:pt>
                <c:pt idx="259">
                  <c:v>24.876080000000002</c:v>
                </c:pt>
                <c:pt idx="260">
                  <c:v>17.970210000000002</c:v>
                </c:pt>
                <c:pt idx="261">
                  <c:v>36.766590000000001</c:v>
                </c:pt>
                <c:pt idx="262">
                  <c:v>20.26924</c:v>
                </c:pt>
                <c:pt idx="263">
                  <c:v>27.317329999999998</c:v>
                </c:pt>
                <c:pt idx="264">
                  <c:v>46.346519999999998</c:v>
                </c:pt>
                <c:pt idx="265">
                  <c:v>31.25234</c:v>
                </c:pt>
                <c:pt idx="266">
                  <c:v>40.786250000000003</c:v>
                </c:pt>
                <c:pt idx="267">
                  <c:v>13.4466</c:v>
                </c:pt>
                <c:pt idx="268">
                  <c:v>16.43843</c:v>
                </c:pt>
                <c:pt idx="269">
                  <c:v>25.92773</c:v>
                </c:pt>
                <c:pt idx="270">
                  <c:v>31.50666</c:v>
                </c:pt>
                <c:pt idx="271">
                  <c:v>12.65835</c:v>
                </c:pt>
                <c:pt idx="272">
                  <c:v>24.46274</c:v>
                </c:pt>
                <c:pt idx="273">
                  <c:v>24.60755</c:v>
                </c:pt>
                <c:pt idx="274">
                  <c:v>17.084489999999999</c:v>
                </c:pt>
                <c:pt idx="275">
                  <c:v>35.406199999999998</c:v>
                </c:pt>
                <c:pt idx="276">
                  <c:v>29.63466</c:v>
                </c:pt>
                <c:pt idx="277">
                  <c:v>20.882940000000001</c:v>
                </c:pt>
                <c:pt idx="278">
                  <c:v>28.313859999999998</c:v>
                </c:pt>
                <c:pt idx="279">
                  <c:v>16.196449999999999</c:v>
                </c:pt>
                <c:pt idx="280">
                  <c:v>8.609947</c:v>
                </c:pt>
                <c:pt idx="281">
                  <c:v>17.607150000000001</c:v>
                </c:pt>
                <c:pt idx="282">
                  <c:v>32.376429999999999</c:v>
                </c:pt>
                <c:pt idx="283">
                  <c:v>20.024640000000002</c:v>
                </c:pt>
                <c:pt idx="284">
                  <c:v>12.8688</c:v>
                </c:pt>
                <c:pt idx="285">
                  <c:v>28.305479999999999</c:v>
                </c:pt>
                <c:pt idx="286">
                  <c:v>15.09207</c:v>
                </c:pt>
                <c:pt idx="287">
                  <c:v>30.729420000000001</c:v>
                </c:pt>
                <c:pt idx="288">
                  <c:v>32.775440000000003</c:v>
                </c:pt>
                <c:pt idx="289">
                  <c:v>31.579039999999999</c:v>
                </c:pt>
                <c:pt idx="290">
                  <c:v>41.63373</c:v>
                </c:pt>
                <c:pt idx="291">
                  <c:v>22.38278</c:v>
                </c:pt>
                <c:pt idx="292">
                  <c:v>24.074780000000001</c:v>
                </c:pt>
                <c:pt idx="293">
                  <c:v>21.832059999999998</c:v>
                </c:pt>
                <c:pt idx="294">
                  <c:v>41.94117</c:v>
                </c:pt>
                <c:pt idx="295">
                  <c:v>20.228750000000002</c:v>
                </c:pt>
                <c:pt idx="296">
                  <c:v>14.09431</c:v>
                </c:pt>
                <c:pt idx="297">
                  <c:v>31.425370000000001</c:v>
                </c:pt>
                <c:pt idx="298">
                  <c:v>39.415050000000001</c:v>
                </c:pt>
                <c:pt idx="299">
                  <c:v>36.426630000000003</c:v>
                </c:pt>
                <c:pt idx="300">
                  <c:v>17.972539999999999</c:v>
                </c:pt>
                <c:pt idx="301">
                  <c:v>32.987209999999997</c:v>
                </c:pt>
                <c:pt idx="302">
                  <c:v>16.505379999999999</c:v>
                </c:pt>
                <c:pt idx="303">
                  <c:v>24.876460000000002</c:v>
                </c:pt>
                <c:pt idx="304">
                  <c:v>23.812480000000001</c:v>
                </c:pt>
                <c:pt idx="305">
                  <c:v>12.03806</c:v>
                </c:pt>
                <c:pt idx="306">
                  <c:v>26.718070000000001</c:v>
                </c:pt>
                <c:pt idx="307">
                  <c:v>26.52619</c:v>
                </c:pt>
                <c:pt idx="308">
                  <c:v>23.87351</c:v>
                </c:pt>
                <c:pt idx="309">
                  <c:v>34.475070000000002</c:v>
                </c:pt>
                <c:pt idx="310">
                  <c:v>38.556579999999997</c:v>
                </c:pt>
                <c:pt idx="311">
                  <c:v>39.474550000000001</c:v>
                </c:pt>
                <c:pt idx="312">
                  <c:v>32.518250000000002</c:v>
                </c:pt>
                <c:pt idx="313">
                  <c:v>18.06166</c:v>
                </c:pt>
                <c:pt idx="314">
                  <c:v>23.02318</c:v>
                </c:pt>
                <c:pt idx="315">
                  <c:v>27.264749999999999</c:v>
                </c:pt>
                <c:pt idx="316">
                  <c:v>29.41638</c:v>
                </c:pt>
                <c:pt idx="317">
                  <c:v>21.32443</c:v>
                </c:pt>
                <c:pt idx="318">
                  <c:v>37.54665</c:v>
                </c:pt>
                <c:pt idx="319">
                  <c:v>10.59652</c:v>
                </c:pt>
                <c:pt idx="320">
                  <c:v>19.00224</c:v>
                </c:pt>
                <c:pt idx="321">
                  <c:v>24.72326</c:v>
                </c:pt>
                <c:pt idx="322">
                  <c:v>23.023219999999998</c:v>
                </c:pt>
                <c:pt idx="323">
                  <c:v>19.266670000000001</c:v>
                </c:pt>
                <c:pt idx="324">
                  <c:v>24.700589999999998</c:v>
                </c:pt>
                <c:pt idx="325">
                  <c:v>28.986640000000001</c:v>
                </c:pt>
                <c:pt idx="326">
                  <c:v>19.78023</c:v>
                </c:pt>
                <c:pt idx="327">
                  <c:v>15.556760000000001</c:v>
                </c:pt>
                <c:pt idx="328">
                  <c:v>38.517870000000002</c:v>
                </c:pt>
                <c:pt idx="329">
                  <c:v>28.304819999999999</c:v>
                </c:pt>
                <c:pt idx="330">
                  <c:v>22.39845</c:v>
                </c:pt>
                <c:pt idx="331">
                  <c:v>25.223849999999999</c:v>
                </c:pt>
                <c:pt idx="332">
                  <c:v>28.753779999999999</c:v>
                </c:pt>
                <c:pt idx="333">
                  <c:v>11.95345</c:v>
                </c:pt>
                <c:pt idx="334">
                  <c:v>28.52383</c:v>
                </c:pt>
                <c:pt idx="335">
                  <c:v>13.686059999999999</c:v>
                </c:pt>
                <c:pt idx="336">
                  <c:v>28.555289999999999</c:v>
                </c:pt>
                <c:pt idx="337">
                  <c:v>7.2358690000000001</c:v>
                </c:pt>
                <c:pt idx="338">
                  <c:v>21.06503</c:v>
                </c:pt>
                <c:pt idx="339">
                  <c:v>19.780609999999999</c:v>
                </c:pt>
                <c:pt idx="340">
                  <c:v>7.7044509999999997</c:v>
                </c:pt>
                <c:pt idx="341">
                  <c:v>27.67071</c:v>
                </c:pt>
                <c:pt idx="342">
                  <c:v>27.694980000000001</c:v>
                </c:pt>
                <c:pt idx="343">
                  <c:v>33.754669999999997</c:v>
                </c:pt>
                <c:pt idx="344">
                  <c:v>13.69079</c:v>
                </c:pt>
                <c:pt idx="345">
                  <c:v>30.05247</c:v>
                </c:pt>
                <c:pt idx="346">
                  <c:v>20.655850000000001</c:v>
                </c:pt>
                <c:pt idx="347">
                  <c:v>25.301100000000002</c:v>
                </c:pt>
                <c:pt idx="348">
                  <c:v>23.61384</c:v>
                </c:pt>
                <c:pt idx="349">
                  <c:v>25.478539999999999</c:v>
                </c:pt>
                <c:pt idx="350">
                  <c:v>35.501629999999999</c:v>
                </c:pt>
                <c:pt idx="351">
                  <c:v>31.361049999999999</c:v>
                </c:pt>
                <c:pt idx="352">
                  <c:v>32.754190000000001</c:v>
                </c:pt>
                <c:pt idx="353">
                  <c:v>24.082619999999999</c:v>
                </c:pt>
                <c:pt idx="354">
                  <c:v>35.511830000000003</c:v>
                </c:pt>
                <c:pt idx="355">
                  <c:v>26.462260000000001</c:v>
                </c:pt>
                <c:pt idx="356">
                  <c:v>32.056440000000002</c:v>
                </c:pt>
                <c:pt idx="357">
                  <c:v>27.32001</c:v>
                </c:pt>
                <c:pt idx="358">
                  <c:v>27.89378</c:v>
                </c:pt>
                <c:pt idx="359">
                  <c:v>43.194769999999998</c:v>
                </c:pt>
                <c:pt idx="360">
                  <c:v>36.451549999999997</c:v>
                </c:pt>
                <c:pt idx="361">
                  <c:v>26.517489999999999</c:v>
                </c:pt>
                <c:pt idx="362">
                  <c:v>25.276129999999998</c:v>
                </c:pt>
                <c:pt idx="363">
                  <c:v>31.960940000000001</c:v>
                </c:pt>
                <c:pt idx="364">
                  <c:v>13.06579</c:v>
                </c:pt>
                <c:pt idx="365">
                  <c:v>25.619340000000001</c:v>
                </c:pt>
                <c:pt idx="366">
                  <c:v>12.6547</c:v>
                </c:pt>
                <c:pt idx="367">
                  <c:v>18.686530000000001</c:v>
                </c:pt>
                <c:pt idx="368">
                  <c:v>26.186160000000001</c:v>
                </c:pt>
                <c:pt idx="369">
                  <c:v>16.279730000000001</c:v>
                </c:pt>
                <c:pt idx="370">
                  <c:v>13.207509999999999</c:v>
                </c:pt>
                <c:pt idx="371">
                  <c:v>23.698309999999999</c:v>
                </c:pt>
                <c:pt idx="372">
                  <c:v>25.17398</c:v>
                </c:pt>
                <c:pt idx="373">
                  <c:v>38.333419999999997</c:v>
                </c:pt>
                <c:pt idx="374">
                  <c:v>22.380479999999999</c:v>
                </c:pt>
                <c:pt idx="375">
                  <c:v>20.232939999999999</c:v>
                </c:pt>
                <c:pt idx="376">
                  <c:v>16.755700000000001</c:v>
                </c:pt>
                <c:pt idx="377">
                  <c:v>14.25203</c:v>
                </c:pt>
                <c:pt idx="378">
                  <c:v>13.69083</c:v>
                </c:pt>
                <c:pt idx="379">
                  <c:v>31.09742</c:v>
                </c:pt>
                <c:pt idx="380">
                  <c:v>20.349889999999998</c:v>
                </c:pt>
                <c:pt idx="381">
                  <c:v>22.12584</c:v>
                </c:pt>
                <c:pt idx="382">
                  <c:v>9.0849259999999994</c:v>
                </c:pt>
                <c:pt idx="383">
                  <c:v>32.900820000000003</c:v>
                </c:pt>
                <c:pt idx="384">
                  <c:v>22.727720000000001</c:v>
                </c:pt>
                <c:pt idx="385">
                  <c:v>45.153089999999999</c:v>
                </c:pt>
                <c:pt idx="386">
                  <c:v>10.71172</c:v>
                </c:pt>
                <c:pt idx="387">
                  <c:v>30.579730000000001</c:v>
                </c:pt>
                <c:pt idx="388">
                  <c:v>23.036750000000001</c:v>
                </c:pt>
                <c:pt idx="389">
                  <c:v>15.948119999999999</c:v>
                </c:pt>
                <c:pt idx="390">
                  <c:v>9.9977830000000001</c:v>
                </c:pt>
                <c:pt idx="391">
                  <c:v>2.9083580000000002</c:v>
                </c:pt>
                <c:pt idx="392">
                  <c:v>36.749969999999998</c:v>
                </c:pt>
                <c:pt idx="393">
                  <c:v>23.13531</c:v>
                </c:pt>
                <c:pt idx="394">
                  <c:v>17.254709999999999</c:v>
                </c:pt>
                <c:pt idx="395">
                  <c:v>14.71346</c:v>
                </c:pt>
                <c:pt idx="396">
                  <c:v>16.212610000000002</c:v>
                </c:pt>
                <c:pt idx="397">
                  <c:v>29.891580000000001</c:v>
                </c:pt>
                <c:pt idx="398">
                  <c:v>30.73058</c:v>
                </c:pt>
                <c:pt idx="399">
                  <c:v>27.265830000000001</c:v>
                </c:pt>
                <c:pt idx="400">
                  <c:v>40.394469999999998</c:v>
                </c:pt>
                <c:pt idx="401">
                  <c:v>27.288689999999999</c:v>
                </c:pt>
                <c:pt idx="402">
                  <c:v>37.594099999999997</c:v>
                </c:pt>
                <c:pt idx="403">
                  <c:v>39.71152</c:v>
                </c:pt>
                <c:pt idx="404">
                  <c:v>34.045090000000002</c:v>
                </c:pt>
                <c:pt idx="405">
                  <c:v>6.5598140000000003</c:v>
                </c:pt>
                <c:pt idx="406">
                  <c:v>28.556629999999998</c:v>
                </c:pt>
                <c:pt idx="407">
                  <c:v>36.370130000000003</c:v>
                </c:pt>
                <c:pt idx="408">
                  <c:v>34.686199999999999</c:v>
                </c:pt>
                <c:pt idx="409">
                  <c:v>3.8699409999999999</c:v>
                </c:pt>
                <c:pt idx="410">
                  <c:v>0</c:v>
                </c:pt>
                <c:pt idx="411">
                  <c:v>23.603750000000002</c:v>
                </c:pt>
                <c:pt idx="412">
                  <c:v>32.134279999999997</c:v>
                </c:pt>
                <c:pt idx="413">
                  <c:v>47.736069999999998</c:v>
                </c:pt>
                <c:pt idx="414">
                  <c:v>27.247309999999999</c:v>
                </c:pt>
                <c:pt idx="415">
                  <c:v>28.736550000000001</c:v>
                </c:pt>
                <c:pt idx="416">
                  <c:v>22.596229999999998</c:v>
                </c:pt>
                <c:pt idx="417">
                  <c:v>26.85267</c:v>
                </c:pt>
                <c:pt idx="418">
                  <c:v>42.835850000000001</c:v>
                </c:pt>
                <c:pt idx="419">
                  <c:v>41.157989999999998</c:v>
                </c:pt>
                <c:pt idx="420">
                  <c:v>25.915949999999999</c:v>
                </c:pt>
                <c:pt idx="421">
                  <c:v>28.268249999999998</c:v>
                </c:pt>
                <c:pt idx="422">
                  <c:v>41.684220000000003</c:v>
                </c:pt>
                <c:pt idx="423">
                  <c:v>43.258760000000002</c:v>
                </c:pt>
                <c:pt idx="424">
                  <c:v>17.58963</c:v>
                </c:pt>
                <c:pt idx="425">
                  <c:v>33.26397</c:v>
                </c:pt>
                <c:pt idx="426">
                  <c:v>29.154499999999999</c:v>
                </c:pt>
                <c:pt idx="427">
                  <c:v>23.038689999999999</c:v>
                </c:pt>
                <c:pt idx="428">
                  <c:v>9.2702000000000009</c:v>
                </c:pt>
                <c:pt idx="429">
                  <c:v>30.175809999999998</c:v>
                </c:pt>
                <c:pt idx="430">
                  <c:v>38.224080000000001</c:v>
                </c:pt>
                <c:pt idx="431">
                  <c:v>42.008690000000001</c:v>
                </c:pt>
                <c:pt idx="432">
                  <c:v>31.465440000000001</c:v>
                </c:pt>
                <c:pt idx="433">
                  <c:v>39.437759999999997</c:v>
                </c:pt>
                <c:pt idx="434">
                  <c:v>35.50065</c:v>
                </c:pt>
                <c:pt idx="435">
                  <c:v>28.529260000000001</c:v>
                </c:pt>
                <c:pt idx="436">
                  <c:v>34.048310000000001</c:v>
                </c:pt>
                <c:pt idx="437">
                  <c:v>22.38353</c:v>
                </c:pt>
                <c:pt idx="438">
                  <c:v>30.379200000000001</c:v>
                </c:pt>
                <c:pt idx="439">
                  <c:v>21.97223</c:v>
                </c:pt>
                <c:pt idx="440">
                  <c:v>20.081199999999999</c:v>
                </c:pt>
                <c:pt idx="441">
                  <c:v>31.591619999999999</c:v>
                </c:pt>
                <c:pt idx="442">
                  <c:v>30.93289</c:v>
                </c:pt>
                <c:pt idx="443">
                  <c:v>35.778939999999999</c:v>
                </c:pt>
                <c:pt idx="444">
                  <c:v>31.852429999999998</c:v>
                </c:pt>
                <c:pt idx="445">
                  <c:v>39.699739999999998</c:v>
                </c:pt>
                <c:pt idx="446">
                  <c:v>16.78717</c:v>
                </c:pt>
                <c:pt idx="447">
                  <c:v>38.40643</c:v>
                </c:pt>
                <c:pt idx="448">
                  <c:v>14.52882</c:v>
                </c:pt>
                <c:pt idx="449">
                  <c:v>34.538719999999998</c:v>
                </c:pt>
                <c:pt idx="450">
                  <c:v>41.77946</c:v>
                </c:pt>
                <c:pt idx="451">
                  <c:v>42.84357</c:v>
                </c:pt>
                <c:pt idx="452">
                  <c:v>35.33522</c:v>
                </c:pt>
                <c:pt idx="453">
                  <c:v>27.626270000000002</c:v>
                </c:pt>
                <c:pt idx="454">
                  <c:v>40.170299999999997</c:v>
                </c:pt>
                <c:pt idx="455">
                  <c:v>34.418089999999999</c:v>
                </c:pt>
                <c:pt idx="456">
                  <c:v>37.054470000000002</c:v>
                </c:pt>
                <c:pt idx="457">
                  <c:v>48.566470000000002</c:v>
                </c:pt>
                <c:pt idx="458">
                  <c:v>40.729680000000002</c:v>
                </c:pt>
                <c:pt idx="459">
                  <c:v>20.67764</c:v>
                </c:pt>
                <c:pt idx="460">
                  <c:v>15.9399</c:v>
                </c:pt>
                <c:pt idx="461">
                  <c:v>34.485169999999997</c:v>
                </c:pt>
                <c:pt idx="462">
                  <c:v>32.139049999999997</c:v>
                </c:pt>
                <c:pt idx="463">
                  <c:v>32.453650000000003</c:v>
                </c:pt>
                <c:pt idx="464">
                  <c:v>39.424199999999999</c:v>
                </c:pt>
                <c:pt idx="465">
                  <c:v>13.69937</c:v>
                </c:pt>
                <c:pt idx="466">
                  <c:v>23.608689999999999</c:v>
                </c:pt>
                <c:pt idx="467">
                  <c:v>26.61497</c:v>
                </c:pt>
                <c:pt idx="468">
                  <c:v>36.169750000000001</c:v>
                </c:pt>
                <c:pt idx="469">
                  <c:v>25.29129</c:v>
                </c:pt>
                <c:pt idx="470">
                  <c:v>15.57142</c:v>
                </c:pt>
                <c:pt idx="471">
                  <c:v>34.450749999999999</c:v>
                </c:pt>
                <c:pt idx="472">
                  <c:v>9.9561580000000003</c:v>
                </c:pt>
                <c:pt idx="473">
                  <c:v>21.537859999999998</c:v>
                </c:pt>
                <c:pt idx="474">
                  <c:v>17.932860000000002</c:v>
                </c:pt>
                <c:pt idx="475">
                  <c:v>34.167580000000001</c:v>
                </c:pt>
                <c:pt idx="476">
                  <c:v>40.089469999999999</c:v>
                </c:pt>
                <c:pt idx="477">
                  <c:v>10.037140000000001</c:v>
                </c:pt>
                <c:pt idx="478">
                  <c:v>51.304400000000001</c:v>
                </c:pt>
                <c:pt idx="479">
                  <c:v>11.65564</c:v>
                </c:pt>
                <c:pt idx="480">
                  <c:v>23.32517</c:v>
                </c:pt>
                <c:pt idx="481">
                  <c:v>29.367270000000001</c:v>
                </c:pt>
                <c:pt idx="482">
                  <c:v>27.534400000000002</c:v>
                </c:pt>
                <c:pt idx="483">
                  <c:v>25.9496</c:v>
                </c:pt>
                <c:pt idx="484">
                  <c:v>17.478210000000001</c:v>
                </c:pt>
                <c:pt idx="485">
                  <c:v>18.543060000000001</c:v>
                </c:pt>
                <c:pt idx="486">
                  <c:v>24.255189999999999</c:v>
                </c:pt>
                <c:pt idx="487">
                  <c:v>18.671759999999999</c:v>
                </c:pt>
                <c:pt idx="488">
                  <c:v>24.458349999999999</c:v>
                </c:pt>
                <c:pt idx="489">
                  <c:v>24.22418</c:v>
                </c:pt>
                <c:pt idx="490">
                  <c:v>19.482119999999998</c:v>
                </c:pt>
                <c:pt idx="491">
                  <c:v>22.605129999999999</c:v>
                </c:pt>
                <c:pt idx="492">
                  <c:v>31.376010000000001</c:v>
                </c:pt>
                <c:pt idx="493">
                  <c:v>24.097049999999999</c:v>
                </c:pt>
                <c:pt idx="494">
                  <c:v>25.156600000000001</c:v>
                </c:pt>
                <c:pt idx="495">
                  <c:v>25.432919999999999</c:v>
                </c:pt>
                <c:pt idx="496">
                  <c:v>27.830259999999999</c:v>
                </c:pt>
                <c:pt idx="497">
                  <c:v>17.990259999999999</c:v>
                </c:pt>
                <c:pt idx="498">
                  <c:v>34.255409999999998</c:v>
                </c:pt>
                <c:pt idx="499">
                  <c:v>47.667149999999999</c:v>
                </c:pt>
                <c:pt idx="500">
                  <c:v>16.283100000000001</c:v>
                </c:pt>
                <c:pt idx="501">
                  <c:v>35.500599999999999</c:v>
                </c:pt>
                <c:pt idx="502">
                  <c:v>21.05593</c:v>
                </c:pt>
                <c:pt idx="503">
                  <c:v>25.823879999999999</c:v>
                </c:pt>
                <c:pt idx="504">
                  <c:v>25.3794</c:v>
                </c:pt>
                <c:pt idx="505">
                  <c:v>25.336929999999999</c:v>
                </c:pt>
                <c:pt idx="506">
                  <c:v>34.017339999999997</c:v>
                </c:pt>
                <c:pt idx="507">
                  <c:v>35.715200000000003</c:v>
                </c:pt>
                <c:pt idx="508">
                  <c:v>35.962249999999997</c:v>
                </c:pt>
                <c:pt idx="509">
                  <c:v>12.04402</c:v>
                </c:pt>
                <c:pt idx="510">
                  <c:v>16.468820000000001</c:v>
                </c:pt>
                <c:pt idx="511">
                  <c:v>23.314609999999998</c:v>
                </c:pt>
                <c:pt idx="512">
                  <c:v>26.320080000000001</c:v>
                </c:pt>
                <c:pt idx="513">
                  <c:v>19.920680000000001</c:v>
                </c:pt>
                <c:pt idx="514">
                  <c:v>22.640930000000001</c:v>
                </c:pt>
                <c:pt idx="515">
                  <c:v>19.60239</c:v>
                </c:pt>
                <c:pt idx="516">
                  <c:v>21.9406</c:v>
                </c:pt>
                <c:pt idx="517">
                  <c:v>15.9298</c:v>
                </c:pt>
                <c:pt idx="518">
                  <c:v>29.576059999999998</c:v>
                </c:pt>
                <c:pt idx="519">
                  <c:v>20.323219999999999</c:v>
                </c:pt>
                <c:pt idx="520">
                  <c:v>25.580400000000001</c:v>
                </c:pt>
                <c:pt idx="521">
                  <c:v>34.540840000000003</c:v>
                </c:pt>
                <c:pt idx="522">
                  <c:v>40.276769999999999</c:v>
                </c:pt>
                <c:pt idx="523">
                  <c:v>21.983419999999999</c:v>
                </c:pt>
                <c:pt idx="524">
                  <c:v>29.870799999999999</c:v>
                </c:pt>
                <c:pt idx="525">
                  <c:v>18.501609999999999</c:v>
                </c:pt>
                <c:pt idx="526">
                  <c:v>18.547049999999999</c:v>
                </c:pt>
                <c:pt idx="527">
                  <c:v>24.464390000000002</c:v>
                </c:pt>
                <c:pt idx="528">
                  <c:v>27.179580000000001</c:v>
                </c:pt>
                <c:pt idx="529">
                  <c:v>24.19717</c:v>
                </c:pt>
                <c:pt idx="530">
                  <c:v>17.387060000000002</c:v>
                </c:pt>
                <c:pt idx="531">
                  <c:v>39.200969999999998</c:v>
                </c:pt>
                <c:pt idx="532">
                  <c:v>22.91534</c:v>
                </c:pt>
                <c:pt idx="533">
                  <c:v>27.25489</c:v>
                </c:pt>
                <c:pt idx="534">
                  <c:v>9.7714829999999999</c:v>
                </c:pt>
                <c:pt idx="535">
                  <c:v>14.10004</c:v>
                </c:pt>
                <c:pt idx="536">
                  <c:v>27.294589999999999</c:v>
                </c:pt>
                <c:pt idx="537">
                  <c:v>39.478360000000002</c:v>
                </c:pt>
                <c:pt idx="538">
                  <c:v>21.148160000000001</c:v>
                </c:pt>
                <c:pt idx="539">
                  <c:v>14.703110000000001</c:v>
                </c:pt>
                <c:pt idx="540">
                  <c:v>20.691469999999999</c:v>
                </c:pt>
                <c:pt idx="541">
                  <c:v>24.101040000000001</c:v>
                </c:pt>
                <c:pt idx="542">
                  <c:v>26.097629999999999</c:v>
                </c:pt>
                <c:pt idx="543">
                  <c:v>27.528479999999998</c:v>
                </c:pt>
                <c:pt idx="544">
                  <c:v>32.120049999999999</c:v>
                </c:pt>
                <c:pt idx="545">
                  <c:v>18.44266</c:v>
                </c:pt>
                <c:pt idx="546">
                  <c:v>22.427679999999999</c:v>
                </c:pt>
                <c:pt idx="547">
                  <c:v>25.582840000000001</c:v>
                </c:pt>
                <c:pt idx="548">
                  <c:v>34.662500000000001</c:v>
                </c:pt>
                <c:pt idx="549">
                  <c:v>3.3640050000000001</c:v>
                </c:pt>
                <c:pt idx="550">
                  <c:v>3.5707450000000001</c:v>
                </c:pt>
                <c:pt idx="551">
                  <c:v>25.077549999999999</c:v>
                </c:pt>
                <c:pt idx="552">
                  <c:v>18.44266</c:v>
                </c:pt>
                <c:pt idx="553">
                  <c:v>34.760129999999997</c:v>
                </c:pt>
                <c:pt idx="554">
                  <c:v>45.998220000000003</c:v>
                </c:pt>
                <c:pt idx="555">
                  <c:v>32.268099999999997</c:v>
                </c:pt>
                <c:pt idx="556">
                  <c:v>38.444360000000003</c:v>
                </c:pt>
                <c:pt idx="557">
                  <c:v>35.346789999999999</c:v>
                </c:pt>
                <c:pt idx="558">
                  <c:v>24.87839</c:v>
                </c:pt>
                <c:pt idx="559">
                  <c:v>29.666429999999998</c:v>
                </c:pt>
                <c:pt idx="560">
                  <c:v>20.421240000000001</c:v>
                </c:pt>
                <c:pt idx="561">
                  <c:v>32.19258</c:v>
                </c:pt>
                <c:pt idx="562">
                  <c:v>36.692410000000002</c:v>
                </c:pt>
                <c:pt idx="563">
                  <c:v>27.102959999999999</c:v>
                </c:pt>
                <c:pt idx="564">
                  <c:v>12.33661</c:v>
                </c:pt>
                <c:pt idx="565">
                  <c:v>37.793610000000001</c:v>
                </c:pt>
                <c:pt idx="566">
                  <c:v>4.5759679999999996</c:v>
                </c:pt>
                <c:pt idx="567">
                  <c:v>4.8473689999999996</c:v>
                </c:pt>
                <c:pt idx="568">
                  <c:v>39.590049999999998</c:v>
                </c:pt>
                <c:pt idx="569">
                  <c:v>18.688420000000001</c:v>
                </c:pt>
                <c:pt idx="570">
                  <c:v>36.105980000000002</c:v>
                </c:pt>
                <c:pt idx="571">
                  <c:v>16.181760000000001</c:v>
                </c:pt>
                <c:pt idx="572">
                  <c:v>32.434460000000001</c:v>
                </c:pt>
                <c:pt idx="573">
                  <c:v>5.7127540000000003</c:v>
                </c:pt>
                <c:pt idx="574">
                  <c:v>31.203469999999999</c:v>
                </c:pt>
                <c:pt idx="575">
                  <c:v>47.81371</c:v>
                </c:pt>
                <c:pt idx="576">
                  <c:v>26.96284</c:v>
                </c:pt>
                <c:pt idx="577">
                  <c:v>31.96284</c:v>
                </c:pt>
                <c:pt idx="578">
                  <c:v>26.698560000000001</c:v>
                </c:pt>
                <c:pt idx="579">
                  <c:v>23.023959999999999</c:v>
                </c:pt>
                <c:pt idx="580">
                  <c:v>35.038559999999997</c:v>
                </c:pt>
                <c:pt idx="581">
                  <c:v>15.9679</c:v>
                </c:pt>
                <c:pt idx="582">
                  <c:v>31.590610000000002</c:v>
                </c:pt>
                <c:pt idx="583">
                  <c:v>34.544530000000002</c:v>
                </c:pt>
                <c:pt idx="584">
                  <c:v>12.274430000000001</c:v>
                </c:pt>
                <c:pt idx="585">
                  <c:v>45.238990000000001</c:v>
                </c:pt>
                <c:pt idx="586">
                  <c:v>22.606249999999999</c:v>
                </c:pt>
                <c:pt idx="587">
                  <c:v>20.653030000000001</c:v>
                </c:pt>
                <c:pt idx="588">
                  <c:v>36.316279999999999</c:v>
                </c:pt>
                <c:pt idx="589">
                  <c:v>33.973520000000001</c:v>
                </c:pt>
                <c:pt idx="590">
                  <c:v>33.85116</c:v>
                </c:pt>
                <c:pt idx="591">
                  <c:v>28.174959999999999</c:v>
                </c:pt>
                <c:pt idx="592">
                  <c:v>19.711670000000002</c:v>
                </c:pt>
                <c:pt idx="593">
                  <c:v>24.262429999999998</c:v>
                </c:pt>
                <c:pt idx="594">
                  <c:v>16.023299999999999</c:v>
                </c:pt>
                <c:pt idx="595">
                  <c:v>24.186730000000001</c:v>
                </c:pt>
                <c:pt idx="596">
                  <c:v>27.89808</c:v>
                </c:pt>
                <c:pt idx="597">
                  <c:v>35.872230000000002</c:v>
                </c:pt>
                <c:pt idx="598">
                  <c:v>16.534459999999999</c:v>
                </c:pt>
                <c:pt idx="599">
                  <c:v>27.26728</c:v>
                </c:pt>
                <c:pt idx="600">
                  <c:v>2.4284409999999998</c:v>
                </c:pt>
                <c:pt idx="601">
                  <c:v>9.0506729999999997</c:v>
                </c:pt>
                <c:pt idx="602">
                  <c:v>28.767679999999999</c:v>
                </c:pt>
                <c:pt idx="603">
                  <c:v>31.050999999999998</c:v>
                </c:pt>
                <c:pt idx="604">
                  <c:v>35.194299999999998</c:v>
                </c:pt>
                <c:pt idx="605">
                  <c:v>34.222320000000003</c:v>
                </c:pt>
                <c:pt idx="606">
                  <c:v>6.9540930000000003</c:v>
                </c:pt>
                <c:pt idx="607">
                  <c:v>15.02993</c:v>
                </c:pt>
                <c:pt idx="608">
                  <c:v>18.80997</c:v>
                </c:pt>
                <c:pt idx="609">
                  <c:v>6.8373569999999999</c:v>
                </c:pt>
                <c:pt idx="610">
                  <c:v>29.13372</c:v>
                </c:pt>
                <c:pt idx="611">
                  <c:v>28.00967</c:v>
                </c:pt>
                <c:pt idx="612">
                  <c:v>29.152930000000001</c:v>
                </c:pt>
                <c:pt idx="613">
                  <c:v>14.277559999999999</c:v>
                </c:pt>
                <c:pt idx="614">
                  <c:v>23.138069999999999</c:v>
                </c:pt>
                <c:pt idx="615">
                  <c:v>20.730090000000001</c:v>
                </c:pt>
                <c:pt idx="616">
                  <c:v>30.61543</c:v>
                </c:pt>
                <c:pt idx="617">
                  <c:v>19.07582</c:v>
                </c:pt>
                <c:pt idx="618">
                  <c:v>6.4776590000000001</c:v>
                </c:pt>
                <c:pt idx="619">
                  <c:v>16.43683</c:v>
                </c:pt>
                <c:pt idx="620">
                  <c:v>3.490221</c:v>
                </c:pt>
                <c:pt idx="621">
                  <c:v>12.29978</c:v>
                </c:pt>
                <c:pt idx="622">
                  <c:v>24.731310000000001</c:v>
                </c:pt>
                <c:pt idx="623">
                  <c:v>22.391559999999998</c:v>
                </c:pt>
                <c:pt idx="624">
                  <c:v>27.473299999999998</c:v>
                </c:pt>
                <c:pt idx="625">
                  <c:v>34.459319999999998</c:v>
                </c:pt>
                <c:pt idx="626">
                  <c:v>43.221890000000002</c:v>
                </c:pt>
                <c:pt idx="627">
                  <c:v>43.332070000000002</c:v>
                </c:pt>
                <c:pt idx="628">
                  <c:v>34.840780000000002</c:v>
                </c:pt>
                <c:pt idx="629">
                  <c:v>36.110900000000001</c:v>
                </c:pt>
                <c:pt idx="630">
                  <c:v>28.423480000000001</c:v>
                </c:pt>
                <c:pt idx="631">
                  <c:v>33.056530000000002</c:v>
                </c:pt>
                <c:pt idx="632">
                  <c:v>6.7709250000000001</c:v>
                </c:pt>
                <c:pt idx="633">
                  <c:v>26.14827</c:v>
                </c:pt>
                <c:pt idx="634">
                  <c:v>9.4562600000000003</c:v>
                </c:pt>
                <c:pt idx="635">
                  <c:v>27.19754</c:v>
                </c:pt>
                <c:pt idx="636">
                  <c:v>36.281640000000003</c:v>
                </c:pt>
                <c:pt idx="637">
                  <c:v>7.8459260000000004</c:v>
                </c:pt>
                <c:pt idx="638">
                  <c:v>18.554939999999998</c:v>
                </c:pt>
                <c:pt idx="639">
                  <c:v>1.4563189999999999</c:v>
                </c:pt>
                <c:pt idx="640">
                  <c:v>20.889520000000001</c:v>
                </c:pt>
                <c:pt idx="641">
                  <c:v>32.654620000000001</c:v>
                </c:pt>
                <c:pt idx="642">
                  <c:v>35.195790000000002</c:v>
                </c:pt>
                <c:pt idx="643">
                  <c:v>16.359459999999999</c:v>
                </c:pt>
                <c:pt idx="644">
                  <c:v>35.410670000000003</c:v>
                </c:pt>
                <c:pt idx="645">
                  <c:v>44.637740000000001</c:v>
                </c:pt>
                <c:pt idx="646">
                  <c:v>25.97495</c:v>
                </c:pt>
                <c:pt idx="647">
                  <c:v>23.177009999999999</c:v>
                </c:pt>
                <c:pt idx="648">
                  <c:v>38.264099999999999</c:v>
                </c:pt>
                <c:pt idx="649">
                  <c:v>13.3591</c:v>
                </c:pt>
                <c:pt idx="650">
                  <c:v>4.9992539999999996</c:v>
                </c:pt>
                <c:pt idx="651">
                  <c:v>20.273</c:v>
                </c:pt>
                <c:pt idx="652">
                  <c:v>0.92740999999999996</c:v>
                </c:pt>
                <c:pt idx="653">
                  <c:v>32.93976</c:v>
                </c:pt>
                <c:pt idx="654">
                  <c:v>45.861469999999997</c:v>
                </c:pt>
                <c:pt idx="655">
                  <c:v>9.2611760000000007</c:v>
                </c:pt>
                <c:pt idx="656">
                  <c:v>17.760069999999999</c:v>
                </c:pt>
                <c:pt idx="657">
                  <c:v>6.5600769999999997</c:v>
                </c:pt>
                <c:pt idx="658">
                  <c:v>15.449490000000001</c:v>
                </c:pt>
                <c:pt idx="659">
                  <c:v>24.702030000000001</c:v>
                </c:pt>
                <c:pt idx="660">
                  <c:v>43.113630000000001</c:v>
                </c:pt>
                <c:pt idx="661">
                  <c:v>46.401919999999997</c:v>
                </c:pt>
                <c:pt idx="662">
                  <c:v>39.713830000000002</c:v>
                </c:pt>
                <c:pt idx="663">
                  <c:v>35.983919999999998</c:v>
                </c:pt>
                <c:pt idx="664">
                  <c:v>25.825900000000001</c:v>
                </c:pt>
                <c:pt idx="665">
                  <c:v>39.279449999999997</c:v>
                </c:pt>
                <c:pt idx="666">
                  <c:v>46.473019999999998</c:v>
                </c:pt>
                <c:pt idx="667">
                  <c:v>20.33839</c:v>
                </c:pt>
                <c:pt idx="668">
                  <c:v>22.519079999999999</c:v>
                </c:pt>
                <c:pt idx="669">
                  <c:v>29.898520000000001</c:v>
                </c:pt>
                <c:pt idx="670">
                  <c:v>22.137309999999999</c:v>
                </c:pt>
                <c:pt idx="671">
                  <c:v>16.846270000000001</c:v>
                </c:pt>
                <c:pt idx="672">
                  <c:v>37.987169999999999</c:v>
                </c:pt>
                <c:pt idx="673">
                  <c:v>10.64561</c:v>
                </c:pt>
                <c:pt idx="674">
                  <c:v>16.025580000000001</c:v>
                </c:pt>
                <c:pt idx="675">
                  <c:v>19.483630000000002</c:v>
                </c:pt>
                <c:pt idx="676">
                  <c:v>28.40175</c:v>
                </c:pt>
                <c:pt idx="677">
                  <c:v>11.47312</c:v>
                </c:pt>
                <c:pt idx="678">
                  <c:v>33.467779999999998</c:v>
                </c:pt>
                <c:pt idx="679">
                  <c:v>19.784859999999998</c:v>
                </c:pt>
                <c:pt idx="680">
                  <c:v>25.317820000000001</c:v>
                </c:pt>
                <c:pt idx="681">
                  <c:v>15.423629999999999</c:v>
                </c:pt>
                <c:pt idx="682">
                  <c:v>17.992360000000001</c:v>
                </c:pt>
                <c:pt idx="683">
                  <c:v>40.719279999999998</c:v>
                </c:pt>
                <c:pt idx="684">
                  <c:v>32.574080000000002</c:v>
                </c:pt>
                <c:pt idx="685">
                  <c:v>46.531440000000003</c:v>
                </c:pt>
                <c:pt idx="686">
                  <c:v>30.965810000000001</c:v>
                </c:pt>
                <c:pt idx="687">
                  <c:v>39.133209999999998</c:v>
                </c:pt>
                <c:pt idx="688">
                  <c:v>44.467689999999997</c:v>
                </c:pt>
                <c:pt idx="689">
                  <c:v>31.518550000000001</c:v>
                </c:pt>
                <c:pt idx="690">
                  <c:v>19.927150000000001</c:v>
                </c:pt>
                <c:pt idx="691">
                  <c:v>36.62621</c:v>
                </c:pt>
                <c:pt idx="692">
                  <c:v>25.452249999999999</c:v>
                </c:pt>
                <c:pt idx="693">
                  <c:v>38.582129999999999</c:v>
                </c:pt>
                <c:pt idx="694">
                  <c:v>19.971630000000001</c:v>
                </c:pt>
                <c:pt idx="695">
                  <c:v>26.063320000000001</c:v>
                </c:pt>
                <c:pt idx="696">
                  <c:v>16.661809999999999</c:v>
                </c:pt>
                <c:pt idx="697">
                  <c:v>6.2440899999999999</c:v>
                </c:pt>
                <c:pt idx="698">
                  <c:v>5.8950420000000001</c:v>
                </c:pt>
                <c:pt idx="699">
                  <c:v>15.258699999999999</c:v>
                </c:pt>
                <c:pt idx="700">
                  <c:v>24.49559</c:v>
                </c:pt>
                <c:pt idx="701">
                  <c:v>11.831860000000001</c:v>
                </c:pt>
                <c:pt idx="702">
                  <c:v>12.703189999999999</c:v>
                </c:pt>
                <c:pt idx="703">
                  <c:v>23.108519999999999</c:v>
                </c:pt>
                <c:pt idx="704">
                  <c:v>31.778839999999999</c:v>
                </c:pt>
                <c:pt idx="705">
                  <c:v>41.404110000000003</c:v>
                </c:pt>
                <c:pt idx="706">
                  <c:v>15.58531</c:v>
                </c:pt>
                <c:pt idx="707">
                  <c:v>33.924990000000001</c:v>
                </c:pt>
                <c:pt idx="708">
                  <c:v>30.548190000000002</c:v>
                </c:pt>
                <c:pt idx="709">
                  <c:v>25.085809999999999</c:v>
                </c:pt>
                <c:pt idx="710">
                  <c:v>36.455559999999998</c:v>
                </c:pt>
                <c:pt idx="711">
                  <c:v>31.261019999999998</c:v>
                </c:pt>
                <c:pt idx="712">
                  <c:v>57.200809999999997</c:v>
                </c:pt>
                <c:pt idx="713">
                  <c:v>5.1394380000000002</c:v>
                </c:pt>
                <c:pt idx="714">
                  <c:v>41.629370000000002</c:v>
                </c:pt>
                <c:pt idx="715">
                  <c:v>34.847299999999997</c:v>
                </c:pt>
                <c:pt idx="716">
                  <c:v>31.99858</c:v>
                </c:pt>
                <c:pt idx="717">
                  <c:v>35.696330000000003</c:v>
                </c:pt>
                <c:pt idx="718">
                  <c:v>19.596070000000001</c:v>
                </c:pt>
                <c:pt idx="719">
                  <c:v>28.644400000000001</c:v>
                </c:pt>
                <c:pt idx="720">
                  <c:v>32.475499999999997</c:v>
                </c:pt>
                <c:pt idx="721">
                  <c:v>22.139679999999998</c:v>
                </c:pt>
                <c:pt idx="722">
                  <c:v>17.576750000000001</c:v>
                </c:pt>
                <c:pt idx="723">
                  <c:v>12.97484</c:v>
                </c:pt>
                <c:pt idx="724">
                  <c:v>13.35051</c:v>
                </c:pt>
                <c:pt idx="725">
                  <c:v>19.67991</c:v>
                </c:pt>
                <c:pt idx="726">
                  <c:v>39.628010000000003</c:v>
                </c:pt>
                <c:pt idx="727">
                  <c:v>35.890590000000003</c:v>
                </c:pt>
                <c:pt idx="728">
                  <c:v>33.22052</c:v>
                </c:pt>
                <c:pt idx="729">
                  <c:v>22.24203</c:v>
                </c:pt>
                <c:pt idx="730">
                  <c:v>23.882549999999998</c:v>
                </c:pt>
                <c:pt idx="731">
                  <c:v>35.529890000000002</c:v>
                </c:pt>
                <c:pt idx="732">
                  <c:v>25.82546</c:v>
                </c:pt>
                <c:pt idx="733">
                  <c:v>40.789149999999999</c:v>
                </c:pt>
                <c:pt idx="734">
                  <c:v>35.529890000000002</c:v>
                </c:pt>
                <c:pt idx="735">
                  <c:v>32.179299999999998</c:v>
                </c:pt>
                <c:pt idx="736">
                  <c:v>27.66949</c:v>
                </c:pt>
                <c:pt idx="737">
                  <c:v>10.607049999999999</c:v>
                </c:pt>
                <c:pt idx="738">
                  <c:v>14.708080000000001</c:v>
                </c:pt>
                <c:pt idx="739">
                  <c:v>36.806550000000001</c:v>
                </c:pt>
                <c:pt idx="740">
                  <c:v>31.39706</c:v>
                </c:pt>
                <c:pt idx="741">
                  <c:v>28.902670000000001</c:v>
                </c:pt>
                <c:pt idx="742">
                  <c:v>16.662279999999999</c:v>
                </c:pt>
                <c:pt idx="743">
                  <c:v>27.269069999999999</c:v>
                </c:pt>
                <c:pt idx="744">
                  <c:v>29.034400000000002</c:v>
                </c:pt>
                <c:pt idx="745">
                  <c:v>26.805579999999999</c:v>
                </c:pt>
                <c:pt idx="746">
                  <c:v>8.2855369999999997</c:v>
                </c:pt>
                <c:pt idx="747">
                  <c:v>1.4567460000000001</c:v>
                </c:pt>
                <c:pt idx="748">
                  <c:v>22.393750000000001</c:v>
                </c:pt>
                <c:pt idx="749">
                  <c:v>23.720690000000001</c:v>
                </c:pt>
                <c:pt idx="750">
                  <c:v>35.912750000000003</c:v>
                </c:pt>
                <c:pt idx="751">
                  <c:v>35.697749999999999</c:v>
                </c:pt>
                <c:pt idx="752">
                  <c:v>24.531890000000001</c:v>
                </c:pt>
                <c:pt idx="753">
                  <c:v>37.408990000000003</c:v>
                </c:pt>
                <c:pt idx="754">
                  <c:v>18.689720000000001</c:v>
                </c:pt>
                <c:pt idx="755">
                  <c:v>29.15643</c:v>
                </c:pt>
                <c:pt idx="756">
                  <c:v>40.231250000000003</c:v>
                </c:pt>
                <c:pt idx="757">
                  <c:v>44.048879999999997</c:v>
                </c:pt>
                <c:pt idx="758">
                  <c:v>44.018459999999997</c:v>
                </c:pt>
                <c:pt idx="759">
                  <c:v>24.269629999999999</c:v>
                </c:pt>
                <c:pt idx="760">
                  <c:v>26.805579999999999</c:v>
                </c:pt>
                <c:pt idx="761">
                  <c:v>48.910200000000003</c:v>
                </c:pt>
                <c:pt idx="762">
                  <c:v>38.022649999999999</c:v>
                </c:pt>
                <c:pt idx="763">
                  <c:v>22.60652</c:v>
                </c:pt>
                <c:pt idx="764">
                  <c:v>30.972000000000001</c:v>
                </c:pt>
                <c:pt idx="765">
                  <c:v>12.977029999999999</c:v>
                </c:pt>
                <c:pt idx="766">
                  <c:v>4.5803130000000003</c:v>
                </c:pt>
                <c:pt idx="767">
                  <c:v>26.46472</c:v>
                </c:pt>
                <c:pt idx="768">
                  <c:v>18.938960000000002</c:v>
                </c:pt>
                <c:pt idx="769">
                  <c:v>6.5601710000000004</c:v>
                </c:pt>
                <c:pt idx="770">
                  <c:v>3.5722809999999998</c:v>
                </c:pt>
                <c:pt idx="771">
                  <c:v>17.970420000000001</c:v>
                </c:pt>
                <c:pt idx="772">
                  <c:v>41.024889999999999</c:v>
                </c:pt>
                <c:pt idx="773">
                  <c:v>46.664000000000001</c:v>
                </c:pt>
                <c:pt idx="774">
                  <c:v>30.35849</c:v>
                </c:pt>
                <c:pt idx="775">
                  <c:v>15.88048</c:v>
                </c:pt>
                <c:pt idx="776">
                  <c:v>34.980559999999997</c:v>
                </c:pt>
                <c:pt idx="777">
                  <c:v>30.297409999999999</c:v>
                </c:pt>
                <c:pt idx="778">
                  <c:v>39.542270000000002</c:v>
                </c:pt>
                <c:pt idx="779">
                  <c:v>32.14987</c:v>
                </c:pt>
                <c:pt idx="780">
                  <c:v>29.67249</c:v>
                </c:pt>
                <c:pt idx="781">
                  <c:v>39.447339999999997</c:v>
                </c:pt>
                <c:pt idx="782">
                  <c:v>29.768640000000001</c:v>
                </c:pt>
                <c:pt idx="783">
                  <c:v>48.369320000000002</c:v>
                </c:pt>
                <c:pt idx="784">
                  <c:v>31.311250000000001</c:v>
                </c:pt>
                <c:pt idx="785">
                  <c:v>25.18187</c:v>
                </c:pt>
                <c:pt idx="786">
                  <c:v>31.968520000000002</c:v>
                </c:pt>
                <c:pt idx="787">
                  <c:v>30.45149</c:v>
                </c:pt>
                <c:pt idx="788">
                  <c:v>34.270099999999999</c:v>
                </c:pt>
                <c:pt idx="789">
                  <c:v>12.70556</c:v>
                </c:pt>
                <c:pt idx="790">
                  <c:v>24.82769</c:v>
                </c:pt>
                <c:pt idx="791">
                  <c:v>15.35688</c:v>
                </c:pt>
                <c:pt idx="792">
                  <c:v>1.8543339999999999</c:v>
                </c:pt>
                <c:pt idx="793">
                  <c:v>29.88017</c:v>
                </c:pt>
                <c:pt idx="794">
                  <c:v>31.448329999999999</c:v>
                </c:pt>
                <c:pt idx="795">
                  <c:v>28.745660000000001</c:v>
                </c:pt>
                <c:pt idx="796">
                  <c:v>60.262680000000003</c:v>
                </c:pt>
                <c:pt idx="797">
                  <c:v>42.715420000000002</c:v>
                </c:pt>
                <c:pt idx="798">
                  <c:v>23.51981</c:v>
                </c:pt>
                <c:pt idx="799">
                  <c:v>22.84759</c:v>
                </c:pt>
                <c:pt idx="800">
                  <c:v>38.680059999999997</c:v>
                </c:pt>
                <c:pt idx="801">
                  <c:v>31.534179999999999</c:v>
                </c:pt>
                <c:pt idx="802">
                  <c:v>29.948509999999999</c:v>
                </c:pt>
                <c:pt idx="803">
                  <c:v>22.7988</c:v>
                </c:pt>
                <c:pt idx="804">
                  <c:v>29.948509999999999</c:v>
                </c:pt>
                <c:pt idx="805">
                  <c:v>41.331069999999997</c:v>
                </c:pt>
                <c:pt idx="806">
                  <c:v>45.743920000000003</c:v>
                </c:pt>
                <c:pt idx="807">
                  <c:v>26.558499999999999</c:v>
                </c:pt>
                <c:pt idx="808">
                  <c:v>16.768709999999999</c:v>
                </c:pt>
                <c:pt idx="809">
                  <c:v>7.1175579999999998</c:v>
                </c:pt>
                <c:pt idx="810">
                  <c:v>11.84892</c:v>
                </c:pt>
                <c:pt idx="811">
                  <c:v>38.275410000000001</c:v>
                </c:pt>
                <c:pt idx="812">
                  <c:v>32.763530000000003</c:v>
                </c:pt>
                <c:pt idx="813">
                  <c:v>14.675190000000001</c:v>
                </c:pt>
                <c:pt idx="814">
                  <c:v>26.00863</c:v>
                </c:pt>
                <c:pt idx="815">
                  <c:v>33.122900000000001</c:v>
                </c:pt>
                <c:pt idx="816">
                  <c:v>51.345849999999999</c:v>
                </c:pt>
                <c:pt idx="817">
                  <c:v>21.834800000000001</c:v>
                </c:pt>
                <c:pt idx="818">
                  <c:v>13.315530000000001</c:v>
                </c:pt>
                <c:pt idx="819">
                  <c:v>28.384250000000002</c:v>
                </c:pt>
                <c:pt idx="820">
                  <c:v>49.49897</c:v>
                </c:pt>
                <c:pt idx="821">
                  <c:v>18.839939999999999</c:v>
                </c:pt>
                <c:pt idx="822">
                  <c:v>27.534929999999999</c:v>
                </c:pt>
                <c:pt idx="823">
                  <c:v>40.39716</c:v>
                </c:pt>
                <c:pt idx="824">
                  <c:v>6.7041329999999997</c:v>
                </c:pt>
                <c:pt idx="825">
                  <c:v>40.0107</c:v>
                </c:pt>
                <c:pt idx="826">
                  <c:v>30.56711</c:v>
                </c:pt>
                <c:pt idx="827">
                  <c:v>33.614170000000001</c:v>
                </c:pt>
                <c:pt idx="828">
                  <c:v>34.307580000000002</c:v>
                </c:pt>
                <c:pt idx="829">
                  <c:v>56.84028</c:v>
                </c:pt>
                <c:pt idx="830">
                  <c:v>30.991140000000001</c:v>
                </c:pt>
                <c:pt idx="831">
                  <c:v>32.150440000000003</c:v>
                </c:pt>
                <c:pt idx="832">
                  <c:v>25.334900000000001</c:v>
                </c:pt>
                <c:pt idx="833">
                  <c:v>19.847740000000002</c:v>
                </c:pt>
                <c:pt idx="834">
                  <c:v>44.961669999999998</c:v>
                </c:pt>
                <c:pt idx="835">
                  <c:v>30.040130000000001</c:v>
                </c:pt>
                <c:pt idx="836">
                  <c:v>25.94051</c:v>
                </c:pt>
                <c:pt idx="837">
                  <c:v>26.72458</c:v>
                </c:pt>
                <c:pt idx="838">
                  <c:v>56.168590000000002</c:v>
                </c:pt>
                <c:pt idx="839">
                  <c:v>9.6375659999999996</c:v>
                </c:pt>
                <c:pt idx="840">
                  <c:v>14.556889999999999</c:v>
                </c:pt>
                <c:pt idx="841">
                  <c:v>16.792059999999999</c:v>
                </c:pt>
                <c:pt idx="842">
                  <c:v>45.362969999999997</c:v>
                </c:pt>
                <c:pt idx="843">
                  <c:v>8.1310490000000009</c:v>
                </c:pt>
                <c:pt idx="844">
                  <c:v>27.921489999999999</c:v>
                </c:pt>
                <c:pt idx="845">
                  <c:v>26.194199999999999</c:v>
                </c:pt>
                <c:pt idx="846">
                  <c:v>38.725879999999997</c:v>
                </c:pt>
                <c:pt idx="847">
                  <c:v>21.818449999999999</c:v>
                </c:pt>
                <c:pt idx="848">
                  <c:v>16.89547</c:v>
                </c:pt>
                <c:pt idx="849">
                  <c:v>6.4797180000000001</c:v>
                </c:pt>
                <c:pt idx="850">
                  <c:v>27.978259999999999</c:v>
                </c:pt>
                <c:pt idx="851">
                  <c:v>35.061360000000001</c:v>
                </c:pt>
                <c:pt idx="852">
                  <c:v>40.796050000000001</c:v>
                </c:pt>
                <c:pt idx="853">
                  <c:v>32.462760000000003</c:v>
                </c:pt>
                <c:pt idx="854">
                  <c:v>32.708979999999997</c:v>
                </c:pt>
                <c:pt idx="855">
                  <c:v>35.688189999999999</c:v>
                </c:pt>
                <c:pt idx="856">
                  <c:v>34.65408</c:v>
                </c:pt>
                <c:pt idx="857">
                  <c:v>15.14114</c:v>
                </c:pt>
                <c:pt idx="858">
                  <c:v>11.48681</c:v>
                </c:pt>
                <c:pt idx="859">
                  <c:v>23.279869999999999</c:v>
                </c:pt>
                <c:pt idx="860">
                  <c:v>18.72906</c:v>
                </c:pt>
                <c:pt idx="861">
                  <c:v>41.032049999999998</c:v>
                </c:pt>
                <c:pt idx="862">
                  <c:v>32.943919999999999</c:v>
                </c:pt>
                <c:pt idx="863">
                  <c:v>33.000369999999997</c:v>
                </c:pt>
                <c:pt idx="864">
                  <c:v>27.518129999999999</c:v>
                </c:pt>
                <c:pt idx="865">
                  <c:v>20.314170000000001</c:v>
                </c:pt>
                <c:pt idx="866">
                  <c:v>23.173030000000001</c:v>
                </c:pt>
                <c:pt idx="867">
                  <c:v>41.686430000000001</c:v>
                </c:pt>
                <c:pt idx="868">
                  <c:v>41.028109999999998</c:v>
                </c:pt>
                <c:pt idx="869">
                  <c:v>21.503589999999999</c:v>
                </c:pt>
                <c:pt idx="870">
                  <c:v>32.863880000000002</c:v>
                </c:pt>
                <c:pt idx="871">
                  <c:v>30.221070000000001</c:v>
                </c:pt>
                <c:pt idx="872">
                  <c:v>31.270800000000001</c:v>
                </c:pt>
                <c:pt idx="873">
                  <c:v>29.841470000000001</c:v>
                </c:pt>
                <c:pt idx="874">
                  <c:v>25.445779999999999</c:v>
                </c:pt>
                <c:pt idx="875">
                  <c:v>31.97242</c:v>
                </c:pt>
                <c:pt idx="876">
                  <c:v>28.506229999999999</c:v>
                </c:pt>
                <c:pt idx="877">
                  <c:v>38.543619999999997</c:v>
                </c:pt>
                <c:pt idx="878">
                  <c:v>7.8530239999999996</c:v>
                </c:pt>
                <c:pt idx="879">
                  <c:v>20.570270000000001</c:v>
                </c:pt>
                <c:pt idx="880">
                  <c:v>15.08184</c:v>
                </c:pt>
                <c:pt idx="881">
                  <c:v>14.95829</c:v>
                </c:pt>
                <c:pt idx="882">
                  <c:v>29.843869999999999</c:v>
                </c:pt>
                <c:pt idx="883">
                  <c:v>28.12697</c:v>
                </c:pt>
                <c:pt idx="884">
                  <c:v>53.006349999999998</c:v>
                </c:pt>
                <c:pt idx="885">
                  <c:v>47.245809999999999</c:v>
                </c:pt>
                <c:pt idx="886">
                  <c:v>37.595970000000001</c:v>
                </c:pt>
                <c:pt idx="887">
                  <c:v>36.500399999999999</c:v>
                </c:pt>
                <c:pt idx="888">
                  <c:v>41.16536</c:v>
                </c:pt>
                <c:pt idx="889">
                  <c:v>41.439160000000001</c:v>
                </c:pt>
                <c:pt idx="890">
                  <c:v>30.896180000000001</c:v>
                </c:pt>
                <c:pt idx="891">
                  <c:v>28.223140000000001</c:v>
                </c:pt>
                <c:pt idx="892">
                  <c:v>25.33494</c:v>
                </c:pt>
                <c:pt idx="893">
                  <c:v>41.385840000000002</c:v>
                </c:pt>
                <c:pt idx="894">
                  <c:v>32.314869999999999</c:v>
                </c:pt>
                <c:pt idx="895">
                  <c:v>28.220580000000002</c:v>
                </c:pt>
                <c:pt idx="896">
                  <c:v>51.402380000000001</c:v>
                </c:pt>
                <c:pt idx="897">
                  <c:v>34.281860000000002</c:v>
                </c:pt>
                <c:pt idx="898">
                  <c:v>29.389089999999999</c:v>
                </c:pt>
                <c:pt idx="899">
                  <c:v>15.02116</c:v>
                </c:pt>
                <c:pt idx="900">
                  <c:v>21.451080000000001</c:v>
                </c:pt>
                <c:pt idx="901">
                  <c:v>14.11102</c:v>
                </c:pt>
                <c:pt idx="902">
                  <c:v>23.604500000000002</c:v>
                </c:pt>
                <c:pt idx="903">
                  <c:v>15.61679</c:v>
                </c:pt>
                <c:pt idx="904">
                  <c:v>34.425579999999997</c:v>
                </c:pt>
                <c:pt idx="905">
                  <c:v>28.886890000000001</c:v>
                </c:pt>
                <c:pt idx="906">
                  <c:v>37.613639999999997</c:v>
                </c:pt>
                <c:pt idx="907">
                  <c:v>46.928879999999999</c:v>
                </c:pt>
                <c:pt idx="908">
                  <c:v>38.832320000000003</c:v>
                </c:pt>
                <c:pt idx="909">
                  <c:v>28.94633</c:v>
                </c:pt>
                <c:pt idx="910">
                  <c:v>31.109310000000001</c:v>
                </c:pt>
                <c:pt idx="911">
                  <c:v>41.963430000000002</c:v>
                </c:pt>
                <c:pt idx="912">
                  <c:v>23.371200000000002</c:v>
                </c:pt>
                <c:pt idx="913">
                  <c:v>26.940580000000001</c:v>
                </c:pt>
                <c:pt idx="914">
                  <c:v>40.35848</c:v>
                </c:pt>
                <c:pt idx="915">
                  <c:v>36.893349999999998</c:v>
                </c:pt>
                <c:pt idx="916">
                  <c:v>44.777209999999997</c:v>
                </c:pt>
                <c:pt idx="917">
                  <c:v>36.754019999999997</c:v>
                </c:pt>
                <c:pt idx="918">
                  <c:v>27.317730000000001</c:v>
                </c:pt>
                <c:pt idx="919">
                  <c:v>22.91142</c:v>
                </c:pt>
                <c:pt idx="920">
                  <c:v>23.593910000000001</c:v>
                </c:pt>
                <c:pt idx="921">
                  <c:v>42.848179999999999</c:v>
                </c:pt>
                <c:pt idx="922">
                  <c:v>28.174880000000002</c:v>
                </c:pt>
                <c:pt idx="923">
                  <c:v>21.45112</c:v>
                </c:pt>
                <c:pt idx="924">
                  <c:v>44.593620000000001</c:v>
                </c:pt>
                <c:pt idx="925">
                  <c:v>16.676069999999999</c:v>
                </c:pt>
                <c:pt idx="926">
                  <c:v>32.54757</c:v>
                </c:pt>
                <c:pt idx="927">
                  <c:v>25.117260000000002</c:v>
                </c:pt>
                <c:pt idx="928">
                  <c:v>48.486690000000003</c:v>
                </c:pt>
                <c:pt idx="929">
                  <c:v>34.260129999999997</c:v>
                </c:pt>
                <c:pt idx="930">
                  <c:v>26.693739999999998</c:v>
                </c:pt>
                <c:pt idx="931">
                  <c:v>28.254449999999999</c:v>
                </c:pt>
                <c:pt idx="932">
                  <c:v>39.488280000000003</c:v>
                </c:pt>
                <c:pt idx="933">
                  <c:v>39.328539999999997</c:v>
                </c:pt>
                <c:pt idx="934">
                  <c:v>35.631959999999999</c:v>
                </c:pt>
                <c:pt idx="935">
                  <c:v>33.374949999999998</c:v>
                </c:pt>
                <c:pt idx="936">
                  <c:v>30.951879999999999</c:v>
                </c:pt>
                <c:pt idx="937">
                  <c:v>40.21058</c:v>
                </c:pt>
                <c:pt idx="938">
                  <c:v>27.281040000000001</c:v>
                </c:pt>
                <c:pt idx="939">
                  <c:v>32.573529999999998</c:v>
                </c:pt>
                <c:pt idx="940">
                  <c:v>38.07499</c:v>
                </c:pt>
                <c:pt idx="941">
                  <c:v>25.962610000000002</c:v>
                </c:pt>
                <c:pt idx="942">
                  <c:v>30.123809999999999</c:v>
                </c:pt>
                <c:pt idx="943">
                  <c:v>21.80621</c:v>
                </c:pt>
                <c:pt idx="944">
                  <c:v>35.128140000000002</c:v>
                </c:pt>
                <c:pt idx="945">
                  <c:v>19.72316</c:v>
                </c:pt>
                <c:pt idx="946">
                  <c:v>33.484180000000002</c:v>
                </c:pt>
                <c:pt idx="947">
                  <c:v>44.127130000000001</c:v>
                </c:pt>
                <c:pt idx="948">
                  <c:v>41.075890000000001</c:v>
                </c:pt>
                <c:pt idx="949">
                  <c:v>57.233910000000002</c:v>
                </c:pt>
                <c:pt idx="950">
                  <c:v>30.97335</c:v>
                </c:pt>
                <c:pt idx="951">
                  <c:v>32.119190000000003</c:v>
                </c:pt>
                <c:pt idx="952">
                  <c:v>27.26679</c:v>
                </c:pt>
                <c:pt idx="953">
                  <c:v>34.1875</c:v>
                </c:pt>
                <c:pt idx="954">
                  <c:v>29.721160000000001</c:v>
                </c:pt>
                <c:pt idx="955">
                  <c:v>30.573170000000001</c:v>
                </c:pt>
                <c:pt idx="956">
                  <c:v>33.694420000000001</c:v>
                </c:pt>
                <c:pt idx="957">
                  <c:v>31.041419999999999</c:v>
                </c:pt>
                <c:pt idx="958">
                  <c:v>36.110860000000002</c:v>
                </c:pt>
                <c:pt idx="959">
                  <c:v>39.710680000000004</c:v>
                </c:pt>
                <c:pt idx="960">
                  <c:v>32.119190000000003</c:v>
                </c:pt>
                <c:pt idx="961">
                  <c:v>37.388599999999997</c:v>
                </c:pt>
                <c:pt idx="962">
                  <c:v>32.758679999999998</c:v>
                </c:pt>
                <c:pt idx="963">
                  <c:v>33.699309999999997</c:v>
                </c:pt>
                <c:pt idx="964">
                  <c:v>24.185700000000001</c:v>
                </c:pt>
                <c:pt idx="965">
                  <c:v>35.890810000000002</c:v>
                </c:pt>
                <c:pt idx="966">
                  <c:v>7.6436200000000003</c:v>
                </c:pt>
                <c:pt idx="967">
                  <c:v>29.959050000000001</c:v>
                </c:pt>
                <c:pt idx="968">
                  <c:v>33.671939999999999</c:v>
                </c:pt>
                <c:pt idx="969">
                  <c:v>21.930060000000001</c:v>
                </c:pt>
                <c:pt idx="970">
                  <c:v>9.9573719999999994</c:v>
                </c:pt>
                <c:pt idx="971">
                  <c:v>30.806509999999999</c:v>
                </c:pt>
                <c:pt idx="972">
                  <c:v>37.326259999999998</c:v>
                </c:pt>
                <c:pt idx="973">
                  <c:v>41.152760000000001</c:v>
                </c:pt>
                <c:pt idx="974">
                  <c:v>27.775600000000001</c:v>
                </c:pt>
                <c:pt idx="975">
                  <c:v>24.528690000000001</c:v>
                </c:pt>
                <c:pt idx="976">
                  <c:v>45.104140000000001</c:v>
                </c:pt>
                <c:pt idx="977">
                  <c:v>48.409059999999997</c:v>
                </c:pt>
                <c:pt idx="978">
                  <c:v>30.532440000000001</c:v>
                </c:pt>
                <c:pt idx="979">
                  <c:v>10.0047</c:v>
                </c:pt>
                <c:pt idx="980">
                  <c:v>29.69539</c:v>
                </c:pt>
                <c:pt idx="981">
                  <c:v>34.744500000000002</c:v>
                </c:pt>
                <c:pt idx="982">
                  <c:v>50.178170000000001</c:v>
                </c:pt>
                <c:pt idx="983">
                  <c:v>28.953009999999999</c:v>
                </c:pt>
                <c:pt idx="984">
                  <c:v>40.472340000000003</c:v>
                </c:pt>
                <c:pt idx="985">
                  <c:v>42.648800000000001</c:v>
                </c:pt>
                <c:pt idx="986">
                  <c:v>24.38288</c:v>
                </c:pt>
                <c:pt idx="987">
                  <c:v>12.79252</c:v>
                </c:pt>
                <c:pt idx="988">
                  <c:v>30.731459999999998</c:v>
                </c:pt>
                <c:pt idx="989">
                  <c:v>22.750679999999999</c:v>
                </c:pt>
                <c:pt idx="990">
                  <c:v>29.66536</c:v>
                </c:pt>
                <c:pt idx="991">
                  <c:v>22.482759999999999</c:v>
                </c:pt>
                <c:pt idx="992">
                  <c:v>36.954320000000003</c:v>
                </c:pt>
                <c:pt idx="993">
                  <c:v>42.584449999999997</c:v>
                </c:pt>
                <c:pt idx="994">
                  <c:v>29.562750000000001</c:v>
                </c:pt>
                <c:pt idx="995">
                  <c:v>43.285440000000001</c:v>
                </c:pt>
                <c:pt idx="996">
                  <c:v>33.019179999999999</c:v>
                </c:pt>
                <c:pt idx="997">
                  <c:v>25.239380000000001</c:v>
                </c:pt>
                <c:pt idx="998">
                  <c:v>22.428439999999998</c:v>
                </c:pt>
                <c:pt idx="999">
                  <c:v>36.729390000000002</c:v>
                </c:pt>
                <c:pt idx="1000">
                  <c:v>39.476430000000001</c:v>
                </c:pt>
                <c:pt idx="1001">
                  <c:v>26.062090000000001</c:v>
                </c:pt>
                <c:pt idx="1002">
                  <c:v>19.033860000000001</c:v>
                </c:pt>
                <c:pt idx="1003">
                  <c:v>32.755020000000002</c:v>
                </c:pt>
                <c:pt idx="1004">
                  <c:v>24.198989999999998</c:v>
                </c:pt>
                <c:pt idx="1005">
                  <c:v>11.123710000000001</c:v>
                </c:pt>
                <c:pt idx="1006">
                  <c:v>28.955210000000001</c:v>
                </c:pt>
                <c:pt idx="1007">
                  <c:v>41.330750000000002</c:v>
                </c:pt>
                <c:pt idx="1008">
                  <c:v>37.359499999999997</c:v>
                </c:pt>
                <c:pt idx="1009">
                  <c:v>30.455880000000001</c:v>
                </c:pt>
                <c:pt idx="1010">
                  <c:v>20.524699999999999</c:v>
                </c:pt>
                <c:pt idx="1011">
                  <c:v>36.114750000000001</c:v>
                </c:pt>
                <c:pt idx="1012">
                  <c:v>16.877330000000001</c:v>
                </c:pt>
                <c:pt idx="1013">
                  <c:v>30.411349999999999</c:v>
                </c:pt>
                <c:pt idx="1014">
                  <c:v>37.559460000000001</c:v>
                </c:pt>
                <c:pt idx="1015">
                  <c:v>49.372390000000003</c:v>
                </c:pt>
                <c:pt idx="1016">
                  <c:v>41.182310000000001</c:v>
                </c:pt>
                <c:pt idx="1017">
                  <c:v>37.135849999999998</c:v>
                </c:pt>
                <c:pt idx="1018">
                  <c:v>33.92022</c:v>
                </c:pt>
                <c:pt idx="1019">
                  <c:v>21.327909999999999</c:v>
                </c:pt>
                <c:pt idx="1020">
                  <c:v>33.488430000000001</c:v>
                </c:pt>
                <c:pt idx="1021">
                  <c:v>18.506689999999999</c:v>
                </c:pt>
                <c:pt idx="1022">
                  <c:v>33.486339999999998</c:v>
                </c:pt>
                <c:pt idx="1023">
                  <c:v>36.043329999999997</c:v>
                </c:pt>
                <c:pt idx="1024">
                  <c:v>26.71838</c:v>
                </c:pt>
                <c:pt idx="1025">
                  <c:v>40.522829999999999</c:v>
                </c:pt>
                <c:pt idx="1026">
                  <c:v>14.56052</c:v>
                </c:pt>
                <c:pt idx="1027">
                  <c:v>36.873130000000003</c:v>
                </c:pt>
                <c:pt idx="1028">
                  <c:v>37.785240000000002</c:v>
                </c:pt>
                <c:pt idx="1029">
                  <c:v>31.663139999999999</c:v>
                </c:pt>
                <c:pt idx="1030">
                  <c:v>39.48321</c:v>
                </c:pt>
                <c:pt idx="1031">
                  <c:v>20.524719999999999</c:v>
                </c:pt>
                <c:pt idx="1032">
                  <c:v>12.76918</c:v>
                </c:pt>
                <c:pt idx="1033">
                  <c:v>9.274896</c:v>
                </c:pt>
                <c:pt idx="1034">
                  <c:v>22.126080000000002</c:v>
                </c:pt>
                <c:pt idx="1035">
                  <c:v>40.745759999999997</c:v>
                </c:pt>
                <c:pt idx="1036">
                  <c:v>19.590720000000001</c:v>
                </c:pt>
                <c:pt idx="1037">
                  <c:v>28.535959999999999</c:v>
                </c:pt>
                <c:pt idx="1038">
                  <c:v>38.477130000000002</c:v>
                </c:pt>
                <c:pt idx="1039">
                  <c:v>35.195050000000002</c:v>
                </c:pt>
                <c:pt idx="1040">
                  <c:v>33.672879999999999</c:v>
                </c:pt>
                <c:pt idx="1041">
                  <c:v>19.603339999999999</c:v>
                </c:pt>
                <c:pt idx="1042">
                  <c:v>33.099800000000002</c:v>
                </c:pt>
                <c:pt idx="1043">
                  <c:v>26.759219999999999</c:v>
                </c:pt>
                <c:pt idx="1044">
                  <c:v>49.558500000000002</c:v>
                </c:pt>
                <c:pt idx="1045">
                  <c:v>39.092979999999997</c:v>
                </c:pt>
                <c:pt idx="1046">
                  <c:v>42.737670000000001</c:v>
                </c:pt>
                <c:pt idx="1047">
                  <c:v>14.26333</c:v>
                </c:pt>
                <c:pt idx="1048">
                  <c:v>35.151150000000001</c:v>
                </c:pt>
                <c:pt idx="1049">
                  <c:v>52.305169999999997</c:v>
                </c:pt>
                <c:pt idx="1050">
                  <c:v>32.219610000000003</c:v>
                </c:pt>
                <c:pt idx="1051">
                  <c:v>43.313740000000003</c:v>
                </c:pt>
                <c:pt idx="1052">
                  <c:v>5.65869</c:v>
                </c:pt>
                <c:pt idx="1053">
                  <c:v>26.96387</c:v>
                </c:pt>
                <c:pt idx="1054">
                  <c:v>30.272020000000001</c:v>
                </c:pt>
                <c:pt idx="1055">
                  <c:v>43.536709999999999</c:v>
                </c:pt>
                <c:pt idx="1056">
                  <c:v>26.5473</c:v>
                </c:pt>
                <c:pt idx="1057">
                  <c:v>28.98358</c:v>
                </c:pt>
                <c:pt idx="1058">
                  <c:v>21.566020000000002</c:v>
                </c:pt>
                <c:pt idx="1059">
                  <c:v>14.27872</c:v>
                </c:pt>
                <c:pt idx="1060">
                  <c:v>26.777699999999999</c:v>
                </c:pt>
                <c:pt idx="1061">
                  <c:v>22.99765</c:v>
                </c:pt>
                <c:pt idx="1062">
                  <c:v>18.6694</c:v>
                </c:pt>
                <c:pt idx="1063">
                  <c:v>29.4497</c:v>
                </c:pt>
                <c:pt idx="1064">
                  <c:v>37.898739999999997</c:v>
                </c:pt>
                <c:pt idx="1065">
                  <c:v>37.202449999999999</c:v>
                </c:pt>
                <c:pt idx="1066">
                  <c:v>40.15822</c:v>
                </c:pt>
                <c:pt idx="1067">
                  <c:v>35.803870000000003</c:v>
                </c:pt>
                <c:pt idx="1068">
                  <c:v>26.882709999999999</c:v>
                </c:pt>
                <c:pt idx="1069">
                  <c:v>44.164140000000003</c:v>
                </c:pt>
                <c:pt idx="1070">
                  <c:v>25.405799999999999</c:v>
                </c:pt>
                <c:pt idx="1071">
                  <c:v>27.930129999999998</c:v>
                </c:pt>
                <c:pt idx="1072">
                  <c:v>31.971060000000001</c:v>
                </c:pt>
                <c:pt idx="1073">
                  <c:v>37.224220000000003</c:v>
                </c:pt>
                <c:pt idx="1074">
                  <c:v>30.464639999999999</c:v>
                </c:pt>
                <c:pt idx="1075">
                  <c:v>44.692360000000001</c:v>
                </c:pt>
                <c:pt idx="1076">
                  <c:v>19.35162</c:v>
                </c:pt>
                <c:pt idx="1077">
                  <c:v>27.919060000000002</c:v>
                </c:pt>
                <c:pt idx="1078">
                  <c:v>36.207799999999999</c:v>
                </c:pt>
                <c:pt idx="1079">
                  <c:v>1.123262</c:v>
                </c:pt>
                <c:pt idx="1080">
                  <c:v>26.57771</c:v>
                </c:pt>
                <c:pt idx="1081">
                  <c:v>23.852930000000001</c:v>
                </c:pt>
                <c:pt idx="1082">
                  <c:v>29.36159</c:v>
                </c:pt>
                <c:pt idx="1083">
                  <c:v>25.984500000000001</c:v>
                </c:pt>
                <c:pt idx="1084">
                  <c:v>31.918780000000002</c:v>
                </c:pt>
                <c:pt idx="1085">
                  <c:v>20.604790000000001</c:v>
                </c:pt>
                <c:pt idx="1086">
                  <c:v>48.024149999999999</c:v>
                </c:pt>
                <c:pt idx="1087">
                  <c:v>38.181899999999999</c:v>
                </c:pt>
                <c:pt idx="1088">
                  <c:v>35.499600000000001</c:v>
                </c:pt>
                <c:pt idx="1089">
                  <c:v>22.404669999999999</c:v>
                </c:pt>
                <c:pt idx="1090">
                  <c:v>20.604790000000001</c:v>
                </c:pt>
                <c:pt idx="1091">
                  <c:v>29.007709999999999</c:v>
                </c:pt>
                <c:pt idx="1092">
                  <c:v>35.420389999999998</c:v>
                </c:pt>
                <c:pt idx="1093">
                  <c:v>40.015689999999999</c:v>
                </c:pt>
                <c:pt idx="1094">
                  <c:v>24.82619</c:v>
                </c:pt>
                <c:pt idx="1095">
                  <c:v>39.740859999999998</c:v>
                </c:pt>
                <c:pt idx="1096">
                  <c:v>16.683450000000001</c:v>
                </c:pt>
                <c:pt idx="1097">
                  <c:v>37.21293</c:v>
                </c:pt>
                <c:pt idx="1098">
                  <c:v>18.80414</c:v>
                </c:pt>
                <c:pt idx="1099">
                  <c:v>45.993630000000003</c:v>
                </c:pt>
                <c:pt idx="1100">
                  <c:v>39.139429999999997</c:v>
                </c:pt>
                <c:pt idx="1101">
                  <c:v>37.264789999999998</c:v>
                </c:pt>
                <c:pt idx="1102">
                  <c:v>32.662750000000003</c:v>
                </c:pt>
                <c:pt idx="1103">
                  <c:v>32.495649999999998</c:v>
                </c:pt>
                <c:pt idx="1104">
                  <c:v>29.164829999999998</c:v>
                </c:pt>
                <c:pt idx="1105">
                  <c:v>45.203330000000001</c:v>
                </c:pt>
                <c:pt idx="1106">
                  <c:v>35.171480000000003</c:v>
                </c:pt>
                <c:pt idx="1107">
                  <c:v>28.569179999999999</c:v>
                </c:pt>
                <c:pt idx="1108">
                  <c:v>22.000769999999999</c:v>
                </c:pt>
                <c:pt idx="1109">
                  <c:v>26.044920000000001</c:v>
                </c:pt>
                <c:pt idx="1110">
                  <c:v>40.565249999999999</c:v>
                </c:pt>
                <c:pt idx="1111">
                  <c:v>3.7047919999999999</c:v>
                </c:pt>
                <c:pt idx="1112">
                  <c:v>19.2334</c:v>
                </c:pt>
                <c:pt idx="1113">
                  <c:v>31.597180000000002</c:v>
                </c:pt>
                <c:pt idx="1114">
                  <c:v>10.017799999999999</c:v>
                </c:pt>
                <c:pt idx="1115">
                  <c:v>21.169589999999999</c:v>
                </c:pt>
                <c:pt idx="1116">
                  <c:v>23.944310000000002</c:v>
                </c:pt>
                <c:pt idx="1117">
                  <c:v>40.315829999999998</c:v>
                </c:pt>
                <c:pt idx="1118">
                  <c:v>41.140639999999998</c:v>
                </c:pt>
                <c:pt idx="1119">
                  <c:v>20.006810000000002</c:v>
                </c:pt>
                <c:pt idx="1120">
                  <c:v>32.222850000000001</c:v>
                </c:pt>
                <c:pt idx="1121">
                  <c:v>33.71808</c:v>
                </c:pt>
                <c:pt idx="1122">
                  <c:v>35.954039999999999</c:v>
                </c:pt>
                <c:pt idx="1123">
                  <c:v>20.136009999999999</c:v>
                </c:pt>
                <c:pt idx="1124">
                  <c:v>34.548879999999997</c:v>
                </c:pt>
                <c:pt idx="1125">
                  <c:v>28.415569999999999</c:v>
                </c:pt>
                <c:pt idx="1126">
                  <c:v>18.804189999999998</c:v>
                </c:pt>
                <c:pt idx="1127">
                  <c:v>5.9003009999999998</c:v>
                </c:pt>
                <c:pt idx="1128">
                  <c:v>33.101759999999999</c:v>
                </c:pt>
                <c:pt idx="1129">
                  <c:v>23.206659999999999</c:v>
                </c:pt>
                <c:pt idx="1130">
                  <c:v>29.373419999999999</c:v>
                </c:pt>
                <c:pt idx="1131">
                  <c:v>46.426920000000003</c:v>
                </c:pt>
                <c:pt idx="1132">
                  <c:v>22.056319999999999</c:v>
                </c:pt>
                <c:pt idx="1133">
                  <c:v>38.834609999999998</c:v>
                </c:pt>
                <c:pt idx="1134">
                  <c:v>23.99173</c:v>
                </c:pt>
                <c:pt idx="1135">
                  <c:v>31.546050000000001</c:v>
                </c:pt>
                <c:pt idx="1136">
                  <c:v>33.023150000000001</c:v>
                </c:pt>
                <c:pt idx="1137">
                  <c:v>23.964369999999999</c:v>
                </c:pt>
                <c:pt idx="1138">
                  <c:v>24.64096</c:v>
                </c:pt>
                <c:pt idx="1139">
                  <c:v>27.32705</c:v>
                </c:pt>
                <c:pt idx="1140">
                  <c:v>18.10256</c:v>
                </c:pt>
                <c:pt idx="1141">
                  <c:v>22.5031</c:v>
                </c:pt>
                <c:pt idx="1142">
                  <c:v>36.682290000000002</c:v>
                </c:pt>
                <c:pt idx="1143">
                  <c:v>5.9013559999999998</c:v>
                </c:pt>
                <c:pt idx="1144">
                  <c:v>30.838979999999999</c:v>
                </c:pt>
                <c:pt idx="1145">
                  <c:v>10.096579999999999</c:v>
                </c:pt>
                <c:pt idx="1146">
                  <c:v>28.25356</c:v>
                </c:pt>
                <c:pt idx="1147">
                  <c:v>0</c:v>
                </c:pt>
              </c:numCache>
            </c:numRef>
          </c:yVal>
          <c:smooth val="0"/>
          <c:extLst>
            <c:ext xmlns:c16="http://schemas.microsoft.com/office/drawing/2014/chart" uri="{C3380CC4-5D6E-409C-BE32-E72D297353CC}">
              <c16:uniqueId val="{00000001-449B-4268-B2C8-53E812140A27}"/>
            </c:ext>
          </c:extLst>
        </c:ser>
        <c:dLbls>
          <c:showLegendKey val="0"/>
          <c:showVal val="0"/>
          <c:showCatName val="0"/>
          <c:showSerName val="0"/>
          <c:showPercent val="0"/>
          <c:showBubbleSize val="0"/>
        </c:dLbls>
        <c:axId val="1947006287"/>
        <c:axId val="2084344975"/>
      </c:scatterChart>
      <c:valAx>
        <c:axId val="2084344975"/>
        <c:scaling>
          <c:orientation val="minMax"/>
        </c:scaling>
        <c:delete val="0"/>
        <c:axPos val="l"/>
        <c:majorGridlines>
          <c:spPr>
            <a:ln w="9528" cap="flat" cmpd="sng" algn="ctr">
              <a:solidFill>
                <a:srgbClr val="D9D9D9"/>
              </a:solidFill>
              <a:prstDash val="solid"/>
              <a:round/>
            </a:ln>
            <a:effectLst/>
          </c:spPr>
        </c:majorGridlines>
        <c:title>
          <c:tx>
            <c:rich>
              <a:bodyPr rot="-540000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r>
                  <a:rPr lang="en-GB" sz="1400" b="1" i="0" u="none" strike="noStrike" kern="1200" cap="none" spc="0" baseline="0">
                    <a:solidFill>
                      <a:srgbClr val="595959"/>
                    </a:solidFill>
                    <a:uFillTx/>
                    <a:latin typeface="Calibri"/>
                  </a:rPr>
                  <a:t>Slope</a:t>
                </a:r>
              </a:p>
            </c:rich>
          </c:tx>
          <c:overlay val="0"/>
          <c:spPr>
            <a:noFill/>
            <a:ln>
              <a:noFill/>
            </a:ln>
            <a:effectLst/>
          </c:spPr>
          <c:txPr>
            <a:bodyPr rot="-540000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endParaRPr lang="en-PK"/>
            </a:p>
          </c:txPr>
        </c:title>
        <c:numFmt formatCode="0.0" sourceLinked="1"/>
        <c:majorTickMark val="none"/>
        <c:minorTickMark val="none"/>
        <c:tickLblPos val="nextTo"/>
        <c:spPr>
          <a:noFill/>
          <a:ln w="9528" cap="flat" cmpd="sng" algn="ctr">
            <a:solidFill>
              <a:srgbClr val="BFBFBF"/>
            </a:solidFill>
            <a:prstDash val="solid"/>
            <a:round/>
          </a:ln>
          <a:effectLst/>
        </c:spPr>
        <c:txPr>
          <a:bodyPr rot="-60000000" spcFirstLastPara="1" vertOverflow="ellipsis" vert="horz" wrap="square" lIns="0" tIns="0" rIns="0" bIns="0" anchor="ctr" anchorCtr="1"/>
          <a:lstStyle/>
          <a:p>
            <a:pPr marL="0" marR="0" indent="0" defTabSz="914400" fontAlgn="auto" hangingPunct="1">
              <a:lnSpc>
                <a:spcPct val="100000"/>
              </a:lnSpc>
              <a:spcBef>
                <a:spcPts val="0"/>
              </a:spcBef>
              <a:spcAft>
                <a:spcPts val="0"/>
              </a:spcAft>
              <a:tabLst/>
              <a:defRPr lang="en-US" sz="1400" b="0" i="0" u="none" strike="noStrike" kern="1200" baseline="0">
                <a:solidFill>
                  <a:srgbClr val="595959"/>
                </a:solidFill>
                <a:latin typeface="Calibri"/>
                <a:ea typeface="+mn-ea"/>
                <a:cs typeface="+mn-cs"/>
              </a:defRPr>
            </a:pPr>
            <a:endParaRPr lang="en-PK"/>
          </a:p>
        </c:txPr>
        <c:crossAx val="1947006287"/>
        <c:crosses val="autoZero"/>
        <c:crossBetween val="midCat"/>
      </c:valAx>
      <c:valAx>
        <c:axId val="1947006287"/>
        <c:scaling>
          <c:orientation val="minMax"/>
          <c:max val="40"/>
          <c:min val="15"/>
        </c:scaling>
        <c:delete val="0"/>
        <c:axPos val="b"/>
        <c:majorGridlines>
          <c:spPr>
            <a:ln w="9528" cap="flat" cmpd="sng" algn="ctr">
              <a:solidFill>
                <a:srgbClr val="D9D9D9"/>
              </a:solidFill>
              <a:prstDash val="solid"/>
              <a:round/>
            </a:ln>
            <a:effectLst/>
          </c:spPr>
        </c:majorGridlines>
        <c:title>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r>
                  <a:rPr lang="en-GB" sz="1400" b="1" i="0" u="none" strike="noStrike" kern="1200" cap="none" spc="0" baseline="0">
                    <a:solidFill>
                      <a:srgbClr val="595959"/>
                    </a:solidFill>
                    <a:uFillTx/>
                    <a:latin typeface="Calibri"/>
                  </a:rPr>
                  <a:t>LST</a:t>
                </a:r>
              </a:p>
            </c:rich>
          </c:tx>
          <c:overlay val="0"/>
          <c:spPr>
            <a:noFill/>
            <a:ln>
              <a:noFill/>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endParaRPr lang="en-PK"/>
            </a:p>
          </c:txPr>
        </c:title>
        <c:numFmt formatCode="0.0" sourceLinked="1"/>
        <c:majorTickMark val="none"/>
        <c:minorTickMark val="none"/>
        <c:tickLblPos val="nextTo"/>
        <c:spPr>
          <a:noFill/>
          <a:ln w="9528" cap="flat" cmpd="sng" algn="ctr">
            <a:solidFill>
              <a:srgbClr val="BFBFBF"/>
            </a:solidFill>
            <a:prstDash val="solid"/>
            <a:round/>
          </a:ln>
          <a:effectLst/>
        </c:spPr>
        <c:txPr>
          <a:bodyPr rot="-60000000" spcFirstLastPara="1" vertOverflow="ellipsis" vert="horz" wrap="square" lIns="0" tIns="0" rIns="0" bIns="0" anchor="ctr" anchorCtr="1"/>
          <a:lstStyle/>
          <a:p>
            <a:pPr marL="0" marR="0" indent="0" defTabSz="914400" fontAlgn="auto" hangingPunct="1">
              <a:lnSpc>
                <a:spcPct val="100000"/>
              </a:lnSpc>
              <a:spcBef>
                <a:spcPts val="0"/>
              </a:spcBef>
              <a:spcAft>
                <a:spcPts val="0"/>
              </a:spcAft>
              <a:tabLst/>
              <a:defRPr lang="en-US" sz="1400" b="0" i="0" u="none" strike="noStrike" kern="1200" baseline="0">
                <a:solidFill>
                  <a:srgbClr val="595959"/>
                </a:solidFill>
                <a:latin typeface="Calibri"/>
                <a:ea typeface="+mn-ea"/>
                <a:cs typeface="+mn-cs"/>
              </a:defRPr>
            </a:pPr>
            <a:endParaRPr lang="en-PK"/>
          </a:p>
        </c:txPr>
        <c:crossAx val="2084344975"/>
        <c:crosses val="autoZero"/>
        <c:crossBetween val="midCat"/>
      </c:valAx>
      <c:spPr>
        <a:noFill/>
        <a:ln w="12701">
          <a:solidFill>
            <a:srgbClr val="BFBFBF"/>
          </a:solidFill>
          <a:prstDash val="solid"/>
        </a:ln>
        <a:effectLst/>
      </c:spPr>
    </c:plotArea>
    <c:plotVisOnly val="1"/>
    <c:dispBlanksAs val="gap"/>
    <c:showDLblsOverMax val="0"/>
  </c:chart>
  <c:spPr>
    <a:solidFill>
      <a:srgbClr val="FFFFFF"/>
    </a:solidFill>
    <a:ln w="9528" cap="flat" cmpd="sng" algn="ctr">
      <a:solidFill>
        <a:schemeClr val="tx1"/>
      </a:solidFill>
      <a:prstDash val="solid"/>
      <a:round/>
    </a:ln>
    <a:effectLst/>
  </c:spPr>
  <c:txPr>
    <a:bodyPr lIns="0" tIns="0" rIns="0" bIns="0"/>
    <a:lstStyle/>
    <a:p>
      <a:pPr marL="0" marR="0" indent="0" defTabSz="914400" fontAlgn="auto" hangingPunct="1">
        <a:lnSpc>
          <a:spcPct val="100000"/>
        </a:lnSpc>
        <a:spcBef>
          <a:spcPts val="0"/>
        </a:spcBef>
        <a:spcAft>
          <a:spcPts val="0"/>
        </a:spcAft>
        <a:tabLst/>
        <a:defRPr lang="en-US" sz="1400" b="0" i="0" u="none" strike="noStrike" kern="1200" baseline="0">
          <a:solidFill>
            <a:srgbClr val="000000"/>
          </a:solidFill>
          <a:latin typeface="Calibri"/>
        </a:defRPr>
      </a:pPr>
      <a:endParaRPr lang="en-PK"/>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600" b="1" i="0" u="none" strike="noStrike" kern="1200" spc="0" baseline="0">
                <a:solidFill>
                  <a:srgbClr val="595959"/>
                </a:solidFill>
                <a:latin typeface="Calibri"/>
                <a:ea typeface="+mn-ea"/>
                <a:cs typeface="+mn-cs"/>
              </a:defRPr>
            </a:pPr>
            <a:r>
              <a:rPr lang="en-GB" sz="1600" b="1" i="0" u="none" strike="noStrike" kern="1200" cap="none" spc="0" baseline="0">
                <a:solidFill>
                  <a:srgbClr val="595959"/>
                </a:solidFill>
                <a:uFillTx/>
                <a:latin typeface="Calibri"/>
              </a:rPr>
              <a:t>Relationship betweenLST and Aspect</a:t>
            </a:r>
          </a:p>
        </c:rich>
      </c:tx>
      <c:overlay val="0"/>
      <c:spPr>
        <a:noFill/>
        <a:ln>
          <a:noFill/>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600" b="1" i="0" u="none" strike="noStrike" kern="1200" spc="0" baseline="0">
              <a:solidFill>
                <a:srgbClr val="595959"/>
              </a:solidFill>
              <a:latin typeface="Calibri"/>
              <a:ea typeface="+mn-ea"/>
              <a:cs typeface="+mn-cs"/>
            </a:defRPr>
          </a:pPr>
          <a:endParaRPr lang="en-PK"/>
        </a:p>
      </c:txPr>
    </c:title>
    <c:autoTitleDeleted val="0"/>
    <c:plotArea>
      <c:layout/>
      <c:scatterChart>
        <c:scatterStyle val="lineMarker"/>
        <c:varyColors val="0"/>
        <c:ser>
          <c:idx val="0"/>
          <c:order val="0"/>
          <c:tx>
            <c:strRef>
              <c:f>Topography!$B$1</c:f>
              <c:strCache>
                <c:ptCount val="1"/>
                <c:pt idx="0">
                  <c:v>Aspect</c:v>
                </c:pt>
              </c:strCache>
            </c:strRef>
          </c:tx>
          <c:spPr>
            <a:ln w="19050" cap="rnd" cmpd="sng" algn="ctr">
              <a:noFill/>
              <a:prstDash val="solid"/>
              <a:round/>
            </a:ln>
            <a:effectLst/>
          </c:spPr>
          <c:marker>
            <c:symbol val="circle"/>
            <c:size val="5"/>
            <c:spPr>
              <a:solidFill>
                <a:schemeClr val="dk1">
                  <a:tint val="88500"/>
                </a:schemeClr>
              </a:solidFill>
              <a:ln w="6350" cap="flat" cmpd="sng" algn="ctr">
                <a:solidFill>
                  <a:schemeClr val="dk1">
                    <a:tint val="88500"/>
                  </a:schemeClr>
                </a:solidFill>
                <a:prstDash val="solid"/>
                <a:round/>
              </a:ln>
              <a:effectLst/>
            </c:spPr>
          </c:marker>
          <c:trendline>
            <c:spPr>
              <a:ln w="19046" cap="rnd" cmpd="sng" algn="ctr">
                <a:solidFill>
                  <a:srgbClr val="000000"/>
                </a:solidFill>
                <a:custDash>
                  <a:ds d="200000" sp="0"/>
                </a:custDash>
                <a:round/>
              </a:ln>
              <a:effectLst/>
            </c:spPr>
            <c:trendlineType val="linear"/>
            <c:dispRSqr val="1"/>
            <c:dispEq val="1"/>
            <c:trendlineLbl>
              <c:layout>
                <c:manualLayout>
                  <c:x val="-0.68872789833232873"/>
                  <c:y val="0.32695547945205478"/>
                </c:manualLayout>
              </c:layout>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900" b="0" i="0" u="none" strike="noStrike" kern="1200" baseline="0">
                        <a:solidFill>
                          <a:srgbClr val="595959"/>
                        </a:solidFill>
                        <a:latin typeface="Calibri"/>
                        <a:ea typeface="+mn-ea"/>
                        <a:cs typeface="+mn-cs"/>
                      </a:defRPr>
                    </a:pPr>
                    <a:r>
                      <a:rPr lang="en-US" sz="900" b="0" i="0" u="none" strike="noStrike" kern="1200" cap="none" spc="0" baseline="0">
                        <a:solidFill>
                          <a:srgbClr val="595959"/>
                        </a:solidFill>
                        <a:uFillTx/>
                        <a:latin typeface="Calibri"/>
                      </a:rPr>
                      <a:t>y = -7.0261x + 395.09</a:t>
                    </a:r>
                    <a:br>
                      <a:rPr lang="en-US" sz="900" b="0" i="0" u="none" strike="noStrike" kern="1200" cap="none" spc="0" baseline="0">
                        <a:solidFill>
                          <a:srgbClr val="595959"/>
                        </a:solidFill>
                        <a:uFillTx/>
                        <a:latin typeface="Calibri"/>
                      </a:rPr>
                    </a:br>
                    <a:r>
                      <a:rPr lang="en-US" sz="900" b="0" i="0" u="none" strike="noStrike" kern="1200" cap="none" spc="0" baseline="0">
                        <a:solidFill>
                          <a:srgbClr val="595959"/>
                        </a:solidFill>
                        <a:uFillTx/>
                        <a:latin typeface="Calibri"/>
                      </a:rPr>
                      <a:t>R² = 0.401</a:t>
                    </a:r>
                  </a:p>
                </c:rich>
              </c:tx>
              <c:numFmt formatCode="General" sourceLinked="0"/>
              <c:spPr>
                <a:solidFill>
                  <a:srgbClr val="FFFFFF"/>
                </a:solidFill>
                <a:ln w="9528">
                  <a:solidFill>
                    <a:srgbClr val="BFBFBF"/>
                  </a:solidFill>
                  <a:prstDash val="solid"/>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900" b="0" i="0" u="none" strike="noStrike" kern="1200" baseline="0">
                      <a:solidFill>
                        <a:srgbClr val="595959"/>
                      </a:solidFill>
                      <a:latin typeface="Calibri"/>
                      <a:ea typeface="+mn-ea"/>
                      <a:cs typeface="+mn-cs"/>
                    </a:defRPr>
                  </a:pPr>
                  <a:endParaRPr lang="en-PK"/>
                </a:p>
              </c:txPr>
            </c:trendlineLbl>
          </c:trendline>
          <c:xVal>
            <c:numRef>
              <c:f>Topography!$A$2:$A$1149</c:f>
              <c:numCache>
                <c:formatCode>0.0</c:formatCode>
                <c:ptCount val="1148"/>
                <c:pt idx="0">
                  <c:v>23.096071999999999</c:v>
                </c:pt>
                <c:pt idx="1">
                  <c:v>40</c:v>
                </c:pt>
                <c:pt idx="2">
                  <c:v>28.760905999999999</c:v>
                </c:pt>
                <c:pt idx="3">
                  <c:v>27.261009000000001</c:v>
                </c:pt>
                <c:pt idx="4">
                  <c:v>26.670926999999999</c:v>
                </c:pt>
                <c:pt idx="5">
                  <c:v>24.426500000000001</c:v>
                </c:pt>
                <c:pt idx="6">
                  <c:v>26.895399000000001</c:v>
                </c:pt>
                <c:pt idx="7">
                  <c:v>30.927173</c:v>
                </c:pt>
                <c:pt idx="8">
                  <c:v>27.385362000000001</c:v>
                </c:pt>
                <c:pt idx="9">
                  <c:v>25.835466</c:v>
                </c:pt>
                <c:pt idx="10">
                  <c:v>29.640557999999999</c:v>
                </c:pt>
                <c:pt idx="11">
                  <c:v>27.236080999999999</c:v>
                </c:pt>
                <c:pt idx="12">
                  <c:v>28.703662999999999</c:v>
                </c:pt>
                <c:pt idx="13">
                  <c:v>30.569474</c:v>
                </c:pt>
                <c:pt idx="14">
                  <c:v>33.291998</c:v>
                </c:pt>
                <c:pt idx="15">
                  <c:v>30.719045999999999</c:v>
                </c:pt>
                <c:pt idx="16">
                  <c:v>26.6692</c:v>
                </c:pt>
                <c:pt idx="17">
                  <c:v>29.025089999999999</c:v>
                </c:pt>
                <c:pt idx="18">
                  <c:v>29.547906000000001</c:v>
                </c:pt>
                <c:pt idx="19">
                  <c:v>26.764655000000001</c:v>
                </c:pt>
                <c:pt idx="20">
                  <c:v>28.524614</c:v>
                </c:pt>
                <c:pt idx="21">
                  <c:v>27.969474000000002</c:v>
                </c:pt>
                <c:pt idx="22">
                  <c:v>31.938476000000001</c:v>
                </c:pt>
                <c:pt idx="23">
                  <c:v>31.102167000000001</c:v>
                </c:pt>
                <c:pt idx="24">
                  <c:v>27.853117999999998</c:v>
                </c:pt>
                <c:pt idx="25">
                  <c:v>32.760373000000001</c:v>
                </c:pt>
                <c:pt idx="26">
                  <c:v>26.833839999999999</c:v>
                </c:pt>
                <c:pt idx="27">
                  <c:v>29.333725000000001</c:v>
                </c:pt>
                <c:pt idx="28">
                  <c:v>25.843088000000002</c:v>
                </c:pt>
                <c:pt idx="29">
                  <c:v>30.363023999999999</c:v>
                </c:pt>
                <c:pt idx="30">
                  <c:v>29.485681</c:v>
                </c:pt>
                <c:pt idx="31">
                  <c:v>30.062100999999998</c:v>
                </c:pt>
                <c:pt idx="32">
                  <c:v>27.820948999999999</c:v>
                </c:pt>
                <c:pt idx="33">
                  <c:v>28.497197</c:v>
                </c:pt>
                <c:pt idx="34">
                  <c:v>27.933620000000001</c:v>
                </c:pt>
                <c:pt idx="35">
                  <c:v>34.951473999999997</c:v>
                </c:pt>
                <c:pt idx="36">
                  <c:v>33.290627999999998</c:v>
                </c:pt>
                <c:pt idx="37">
                  <c:v>30.385968999999999</c:v>
                </c:pt>
                <c:pt idx="38">
                  <c:v>30.044568999999999</c:v>
                </c:pt>
                <c:pt idx="39">
                  <c:v>31.760629000000002</c:v>
                </c:pt>
                <c:pt idx="40">
                  <c:v>28.334137999999999</c:v>
                </c:pt>
                <c:pt idx="41">
                  <c:v>31.041896999999999</c:v>
                </c:pt>
                <c:pt idx="42">
                  <c:v>30.092559000000001</c:v>
                </c:pt>
                <c:pt idx="43">
                  <c:v>31.840561000000001</c:v>
                </c:pt>
                <c:pt idx="44">
                  <c:v>27.939409999999999</c:v>
                </c:pt>
                <c:pt idx="45">
                  <c:v>28.267868</c:v>
                </c:pt>
                <c:pt idx="46">
                  <c:v>28.846557000000001</c:v>
                </c:pt>
                <c:pt idx="47">
                  <c:v>25.144786</c:v>
                </c:pt>
                <c:pt idx="48">
                  <c:v>26.354624000000001</c:v>
                </c:pt>
                <c:pt idx="49">
                  <c:v>29.707114000000001</c:v>
                </c:pt>
                <c:pt idx="50">
                  <c:v>31.645394</c:v>
                </c:pt>
                <c:pt idx="51">
                  <c:v>28.806781999999998</c:v>
                </c:pt>
                <c:pt idx="52">
                  <c:v>29.774524</c:v>
                </c:pt>
                <c:pt idx="53">
                  <c:v>28.822009000000001</c:v>
                </c:pt>
                <c:pt idx="54">
                  <c:v>31.729700999999999</c:v>
                </c:pt>
                <c:pt idx="55">
                  <c:v>30.989739</c:v>
                </c:pt>
                <c:pt idx="56">
                  <c:v>31.775943000000002</c:v>
                </c:pt>
                <c:pt idx="57">
                  <c:v>34.979030000000002</c:v>
                </c:pt>
                <c:pt idx="58">
                  <c:v>28.864128999999998</c:v>
                </c:pt>
                <c:pt idx="59">
                  <c:v>25.008406999999998</c:v>
                </c:pt>
                <c:pt idx="60">
                  <c:v>27.128219000000001</c:v>
                </c:pt>
                <c:pt idx="61">
                  <c:v>28.413112000000002</c:v>
                </c:pt>
                <c:pt idx="62">
                  <c:v>30.278956000000001</c:v>
                </c:pt>
                <c:pt idx="63">
                  <c:v>34.258808999999999</c:v>
                </c:pt>
                <c:pt idx="64">
                  <c:v>30.495647999999999</c:v>
                </c:pt>
                <c:pt idx="65">
                  <c:v>27.942011000000001</c:v>
                </c:pt>
                <c:pt idx="66">
                  <c:v>30.858086</c:v>
                </c:pt>
                <c:pt idx="67">
                  <c:v>30.123376</c:v>
                </c:pt>
                <c:pt idx="68">
                  <c:v>26.966540999999999</c:v>
                </c:pt>
                <c:pt idx="69">
                  <c:v>31.009602999999998</c:v>
                </c:pt>
                <c:pt idx="70">
                  <c:v>31.516795999999999</c:v>
                </c:pt>
                <c:pt idx="71">
                  <c:v>28.087969999999999</c:v>
                </c:pt>
                <c:pt idx="72">
                  <c:v>29.824769</c:v>
                </c:pt>
                <c:pt idx="73">
                  <c:v>30.418099000000002</c:v>
                </c:pt>
                <c:pt idx="74">
                  <c:v>29.396557999999999</c:v>
                </c:pt>
                <c:pt idx="75">
                  <c:v>30.297832</c:v>
                </c:pt>
                <c:pt idx="76">
                  <c:v>29.403908999999999</c:v>
                </c:pt>
                <c:pt idx="77">
                  <c:v>28.508239</c:v>
                </c:pt>
                <c:pt idx="78">
                  <c:v>31.063030999999999</c:v>
                </c:pt>
                <c:pt idx="79">
                  <c:v>29.780336999999999</c:v>
                </c:pt>
                <c:pt idx="80">
                  <c:v>29.134947</c:v>
                </c:pt>
                <c:pt idx="81">
                  <c:v>29.930381000000001</c:v>
                </c:pt>
                <c:pt idx="82">
                  <c:v>28.418081000000001</c:v>
                </c:pt>
                <c:pt idx="83">
                  <c:v>31.865390000000001</c:v>
                </c:pt>
                <c:pt idx="84">
                  <c:v>29.885131999999999</c:v>
                </c:pt>
                <c:pt idx="85">
                  <c:v>28.276046999999998</c:v>
                </c:pt>
                <c:pt idx="86">
                  <c:v>31.128060000000001</c:v>
                </c:pt>
                <c:pt idx="87">
                  <c:v>33.380740000000003</c:v>
                </c:pt>
                <c:pt idx="88">
                  <c:v>36.477547999999999</c:v>
                </c:pt>
                <c:pt idx="89">
                  <c:v>27.584806</c:v>
                </c:pt>
                <c:pt idx="90">
                  <c:v>30.725006</c:v>
                </c:pt>
                <c:pt idx="91">
                  <c:v>28.451495000000001</c:v>
                </c:pt>
                <c:pt idx="92">
                  <c:v>30.204211999999998</c:v>
                </c:pt>
                <c:pt idx="93">
                  <c:v>29.424294</c:v>
                </c:pt>
                <c:pt idx="94">
                  <c:v>32.316200000000002</c:v>
                </c:pt>
                <c:pt idx="95">
                  <c:v>30.582909000000001</c:v>
                </c:pt>
                <c:pt idx="96">
                  <c:v>30.139880000000002</c:v>
                </c:pt>
                <c:pt idx="97">
                  <c:v>32.507384000000002</c:v>
                </c:pt>
                <c:pt idx="98">
                  <c:v>31.780833999999999</c:v>
                </c:pt>
                <c:pt idx="99">
                  <c:v>27.028362999999999</c:v>
                </c:pt>
                <c:pt idx="100">
                  <c:v>34.168605999999997</c:v>
                </c:pt>
                <c:pt idx="101">
                  <c:v>30.52036</c:v>
                </c:pt>
                <c:pt idx="102">
                  <c:v>30.435473000000002</c:v>
                </c:pt>
                <c:pt idx="103">
                  <c:v>28.946535999999998</c:v>
                </c:pt>
                <c:pt idx="104">
                  <c:v>31.768324</c:v>
                </c:pt>
                <c:pt idx="105">
                  <c:v>30.674647</c:v>
                </c:pt>
                <c:pt idx="106">
                  <c:v>30.979628999999999</c:v>
                </c:pt>
                <c:pt idx="107">
                  <c:v>31.658829000000001</c:v>
                </c:pt>
                <c:pt idx="108">
                  <c:v>31.904608</c:v>
                </c:pt>
                <c:pt idx="109">
                  <c:v>36.400807</c:v>
                </c:pt>
                <c:pt idx="110">
                  <c:v>28.546258999999999</c:v>
                </c:pt>
                <c:pt idx="111">
                  <c:v>28.518014999999998</c:v>
                </c:pt>
                <c:pt idx="112">
                  <c:v>25.763369999999998</c:v>
                </c:pt>
                <c:pt idx="113">
                  <c:v>31.128943</c:v>
                </c:pt>
                <c:pt idx="114">
                  <c:v>28.623235999999999</c:v>
                </c:pt>
                <c:pt idx="115">
                  <c:v>31.847178</c:v>
                </c:pt>
                <c:pt idx="116">
                  <c:v>31.829695999999998</c:v>
                </c:pt>
                <c:pt idx="117">
                  <c:v>31.811836</c:v>
                </c:pt>
                <c:pt idx="118">
                  <c:v>33.268715999999998</c:v>
                </c:pt>
                <c:pt idx="119">
                  <c:v>34.415407000000002</c:v>
                </c:pt>
                <c:pt idx="120">
                  <c:v>35.288103</c:v>
                </c:pt>
                <c:pt idx="121">
                  <c:v>31.688758</c:v>
                </c:pt>
                <c:pt idx="122">
                  <c:v>30.011748999999998</c:v>
                </c:pt>
                <c:pt idx="123">
                  <c:v>26.897791000000002</c:v>
                </c:pt>
                <c:pt idx="124">
                  <c:v>28.090864</c:v>
                </c:pt>
                <c:pt idx="125">
                  <c:v>33.506608</c:v>
                </c:pt>
                <c:pt idx="126">
                  <c:v>30.909375000000001</c:v>
                </c:pt>
                <c:pt idx="127">
                  <c:v>33.149112000000002</c:v>
                </c:pt>
                <c:pt idx="128">
                  <c:v>29.362400000000001</c:v>
                </c:pt>
                <c:pt idx="129">
                  <c:v>32.818300000000001</c:v>
                </c:pt>
                <c:pt idx="130">
                  <c:v>32.201956000000003</c:v>
                </c:pt>
                <c:pt idx="131">
                  <c:v>32.227452</c:v>
                </c:pt>
                <c:pt idx="132">
                  <c:v>29.923860999999999</c:v>
                </c:pt>
                <c:pt idx="133">
                  <c:v>35.028858999999997</c:v>
                </c:pt>
                <c:pt idx="134">
                  <c:v>35.041393999999997</c:v>
                </c:pt>
                <c:pt idx="135">
                  <c:v>34.401091999999998</c:v>
                </c:pt>
                <c:pt idx="136">
                  <c:v>34.394798000000002</c:v>
                </c:pt>
                <c:pt idx="137">
                  <c:v>34.133206000000001</c:v>
                </c:pt>
                <c:pt idx="138">
                  <c:v>32.634484999999998</c:v>
                </c:pt>
                <c:pt idx="139">
                  <c:v>28.256045</c:v>
                </c:pt>
                <c:pt idx="140">
                  <c:v>29.809449999999998</c:v>
                </c:pt>
                <c:pt idx="141">
                  <c:v>27.274432999999998</c:v>
                </c:pt>
                <c:pt idx="142">
                  <c:v>28.443034999999998</c:v>
                </c:pt>
                <c:pt idx="143">
                  <c:v>28.967897000000001</c:v>
                </c:pt>
                <c:pt idx="144">
                  <c:v>32.915351000000001</c:v>
                </c:pt>
                <c:pt idx="145">
                  <c:v>32.723813</c:v>
                </c:pt>
                <c:pt idx="146">
                  <c:v>33.852609000000001</c:v>
                </c:pt>
                <c:pt idx="147">
                  <c:v>32.146410000000003</c:v>
                </c:pt>
                <c:pt idx="148">
                  <c:v>31.147147</c:v>
                </c:pt>
                <c:pt idx="149">
                  <c:v>34.242908999999997</c:v>
                </c:pt>
                <c:pt idx="150">
                  <c:v>30.016594000000001</c:v>
                </c:pt>
                <c:pt idx="151">
                  <c:v>29.257656999999998</c:v>
                </c:pt>
                <c:pt idx="152">
                  <c:v>29.167614</c:v>
                </c:pt>
                <c:pt idx="153">
                  <c:v>28.800962999999999</c:v>
                </c:pt>
                <c:pt idx="154">
                  <c:v>27.675163000000001</c:v>
                </c:pt>
                <c:pt idx="155">
                  <c:v>27.38542</c:v>
                </c:pt>
                <c:pt idx="156">
                  <c:v>26.287866999999999</c:v>
                </c:pt>
                <c:pt idx="157">
                  <c:v>31.221938999999999</c:v>
                </c:pt>
                <c:pt idx="158">
                  <c:v>28.070702000000001</c:v>
                </c:pt>
                <c:pt idx="159">
                  <c:v>29.687010999999998</c:v>
                </c:pt>
                <c:pt idx="160">
                  <c:v>31.140384000000001</c:v>
                </c:pt>
                <c:pt idx="161">
                  <c:v>36.061615000000003</c:v>
                </c:pt>
                <c:pt idx="162">
                  <c:v>32.487050000000004</c:v>
                </c:pt>
                <c:pt idx="163">
                  <c:v>32.319316999999998</c:v>
                </c:pt>
                <c:pt idx="164">
                  <c:v>34.058663000000003</c:v>
                </c:pt>
                <c:pt idx="165">
                  <c:v>27.964767999999999</c:v>
                </c:pt>
                <c:pt idx="166">
                  <c:v>29.581244999999999</c:v>
                </c:pt>
                <c:pt idx="167">
                  <c:v>27.731155000000001</c:v>
                </c:pt>
                <c:pt idx="168">
                  <c:v>27.930447000000001</c:v>
                </c:pt>
                <c:pt idx="169">
                  <c:v>27.240808999999999</c:v>
                </c:pt>
                <c:pt idx="170">
                  <c:v>29.855255</c:v>
                </c:pt>
                <c:pt idx="171">
                  <c:v>26.912751</c:v>
                </c:pt>
                <c:pt idx="172">
                  <c:v>35.739986999999999</c:v>
                </c:pt>
                <c:pt idx="173">
                  <c:v>31.925457999999999</c:v>
                </c:pt>
                <c:pt idx="174">
                  <c:v>30.794177999999999</c:v>
                </c:pt>
                <c:pt idx="175">
                  <c:v>28.324373999999999</c:v>
                </c:pt>
                <c:pt idx="176">
                  <c:v>37.293332999999997</c:v>
                </c:pt>
                <c:pt idx="177">
                  <c:v>33.620944999999999</c:v>
                </c:pt>
                <c:pt idx="178">
                  <c:v>33.561525000000003</c:v>
                </c:pt>
                <c:pt idx="179">
                  <c:v>36.657572999999999</c:v>
                </c:pt>
                <c:pt idx="180">
                  <c:v>29.677610000000001</c:v>
                </c:pt>
                <c:pt idx="181">
                  <c:v>32.085168000000003</c:v>
                </c:pt>
                <c:pt idx="182">
                  <c:v>28.760663000000001</c:v>
                </c:pt>
                <c:pt idx="183">
                  <c:v>29.241858000000001</c:v>
                </c:pt>
                <c:pt idx="184">
                  <c:v>29.365667999999999</c:v>
                </c:pt>
                <c:pt idx="185">
                  <c:v>28.796400999999999</c:v>
                </c:pt>
                <c:pt idx="186">
                  <c:v>29.940128999999999</c:v>
                </c:pt>
                <c:pt idx="187">
                  <c:v>32.278897000000001</c:v>
                </c:pt>
                <c:pt idx="188">
                  <c:v>31.426914</c:v>
                </c:pt>
                <c:pt idx="189">
                  <c:v>31.540206000000001</c:v>
                </c:pt>
                <c:pt idx="190">
                  <c:v>31.504405999999999</c:v>
                </c:pt>
                <c:pt idx="191">
                  <c:v>31.478888999999999</c:v>
                </c:pt>
                <c:pt idx="192">
                  <c:v>28.393422999999999</c:v>
                </c:pt>
                <c:pt idx="193">
                  <c:v>33.048178</c:v>
                </c:pt>
                <c:pt idx="194">
                  <c:v>32.583761000000003</c:v>
                </c:pt>
                <c:pt idx="195">
                  <c:v>28.550798</c:v>
                </c:pt>
                <c:pt idx="196">
                  <c:v>33.469518999999998</c:v>
                </c:pt>
                <c:pt idx="197">
                  <c:v>31.894634</c:v>
                </c:pt>
                <c:pt idx="198">
                  <c:v>27.843351999999999</c:v>
                </c:pt>
                <c:pt idx="199">
                  <c:v>27.518227</c:v>
                </c:pt>
                <c:pt idx="200">
                  <c:v>27.518227</c:v>
                </c:pt>
                <c:pt idx="201">
                  <c:v>24.689709000000001</c:v>
                </c:pt>
                <c:pt idx="202">
                  <c:v>26.836842000000001</c:v>
                </c:pt>
                <c:pt idx="203">
                  <c:v>24.863081000000001</c:v>
                </c:pt>
                <c:pt idx="204">
                  <c:v>27.223547</c:v>
                </c:pt>
                <c:pt idx="205">
                  <c:v>26.856847999999999</c:v>
                </c:pt>
                <c:pt idx="206">
                  <c:v>24.115264</c:v>
                </c:pt>
                <c:pt idx="207">
                  <c:v>25.133925000000001</c:v>
                </c:pt>
                <c:pt idx="208">
                  <c:v>23.547058</c:v>
                </c:pt>
                <c:pt idx="209">
                  <c:v>23.671703999999998</c:v>
                </c:pt>
                <c:pt idx="210">
                  <c:v>22.238613000000001</c:v>
                </c:pt>
                <c:pt idx="211">
                  <c:v>19.932254</c:v>
                </c:pt>
                <c:pt idx="212">
                  <c:v>25.763819999999999</c:v>
                </c:pt>
                <c:pt idx="213">
                  <c:v>23.863892</c:v>
                </c:pt>
                <c:pt idx="214">
                  <c:v>27.937556000000001</c:v>
                </c:pt>
                <c:pt idx="215">
                  <c:v>27.511111</c:v>
                </c:pt>
                <c:pt idx="216">
                  <c:v>25.291405000000001</c:v>
                </c:pt>
                <c:pt idx="217">
                  <c:v>28.832048</c:v>
                </c:pt>
                <c:pt idx="218">
                  <c:v>29.343986999999998</c:v>
                </c:pt>
                <c:pt idx="219">
                  <c:v>28.301317999999998</c:v>
                </c:pt>
                <c:pt idx="220">
                  <c:v>23.967119</c:v>
                </c:pt>
                <c:pt idx="221">
                  <c:v>22.910056999999998</c:v>
                </c:pt>
                <c:pt idx="222">
                  <c:v>22.462375999999999</c:v>
                </c:pt>
                <c:pt idx="223">
                  <c:v>17.773092999999999</c:v>
                </c:pt>
                <c:pt idx="224">
                  <c:v>19.636865</c:v>
                </c:pt>
                <c:pt idx="225">
                  <c:v>27.285890999999999</c:v>
                </c:pt>
                <c:pt idx="226">
                  <c:v>25.882559000000001</c:v>
                </c:pt>
                <c:pt idx="227">
                  <c:v>28.411819000000001</c:v>
                </c:pt>
                <c:pt idx="228">
                  <c:v>26.497823</c:v>
                </c:pt>
                <c:pt idx="229">
                  <c:v>28.353463999999999</c:v>
                </c:pt>
                <c:pt idx="230">
                  <c:v>29.197391</c:v>
                </c:pt>
                <c:pt idx="231">
                  <c:v>26.710965999999999</c:v>
                </c:pt>
                <c:pt idx="232">
                  <c:v>30.393265</c:v>
                </c:pt>
                <c:pt idx="233">
                  <c:v>26.345262999999999</c:v>
                </c:pt>
                <c:pt idx="234">
                  <c:v>26.365275</c:v>
                </c:pt>
                <c:pt idx="235">
                  <c:v>26.632171</c:v>
                </c:pt>
                <c:pt idx="236">
                  <c:v>29.587562999999999</c:v>
                </c:pt>
                <c:pt idx="237">
                  <c:v>27.775604999999999</c:v>
                </c:pt>
                <c:pt idx="238">
                  <c:v>28.518222999999999</c:v>
                </c:pt>
                <c:pt idx="239">
                  <c:v>20.89451</c:v>
                </c:pt>
                <c:pt idx="240">
                  <c:v>28.287213999999999</c:v>
                </c:pt>
                <c:pt idx="241">
                  <c:v>25.938400000000001</c:v>
                </c:pt>
                <c:pt idx="242">
                  <c:v>27.133406999999998</c:v>
                </c:pt>
                <c:pt idx="243">
                  <c:v>27.412821000000001</c:v>
                </c:pt>
                <c:pt idx="244">
                  <c:v>27.951460999999998</c:v>
                </c:pt>
                <c:pt idx="245">
                  <c:v>29.127824</c:v>
                </c:pt>
                <c:pt idx="246">
                  <c:v>27.033978000000001</c:v>
                </c:pt>
                <c:pt idx="247">
                  <c:v>30.113726</c:v>
                </c:pt>
                <c:pt idx="248">
                  <c:v>30.030711</c:v>
                </c:pt>
                <c:pt idx="249">
                  <c:v>29.040913</c:v>
                </c:pt>
                <c:pt idx="250">
                  <c:v>31.855611</c:v>
                </c:pt>
                <c:pt idx="251">
                  <c:v>25.311440000000001</c:v>
                </c:pt>
                <c:pt idx="252">
                  <c:v>24.287227000000001</c:v>
                </c:pt>
                <c:pt idx="253">
                  <c:v>20.697683999999999</c:v>
                </c:pt>
                <c:pt idx="254">
                  <c:v>26.962852999999999</c:v>
                </c:pt>
                <c:pt idx="255">
                  <c:v>29.571439999999999</c:v>
                </c:pt>
                <c:pt idx="256">
                  <c:v>31.923137000000001</c:v>
                </c:pt>
                <c:pt idx="257">
                  <c:v>28.111812</c:v>
                </c:pt>
                <c:pt idx="258">
                  <c:v>27.625243999999999</c:v>
                </c:pt>
                <c:pt idx="259">
                  <c:v>28.093921000000002</c:v>
                </c:pt>
                <c:pt idx="260">
                  <c:v>28.203968</c:v>
                </c:pt>
                <c:pt idx="261">
                  <c:v>24.952105</c:v>
                </c:pt>
                <c:pt idx="262">
                  <c:v>23.807039</c:v>
                </c:pt>
                <c:pt idx="263">
                  <c:v>31.018115999999999</c:v>
                </c:pt>
                <c:pt idx="264">
                  <c:v>24.239035000000001</c:v>
                </c:pt>
                <c:pt idx="265">
                  <c:v>29.008839999999999</c:v>
                </c:pt>
                <c:pt idx="266">
                  <c:v>21.999855</c:v>
                </c:pt>
                <c:pt idx="267">
                  <c:v>30.262374999999999</c:v>
                </c:pt>
                <c:pt idx="268">
                  <c:v>27.468495999999998</c:v>
                </c:pt>
                <c:pt idx="269">
                  <c:v>28.269711000000001</c:v>
                </c:pt>
                <c:pt idx="270">
                  <c:v>27.151951</c:v>
                </c:pt>
                <c:pt idx="271">
                  <c:v>29.777856</c:v>
                </c:pt>
                <c:pt idx="272">
                  <c:v>31.781583000000001</c:v>
                </c:pt>
                <c:pt idx="273">
                  <c:v>30.356408999999999</c:v>
                </c:pt>
                <c:pt idx="274">
                  <c:v>29.598837</c:v>
                </c:pt>
                <c:pt idx="275">
                  <c:v>30.345493999999999</c:v>
                </c:pt>
                <c:pt idx="276">
                  <c:v>24.711969</c:v>
                </c:pt>
                <c:pt idx="277">
                  <c:v>26.014600999999999</c:v>
                </c:pt>
                <c:pt idx="278">
                  <c:v>23.700904000000001</c:v>
                </c:pt>
                <c:pt idx="279">
                  <c:v>27.792293000000001</c:v>
                </c:pt>
                <c:pt idx="280">
                  <c:v>29.398848999999998</c:v>
                </c:pt>
                <c:pt idx="281">
                  <c:v>27.506491</c:v>
                </c:pt>
                <c:pt idx="282">
                  <c:v>25.487556000000001</c:v>
                </c:pt>
                <c:pt idx="283">
                  <c:v>25.691476000000002</c:v>
                </c:pt>
                <c:pt idx="284">
                  <c:v>26.993976</c:v>
                </c:pt>
                <c:pt idx="285">
                  <c:v>27.057818000000001</c:v>
                </c:pt>
                <c:pt idx="286">
                  <c:v>25.009853</c:v>
                </c:pt>
                <c:pt idx="287">
                  <c:v>25.440345000000001</c:v>
                </c:pt>
                <c:pt idx="288">
                  <c:v>23.861899000000001</c:v>
                </c:pt>
                <c:pt idx="289">
                  <c:v>22.994299999999999</c:v>
                </c:pt>
                <c:pt idx="290">
                  <c:v>28.350991</c:v>
                </c:pt>
                <c:pt idx="291">
                  <c:v>27.432485</c:v>
                </c:pt>
                <c:pt idx="292">
                  <c:v>27.295977000000001</c:v>
                </c:pt>
                <c:pt idx="293">
                  <c:v>32.364521000000003</c:v>
                </c:pt>
                <c:pt idx="294">
                  <c:v>28.122342</c:v>
                </c:pt>
                <c:pt idx="295">
                  <c:v>32.904927000000001</c:v>
                </c:pt>
                <c:pt idx="296">
                  <c:v>32.096162</c:v>
                </c:pt>
                <c:pt idx="297">
                  <c:v>30.955386000000001</c:v>
                </c:pt>
                <c:pt idx="298">
                  <c:v>30.571891000000001</c:v>
                </c:pt>
                <c:pt idx="299">
                  <c:v>21.754197999999999</c:v>
                </c:pt>
                <c:pt idx="300">
                  <c:v>27.464448999999998</c:v>
                </c:pt>
                <c:pt idx="301">
                  <c:v>31.383327000000001</c:v>
                </c:pt>
                <c:pt idx="302">
                  <c:v>30.961200000000002</c:v>
                </c:pt>
                <c:pt idx="303">
                  <c:v>31.489704</c:v>
                </c:pt>
                <c:pt idx="304">
                  <c:v>28.278423</c:v>
                </c:pt>
                <c:pt idx="305">
                  <c:v>28.099910999999999</c:v>
                </c:pt>
                <c:pt idx="306">
                  <c:v>26.566072999999999</c:v>
                </c:pt>
                <c:pt idx="307">
                  <c:v>26.130324000000002</c:v>
                </c:pt>
                <c:pt idx="308">
                  <c:v>24.514551000000001</c:v>
                </c:pt>
                <c:pt idx="309">
                  <c:v>30.986325999999998</c:v>
                </c:pt>
                <c:pt idx="310">
                  <c:v>26.986328</c:v>
                </c:pt>
                <c:pt idx="311">
                  <c:v>25.813362999999999</c:v>
                </c:pt>
                <c:pt idx="312">
                  <c:v>33.503363</c:v>
                </c:pt>
                <c:pt idx="313">
                  <c:v>29.683751999999998</c:v>
                </c:pt>
                <c:pt idx="314">
                  <c:v>32.352494999999998</c:v>
                </c:pt>
                <c:pt idx="315">
                  <c:v>29.827935</c:v>
                </c:pt>
                <c:pt idx="316">
                  <c:v>27.481978000000002</c:v>
                </c:pt>
                <c:pt idx="317">
                  <c:v>24.609656000000001</c:v>
                </c:pt>
                <c:pt idx="318">
                  <c:v>24.209517999999999</c:v>
                </c:pt>
                <c:pt idx="319">
                  <c:v>29.942332</c:v>
                </c:pt>
                <c:pt idx="320">
                  <c:v>27.074580999999998</c:v>
                </c:pt>
                <c:pt idx="321">
                  <c:v>26.552287</c:v>
                </c:pt>
                <c:pt idx="322">
                  <c:v>28.603652</c:v>
                </c:pt>
                <c:pt idx="323">
                  <c:v>27.410959999999999</c:v>
                </c:pt>
                <c:pt idx="324">
                  <c:v>26.89461</c:v>
                </c:pt>
                <c:pt idx="325">
                  <c:v>26.359577000000002</c:v>
                </c:pt>
                <c:pt idx="326">
                  <c:v>26.076284999999999</c:v>
                </c:pt>
                <c:pt idx="327">
                  <c:v>23.779094000000001</c:v>
                </c:pt>
                <c:pt idx="328">
                  <c:v>27.387891</c:v>
                </c:pt>
                <c:pt idx="329">
                  <c:v>30.157903999999998</c:v>
                </c:pt>
                <c:pt idx="330">
                  <c:v>28.001418000000001</c:v>
                </c:pt>
                <c:pt idx="331">
                  <c:v>30.455787000000001</c:v>
                </c:pt>
                <c:pt idx="332">
                  <c:v>28.483198999999999</c:v>
                </c:pt>
                <c:pt idx="333">
                  <c:v>29.578512</c:v>
                </c:pt>
                <c:pt idx="334">
                  <c:v>31.739830999999999</c:v>
                </c:pt>
                <c:pt idx="335">
                  <c:v>28.199074</c:v>
                </c:pt>
                <c:pt idx="336">
                  <c:v>27.550864000000001</c:v>
                </c:pt>
                <c:pt idx="337">
                  <c:v>30.199639999999999</c:v>
                </c:pt>
                <c:pt idx="338">
                  <c:v>33.520629999999997</c:v>
                </c:pt>
                <c:pt idx="339">
                  <c:v>29.193669</c:v>
                </c:pt>
                <c:pt idx="340">
                  <c:v>29.093219999999999</c:v>
                </c:pt>
                <c:pt idx="341">
                  <c:v>26.750440000000001</c:v>
                </c:pt>
                <c:pt idx="342">
                  <c:v>32.099294999999998</c:v>
                </c:pt>
                <c:pt idx="343">
                  <c:v>31.911840000000002</c:v>
                </c:pt>
                <c:pt idx="344">
                  <c:v>28.832329000000001</c:v>
                </c:pt>
                <c:pt idx="345">
                  <c:v>25.183619</c:v>
                </c:pt>
                <c:pt idx="346">
                  <c:v>32.145043999999999</c:v>
                </c:pt>
                <c:pt idx="347">
                  <c:v>32.943658999999997</c:v>
                </c:pt>
                <c:pt idx="348">
                  <c:v>31.115846999999999</c:v>
                </c:pt>
                <c:pt idx="349">
                  <c:v>30.728825000000001</c:v>
                </c:pt>
                <c:pt idx="350">
                  <c:v>32.812924000000002</c:v>
                </c:pt>
                <c:pt idx="351">
                  <c:v>27.415451000000001</c:v>
                </c:pt>
                <c:pt idx="352">
                  <c:v>25.347373999999999</c:v>
                </c:pt>
                <c:pt idx="353">
                  <c:v>28.426030999999998</c:v>
                </c:pt>
                <c:pt idx="354">
                  <c:v>26.758165000000002</c:v>
                </c:pt>
                <c:pt idx="355">
                  <c:v>29.628329999999998</c:v>
                </c:pt>
                <c:pt idx="356">
                  <c:v>24.681873</c:v>
                </c:pt>
                <c:pt idx="357">
                  <c:v>23.857305</c:v>
                </c:pt>
                <c:pt idx="358">
                  <c:v>30.007944999999999</c:v>
                </c:pt>
                <c:pt idx="359">
                  <c:v>31.443152000000001</c:v>
                </c:pt>
                <c:pt idx="360">
                  <c:v>28.906196000000001</c:v>
                </c:pt>
                <c:pt idx="361">
                  <c:v>27.071567999999999</c:v>
                </c:pt>
                <c:pt idx="362">
                  <c:v>27.869685</c:v>
                </c:pt>
                <c:pt idx="363">
                  <c:v>27.737811000000001</c:v>
                </c:pt>
                <c:pt idx="364">
                  <c:v>29.775635000000001</c:v>
                </c:pt>
                <c:pt idx="365">
                  <c:v>28.653769</c:v>
                </c:pt>
                <c:pt idx="366">
                  <c:v>28.150044999999999</c:v>
                </c:pt>
                <c:pt idx="367">
                  <c:v>28.824684999999999</c:v>
                </c:pt>
                <c:pt idx="368">
                  <c:v>27.578361000000001</c:v>
                </c:pt>
                <c:pt idx="369">
                  <c:v>35.788504000000003</c:v>
                </c:pt>
                <c:pt idx="370">
                  <c:v>30.297516999999999</c:v>
                </c:pt>
                <c:pt idx="371">
                  <c:v>32.832140000000003</c:v>
                </c:pt>
                <c:pt idx="372">
                  <c:v>30.377051999999999</c:v>
                </c:pt>
                <c:pt idx="373">
                  <c:v>31.155908</c:v>
                </c:pt>
                <c:pt idx="374">
                  <c:v>30.714745000000001</c:v>
                </c:pt>
                <c:pt idx="375">
                  <c:v>29.921485000000001</c:v>
                </c:pt>
                <c:pt idx="376">
                  <c:v>34.376069000000001</c:v>
                </c:pt>
                <c:pt idx="377">
                  <c:v>28.296993000000001</c:v>
                </c:pt>
                <c:pt idx="378">
                  <c:v>28.590205000000001</c:v>
                </c:pt>
                <c:pt idx="379">
                  <c:v>28.936964</c:v>
                </c:pt>
                <c:pt idx="380">
                  <c:v>29.349815</c:v>
                </c:pt>
                <c:pt idx="381">
                  <c:v>29.025708999999999</c:v>
                </c:pt>
                <c:pt idx="382">
                  <c:v>30.648140999999999</c:v>
                </c:pt>
                <c:pt idx="383">
                  <c:v>28.218081000000002</c:v>
                </c:pt>
                <c:pt idx="384">
                  <c:v>31.304680000000001</c:v>
                </c:pt>
                <c:pt idx="385">
                  <c:v>34.108058999999997</c:v>
                </c:pt>
                <c:pt idx="386">
                  <c:v>30.332381000000002</c:v>
                </c:pt>
                <c:pt idx="387">
                  <c:v>32.760424999999998</c:v>
                </c:pt>
                <c:pt idx="388">
                  <c:v>27.771609999999999</c:v>
                </c:pt>
                <c:pt idx="389">
                  <c:v>32.254702000000002</c:v>
                </c:pt>
                <c:pt idx="390">
                  <c:v>29.32761</c:v>
                </c:pt>
                <c:pt idx="391">
                  <c:v>30.053594</c:v>
                </c:pt>
                <c:pt idx="392">
                  <c:v>28.511887000000002</c:v>
                </c:pt>
                <c:pt idx="393">
                  <c:v>28.447745999999999</c:v>
                </c:pt>
                <c:pt idx="394">
                  <c:v>30.361725</c:v>
                </c:pt>
                <c:pt idx="395">
                  <c:v>29.059747999999999</c:v>
                </c:pt>
                <c:pt idx="396">
                  <c:v>29.698909</c:v>
                </c:pt>
                <c:pt idx="397">
                  <c:v>39.429960000000001</c:v>
                </c:pt>
                <c:pt idx="398">
                  <c:v>33.554892000000002</c:v>
                </c:pt>
                <c:pt idx="399">
                  <c:v>26.178909999999998</c:v>
                </c:pt>
                <c:pt idx="400">
                  <c:v>22.731762</c:v>
                </c:pt>
                <c:pt idx="401">
                  <c:v>28.088508999999998</c:v>
                </c:pt>
                <c:pt idx="402">
                  <c:v>33.459474</c:v>
                </c:pt>
                <c:pt idx="403">
                  <c:v>27.885811</c:v>
                </c:pt>
                <c:pt idx="404">
                  <c:v>25.407261999999999</c:v>
                </c:pt>
                <c:pt idx="405">
                  <c:v>31.449394000000002</c:v>
                </c:pt>
                <c:pt idx="406">
                  <c:v>25.862324999999998</c:v>
                </c:pt>
                <c:pt idx="407">
                  <c:v>28.995615999999998</c:v>
                </c:pt>
                <c:pt idx="408">
                  <c:v>33.096885</c:v>
                </c:pt>
                <c:pt idx="409">
                  <c:v>31.879117999999998</c:v>
                </c:pt>
                <c:pt idx="410">
                  <c:v>29.652339000000001</c:v>
                </c:pt>
                <c:pt idx="411">
                  <c:v>32.507007999999999</c:v>
                </c:pt>
                <c:pt idx="412">
                  <c:v>29.588394000000001</c:v>
                </c:pt>
                <c:pt idx="413">
                  <c:v>28.155487000000001</c:v>
                </c:pt>
                <c:pt idx="414">
                  <c:v>28.753098000000001</c:v>
                </c:pt>
                <c:pt idx="415">
                  <c:v>33.742804999999997</c:v>
                </c:pt>
                <c:pt idx="416">
                  <c:v>31.502026999999998</c:v>
                </c:pt>
                <c:pt idx="417">
                  <c:v>29.669481999999999</c:v>
                </c:pt>
                <c:pt idx="418">
                  <c:v>24.359221999999999</c:v>
                </c:pt>
                <c:pt idx="419">
                  <c:v>22.620612999999999</c:v>
                </c:pt>
                <c:pt idx="420">
                  <c:v>26.681850000000001</c:v>
                </c:pt>
                <c:pt idx="421">
                  <c:v>28.502835999999999</c:v>
                </c:pt>
                <c:pt idx="422">
                  <c:v>22.400509</c:v>
                </c:pt>
                <c:pt idx="423">
                  <c:v>20.255953000000002</c:v>
                </c:pt>
                <c:pt idx="424">
                  <c:v>31.625916</c:v>
                </c:pt>
                <c:pt idx="425">
                  <c:v>29.142122000000001</c:v>
                </c:pt>
                <c:pt idx="426">
                  <c:v>30.586067</c:v>
                </c:pt>
                <c:pt idx="427">
                  <c:v>31.400518999999999</c:v>
                </c:pt>
                <c:pt idx="428">
                  <c:v>33.297648000000002</c:v>
                </c:pt>
                <c:pt idx="429">
                  <c:v>30.620048000000001</c:v>
                </c:pt>
                <c:pt idx="430">
                  <c:v>29.410938000000002</c:v>
                </c:pt>
                <c:pt idx="431">
                  <c:v>33.607433</c:v>
                </c:pt>
                <c:pt idx="432">
                  <c:v>26.566734</c:v>
                </c:pt>
                <c:pt idx="433">
                  <c:v>28.870968999999999</c:v>
                </c:pt>
                <c:pt idx="434">
                  <c:v>35.314782999999998</c:v>
                </c:pt>
                <c:pt idx="435">
                  <c:v>32.231836000000001</c:v>
                </c:pt>
                <c:pt idx="436">
                  <c:v>29.520654</c:v>
                </c:pt>
                <c:pt idx="437">
                  <c:v>30.516295</c:v>
                </c:pt>
                <c:pt idx="438">
                  <c:v>31.95861</c:v>
                </c:pt>
                <c:pt idx="439">
                  <c:v>27.50958</c:v>
                </c:pt>
                <c:pt idx="440">
                  <c:v>26.265858999999999</c:v>
                </c:pt>
                <c:pt idx="441">
                  <c:v>24.601285000000001</c:v>
                </c:pt>
                <c:pt idx="442">
                  <c:v>19.892544999999998</c:v>
                </c:pt>
                <c:pt idx="443">
                  <c:v>17.914508999999999</c:v>
                </c:pt>
                <c:pt idx="444">
                  <c:v>28.988168000000002</c:v>
                </c:pt>
                <c:pt idx="445">
                  <c:v>33.174339000000003</c:v>
                </c:pt>
                <c:pt idx="446">
                  <c:v>32.684036999999996</c:v>
                </c:pt>
                <c:pt idx="447">
                  <c:v>30.364961000000001</c:v>
                </c:pt>
                <c:pt idx="448">
                  <c:v>30.932106999999998</c:v>
                </c:pt>
                <c:pt idx="449">
                  <c:v>33.104210000000002</c:v>
                </c:pt>
                <c:pt idx="450">
                  <c:v>25.14864</c:v>
                </c:pt>
                <c:pt idx="451">
                  <c:v>32.915773999999999</c:v>
                </c:pt>
                <c:pt idx="452">
                  <c:v>30.465881</c:v>
                </c:pt>
                <c:pt idx="453">
                  <c:v>26.725739999999998</c:v>
                </c:pt>
                <c:pt idx="454">
                  <c:v>25.161963</c:v>
                </c:pt>
                <c:pt idx="455">
                  <c:v>24.471412999999998</c:v>
                </c:pt>
                <c:pt idx="456">
                  <c:v>29.843025999999998</c:v>
                </c:pt>
                <c:pt idx="457">
                  <c:v>24.203562000000002</c:v>
                </c:pt>
                <c:pt idx="458">
                  <c:v>30.872440000000001</c:v>
                </c:pt>
                <c:pt idx="459">
                  <c:v>29.267859999999999</c:v>
                </c:pt>
                <c:pt idx="460">
                  <c:v>28.137644999999999</c:v>
                </c:pt>
                <c:pt idx="461">
                  <c:v>23.024812000000001</c:v>
                </c:pt>
                <c:pt idx="462">
                  <c:v>25.288367000000001</c:v>
                </c:pt>
                <c:pt idx="463">
                  <c:v>27.054157</c:v>
                </c:pt>
                <c:pt idx="464">
                  <c:v>17.383548000000001</c:v>
                </c:pt>
                <c:pt idx="465">
                  <c:v>31.667048999999999</c:v>
                </c:pt>
                <c:pt idx="466">
                  <c:v>31.978278</c:v>
                </c:pt>
                <c:pt idx="467">
                  <c:v>31.741796999999998</c:v>
                </c:pt>
                <c:pt idx="468">
                  <c:v>29.335189</c:v>
                </c:pt>
                <c:pt idx="469">
                  <c:v>27.283525000000001</c:v>
                </c:pt>
                <c:pt idx="470">
                  <c:v>31.955185</c:v>
                </c:pt>
                <c:pt idx="471">
                  <c:v>33.445022000000002</c:v>
                </c:pt>
                <c:pt idx="472">
                  <c:v>31.41987</c:v>
                </c:pt>
                <c:pt idx="473">
                  <c:v>33.313012999999998</c:v>
                </c:pt>
                <c:pt idx="474">
                  <c:v>32.147627</c:v>
                </c:pt>
                <c:pt idx="475">
                  <c:v>28.950367</c:v>
                </c:pt>
                <c:pt idx="476">
                  <c:v>31.664981999999998</c:v>
                </c:pt>
                <c:pt idx="477">
                  <c:v>29.411757999999999</c:v>
                </c:pt>
                <c:pt idx="478">
                  <c:v>29.391929000000001</c:v>
                </c:pt>
                <c:pt idx="479">
                  <c:v>30.821491999999999</c:v>
                </c:pt>
                <c:pt idx="480">
                  <c:v>29.338604</c:v>
                </c:pt>
                <c:pt idx="481">
                  <c:v>31.675829</c:v>
                </c:pt>
                <c:pt idx="482">
                  <c:v>27.507968000000002</c:v>
                </c:pt>
                <c:pt idx="483">
                  <c:v>27.073367000000001</c:v>
                </c:pt>
                <c:pt idx="484">
                  <c:v>24.686669999999999</c:v>
                </c:pt>
                <c:pt idx="485">
                  <c:v>30.142399999999999</c:v>
                </c:pt>
                <c:pt idx="486">
                  <c:v>33.520842999999999</c:v>
                </c:pt>
                <c:pt idx="487">
                  <c:v>34.501347000000003</c:v>
                </c:pt>
                <c:pt idx="488">
                  <c:v>27.603715000000001</c:v>
                </c:pt>
                <c:pt idx="489">
                  <c:v>30.763688999999999</c:v>
                </c:pt>
                <c:pt idx="490">
                  <c:v>31.453385999999998</c:v>
                </c:pt>
                <c:pt idx="491">
                  <c:v>30.493998000000001</c:v>
                </c:pt>
                <c:pt idx="492">
                  <c:v>31.912613</c:v>
                </c:pt>
                <c:pt idx="493">
                  <c:v>29.913853</c:v>
                </c:pt>
                <c:pt idx="494">
                  <c:v>28.296756999999999</c:v>
                </c:pt>
                <c:pt idx="495">
                  <c:v>28.146977</c:v>
                </c:pt>
                <c:pt idx="496">
                  <c:v>30.929023999999998</c:v>
                </c:pt>
                <c:pt idx="497">
                  <c:v>30.760102</c:v>
                </c:pt>
                <c:pt idx="498">
                  <c:v>26.829613999999999</c:v>
                </c:pt>
                <c:pt idx="499">
                  <c:v>24.471052</c:v>
                </c:pt>
                <c:pt idx="500">
                  <c:v>31.709683999999999</c:v>
                </c:pt>
                <c:pt idx="501">
                  <c:v>31.310917</c:v>
                </c:pt>
                <c:pt idx="502">
                  <c:v>30.911944999999999</c:v>
                </c:pt>
                <c:pt idx="503">
                  <c:v>29.908200999999998</c:v>
                </c:pt>
                <c:pt idx="504">
                  <c:v>28.658825</c:v>
                </c:pt>
                <c:pt idx="505">
                  <c:v>31.599278999999999</c:v>
                </c:pt>
                <c:pt idx="506">
                  <c:v>31.636353</c:v>
                </c:pt>
                <c:pt idx="507">
                  <c:v>30.171606000000001</c:v>
                </c:pt>
                <c:pt idx="508">
                  <c:v>27.247658999999999</c:v>
                </c:pt>
                <c:pt idx="509">
                  <c:v>29.682663999999999</c:v>
                </c:pt>
                <c:pt idx="510">
                  <c:v>30.241674</c:v>
                </c:pt>
                <c:pt idx="511">
                  <c:v>29.687766</c:v>
                </c:pt>
                <c:pt idx="512">
                  <c:v>30.489404</c:v>
                </c:pt>
                <c:pt idx="513">
                  <c:v>30.949736000000001</c:v>
                </c:pt>
                <c:pt idx="514">
                  <c:v>25.856304999999999</c:v>
                </c:pt>
                <c:pt idx="515">
                  <c:v>25.377365999999999</c:v>
                </c:pt>
                <c:pt idx="516">
                  <c:v>30.438566000000002</c:v>
                </c:pt>
                <c:pt idx="517">
                  <c:v>29.251729000000001</c:v>
                </c:pt>
                <c:pt idx="518">
                  <c:v>28.976697999999999</c:v>
                </c:pt>
                <c:pt idx="519">
                  <c:v>32.178930000000001</c:v>
                </c:pt>
                <c:pt idx="520">
                  <c:v>34.498046000000002</c:v>
                </c:pt>
                <c:pt idx="521">
                  <c:v>37.884211999999998</c:v>
                </c:pt>
                <c:pt idx="522">
                  <c:v>35.353458000000003</c:v>
                </c:pt>
                <c:pt idx="523">
                  <c:v>31.432793</c:v>
                </c:pt>
                <c:pt idx="524">
                  <c:v>32.189346</c:v>
                </c:pt>
                <c:pt idx="525">
                  <c:v>28.535544999999999</c:v>
                </c:pt>
                <c:pt idx="526">
                  <c:v>27.389453</c:v>
                </c:pt>
                <c:pt idx="527">
                  <c:v>26.130374</c:v>
                </c:pt>
                <c:pt idx="528">
                  <c:v>24.598310000000001</c:v>
                </c:pt>
                <c:pt idx="529">
                  <c:v>27.810616</c:v>
                </c:pt>
                <c:pt idx="530">
                  <c:v>27.997800999999999</c:v>
                </c:pt>
                <c:pt idx="531">
                  <c:v>26.811038</c:v>
                </c:pt>
                <c:pt idx="532">
                  <c:v>30.370332999999999</c:v>
                </c:pt>
                <c:pt idx="533">
                  <c:v>32.337719999999997</c:v>
                </c:pt>
                <c:pt idx="534">
                  <c:v>29.851234000000002</c:v>
                </c:pt>
                <c:pt idx="535">
                  <c:v>30.482005999999998</c:v>
                </c:pt>
                <c:pt idx="536">
                  <c:v>32.417118000000002</c:v>
                </c:pt>
                <c:pt idx="537">
                  <c:v>34.579810000000002</c:v>
                </c:pt>
                <c:pt idx="538">
                  <c:v>32.446620000000003</c:v>
                </c:pt>
                <c:pt idx="539">
                  <c:v>32.555228999999997</c:v>
                </c:pt>
                <c:pt idx="540">
                  <c:v>32.018619000000001</c:v>
                </c:pt>
                <c:pt idx="541">
                  <c:v>31.823858999999999</c:v>
                </c:pt>
                <c:pt idx="542">
                  <c:v>31.656286000000001</c:v>
                </c:pt>
                <c:pt idx="543">
                  <c:v>29.837941000000001</c:v>
                </c:pt>
                <c:pt idx="544">
                  <c:v>28.174612</c:v>
                </c:pt>
                <c:pt idx="545">
                  <c:v>28.181882000000002</c:v>
                </c:pt>
                <c:pt idx="546">
                  <c:v>29.523707000000002</c:v>
                </c:pt>
                <c:pt idx="547">
                  <c:v>31.364799999999999</c:v>
                </c:pt>
                <c:pt idx="548">
                  <c:v>30.467071000000001</c:v>
                </c:pt>
                <c:pt idx="549">
                  <c:v>26.637972999999999</c:v>
                </c:pt>
                <c:pt idx="550">
                  <c:v>32.474355000000003</c:v>
                </c:pt>
                <c:pt idx="551">
                  <c:v>31.108525</c:v>
                </c:pt>
                <c:pt idx="552">
                  <c:v>30.104944</c:v>
                </c:pt>
                <c:pt idx="553">
                  <c:v>32.902051</c:v>
                </c:pt>
                <c:pt idx="554">
                  <c:v>35.763261999999997</c:v>
                </c:pt>
                <c:pt idx="555">
                  <c:v>34.568851000000002</c:v>
                </c:pt>
                <c:pt idx="556">
                  <c:v>36.232098999999998</c:v>
                </c:pt>
                <c:pt idx="557">
                  <c:v>29.566426</c:v>
                </c:pt>
                <c:pt idx="558">
                  <c:v>31.448163000000001</c:v>
                </c:pt>
                <c:pt idx="559">
                  <c:v>30.068173999999999</c:v>
                </c:pt>
                <c:pt idx="560">
                  <c:v>29.854619</c:v>
                </c:pt>
                <c:pt idx="561">
                  <c:v>33.819817</c:v>
                </c:pt>
                <c:pt idx="562">
                  <c:v>34.443489999999997</c:v>
                </c:pt>
                <c:pt idx="563">
                  <c:v>28.733066000000001</c:v>
                </c:pt>
                <c:pt idx="564">
                  <c:v>30.146906000000001</c:v>
                </c:pt>
                <c:pt idx="565">
                  <c:v>32.441476000000002</c:v>
                </c:pt>
                <c:pt idx="566">
                  <c:v>32.631571999999998</c:v>
                </c:pt>
                <c:pt idx="567">
                  <c:v>29.813979</c:v>
                </c:pt>
                <c:pt idx="568">
                  <c:v>32.48959</c:v>
                </c:pt>
                <c:pt idx="569">
                  <c:v>29.735168000000002</c:v>
                </c:pt>
                <c:pt idx="570">
                  <c:v>33.559882999999999</c:v>
                </c:pt>
                <c:pt idx="571">
                  <c:v>31.141734</c:v>
                </c:pt>
                <c:pt idx="572">
                  <c:v>30.934934999999999</c:v>
                </c:pt>
                <c:pt idx="573">
                  <c:v>29.600444</c:v>
                </c:pt>
                <c:pt idx="574">
                  <c:v>34.026116999999999</c:v>
                </c:pt>
                <c:pt idx="575">
                  <c:v>35.076985999999998</c:v>
                </c:pt>
                <c:pt idx="576">
                  <c:v>29.327438999999998</c:v>
                </c:pt>
                <c:pt idx="577">
                  <c:v>27.875786000000002</c:v>
                </c:pt>
                <c:pt idx="578">
                  <c:v>29.326549</c:v>
                </c:pt>
                <c:pt idx="579">
                  <c:v>31.187688999999999</c:v>
                </c:pt>
                <c:pt idx="580">
                  <c:v>30.715395999999998</c:v>
                </c:pt>
                <c:pt idx="581">
                  <c:v>30.306536999999999</c:v>
                </c:pt>
                <c:pt idx="582">
                  <c:v>28.716995000000001</c:v>
                </c:pt>
                <c:pt idx="583">
                  <c:v>32.15119</c:v>
                </c:pt>
                <c:pt idx="584">
                  <c:v>28.785162</c:v>
                </c:pt>
                <c:pt idx="585">
                  <c:v>36.005473000000002</c:v>
                </c:pt>
                <c:pt idx="586">
                  <c:v>32.455117999999999</c:v>
                </c:pt>
                <c:pt idx="587">
                  <c:v>31.516213</c:v>
                </c:pt>
                <c:pt idx="588">
                  <c:v>30.958411999999999</c:v>
                </c:pt>
                <c:pt idx="589">
                  <c:v>31.135363999999999</c:v>
                </c:pt>
                <c:pt idx="590">
                  <c:v>31.013645</c:v>
                </c:pt>
                <c:pt idx="591">
                  <c:v>29.592369000000001</c:v>
                </c:pt>
                <c:pt idx="592">
                  <c:v>31.848272999999999</c:v>
                </c:pt>
                <c:pt idx="593">
                  <c:v>32.036983999999997</c:v>
                </c:pt>
                <c:pt idx="594">
                  <c:v>31.601777999999999</c:v>
                </c:pt>
                <c:pt idx="595">
                  <c:v>32.034433999999997</c:v>
                </c:pt>
                <c:pt idx="596">
                  <c:v>28.874112</c:v>
                </c:pt>
                <c:pt idx="597">
                  <c:v>27.643854000000001</c:v>
                </c:pt>
                <c:pt idx="598">
                  <c:v>30.278822999999999</c:v>
                </c:pt>
                <c:pt idx="599">
                  <c:v>30.052568000000001</c:v>
                </c:pt>
                <c:pt idx="600">
                  <c:v>31.874659000000001</c:v>
                </c:pt>
                <c:pt idx="601">
                  <c:v>34.169528999999997</c:v>
                </c:pt>
                <c:pt idx="602">
                  <c:v>29.977388000000001</c:v>
                </c:pt>
                <c:pt idx="603">
                  <c:v>30.523402999999998</c:v>
                </c:pt>
                <c:pt idx="604">
                  <c:v>30.489308999999999</c:v>
                </c:pt>
                <c:pt idx="605">
                  <c:v>32.657214000000003</c:v>
                </c:pt>
                <c:pt idx="606">
                  <c:v>31.953067000000001</c:v>
                </c:pt>
                <c:pt idx="607">
                  <c:v>32.253537999999999</c:v>
                </c:pt>
                <c:pt idx="608">
                  <c:v>33.988052000000003</c:v>
                </c:pt>
                <c:pt idx="609">
                  <c:v>27.606081</c:v>
                </c:pt>
                <c:pt idx="610">
                  <c:v>32.756884999999997</c:v>
                </c:pt>
                <c:pt idx="611">
                  <c:v>28.462565999999999</c:v>
                </c:pt>
                <c:pt idx="612">
                  <c:v>30.536525000000001</c:v>
                </c:pt>
                <c:pt idx="613">
                  <c:v>31.459602</c:v>
                </c:pt>
                <c:pt idx="614">
                  <c:v>31.430374</c:v>
                </c:pt>
                <c:pt idx="615">
                  <c:v>33.158250000000002</c:v>
                </c:pt>
                <c:pt idx="616">
                  <c:v>29.205684000000002</c:v>
                </c:pt>
                <c:pt idx="617">
                  <c:v>31.967977000000001</c:v>
                </c:pt>
                <c:pt idx="618">
                  <c:v>25.308284</c:v>
                </c:pt>
                <c:pt idx="619">
                  <c:v>31.955679</c:v>
                </c:pt>
                <c:pt idx="620">
                  <c:v>35.932358000000001</c:v>
                </c:pt>
                <c:pt idx="621">
                  <c:v>30.884446000000001</c:v>
                </c:pt>
                <c:pt idx="622">
                  <c:v>29.984942</c:v>
                </c:pt>
                <c:pt idx="623">
                  <c:v>31.333212</c:v>
                </c:pt>
                <c:pt idx="624">
                  <c:v>27.842649999999999</c:v>
                </c:pt>
                <c:pt idx="625">
                  <c:v>26.729733</c:v>
                </c:pt>
                <c:pt idx="626">
                  <c:v>35.441082999999999</c:v>
                </c:pt>
                <c:pt idx="627">
                  <c:v>35.873696000000002</c:v>
                </c:pt>
                <c:pt idx="628">
                  <c:v>29.966366000000001</c:v>
                </c:pt>
                <c:pt idx="629">
                  <c:v>28.354324999999999</c:v>
                </c:pt>
                <c:pt idx="630">
                  <c:v>28.875192999999999</c:v>
                </c:pt>
                <c:pt idx="631">
                  <c:v>36.951596000000002</c:v>
                </c:pt>
                <c:pt idx="632">
                  <c:v>30.636191</c:v>
                </c:pt>
                <c:pt idx="633">
                  <c:v>31.361695999999998</c:v>
                </c:pt>
                <c:pt idx="634">
                  <c:v>30.610116999999999</c:v>
                </c:pt>
                <c:pt idx="635">
                  <c:v>31.725612999999999</c:v>
                </c:pt>
                <c:pt idx="636">
                  <c:v>29.273436</c:v>
                </c:pt>
                <c:pt idx="637">
                  <c:v>27.891376999999999</c:v>
                </c:pt>
                <c:pt idx="638">
                  <c:v>30.715599999999998</c:v>
                </c:pt>
                <c:pt idx="639">
                  <c:v>31.851989</c:v>
                </c:pt>
                <c:pt idx="640">
                  <c:v>36.026403999999999</c:v>
                </c:pt>
                <c:pt idx="641">
                  <c:v>28.278459999999999</c:v>
                </c:pt>
                <c:pt idx="642">
                  <c:v>26.303471999999999</c:v>
                </c:pt>
                <c:pt idx="643">
                  <c:v>31.564409000000001</c:v>
                </c:pt>
                <c:pt idx="644">
                  <c:v>33.139321000000002</c:v>
                </c:pt>
                <c:pt idx="645">
                  <c:v>31.499157</c:v>
                </c:pt>
                <c:pt idx="646">
                  <c:v>29.367699999999999</c:v>
                </c:pt>
                <c:pt idx="647">
                  <c:v>30.086689</c:v>
                </c:pt>
                <c:pt idx="648">
                  <c:v>40.348210999999999</c:v>
                </c:pt>
                <c:pt idx="649">
                  <c:v>28.868728999999998</c:v>
                </c:pt>
                <c:pt idx="650">
                  <c:v>34.877150999999998</c:v>
                </c:pt>
                <c:pt idx="651">
                  <c:v>28.463498000000001</c:v>
                </c:pt>
                <c:pt idx="652">
                  <c:v>33.004688999999999</c:v>
                </c:pt>
                <c:pt idx="653">
                  <c:v>31.144601999999999</c:v>
                </c:pt>
                <c:pt idx="654">
                  <c:v>29.715498</c:v>
                </c:pt>
                <c:pt idx="655">
                  <c:v>31.101838999999998</c:v>
                </c:pt>
                <c:pt idx="656">
                  <c:v>32.171720000000001</c:v>
                </c:pt>
                <c:pt idx="657">
                  <c:v>32.573414999999997</c:v>
                </c:pt>
                <c:pt idx="658">
                  <c:v>31.994888</c:v>
                </c:pt>
                <c:pt idx="659">
                  <c:v>33.051734000000003</c:v>
                </c:pt>
                <c:pt idx="660">
                  <c:v>30.610911000000002</c:v>
                </c:pt>
                <c:pt idx="661">
                  <c:v>30.895436</c:v>
                </c:pt>
                <c:pt idx="662">
                  <c:v>35.347664999999999</c:v>
                </c:pt>
                <c:pt idx="663">
                  <c:v>27.700669000000001</c:v>
                </c:pt>
                <c:pt idx="664">
                  <c:v>28.749157</c:v>
                </c:pt>
                <c:pt idx="665">
                  <c:v>25.230616999999999</c:v>
                </c:pt>
                <c:pt idx="666">
                  <c:v>26.197649999999999</c:v>
                </c:pt>
                <c:pt idx="667">
                  <c:v>30.350845</c:v>
                </c:pt>
                <c:pt idx="668">
                  <c:v>29.718264999999999</c:v>
                </c:pt>
                <c:pt idx="669">
                  <c:v>35.607798000000003</c:v>
                </c:pt>
                <c:pt idx="670">
                  <c:v>33.948062</c:v>
                </c:pt>
                <c:pt idx="671">
                  <c:v>33.821826999999999</c:v>
                </c:pt>
                <c:pt idx="672">
                  <c:v>42.266432999999999</c:v>
                </c:pt>
                <c:pt idx="673">
                  <c:v>32.984802999999999</c:v>
                </c:pt>
                <c:pt idx="674">
                  <c:v>33.545484999999999</c:v>
                </c:pt>
                <c:pt idx="675">
                  <c:v>31.172260000000001</c:v>
                </c:pt>
                <c:pt idx="676">
                  <c:v>34.895567</c:v>
                </c:pt>
                <c:pt idx="677">
                  <c:v>32.264870999999999</c:v>
                </c:pt>
                <c:pt idx="678">
                  <c:v>32.242339999999999</c:v>
                </c:pt>
                <c:pt idx="679">
                  <c:v>31.897541</c:v>
                </c:pt>
                <c:pt idx="680">
                  <c:v>30.893636999999998</c:v>
                </c:pt>
                <c:pt idx="681">
                  <c:v>30.937297999999998</c:v>
                </c:pt>
                <c:pt idx="682">
                  <c:v>28.301888999999999</c:v>
                </c:pt>
                <c:pt idx="683">
                  <c:v>27.903105</c:v>
                </c:pt>
                <c:pt idx="684">
                  <c:v>34.866619</c:v>
                </c:pt>
                <c:pt idx="685">
                  <c:v>39.185825999999999</c:v>
                </c:pt>
                <c:pt idx="686">
                  <c:v>27.645513000000001</c:v>
                </c:pt>
                <c:pt idx="687">
                  <c:v>28.110322</c:v>
                </c:pt>
                <c:pt idx="688">
                  <c:v>26.016953999999998</c:v>
                </c:pt>
                <c:pt idx="689">
                  <c:v>29.431971999999998</c:v>
                </c:pt>
                <c:pt idx="690">
                  <c:v>34.042712000000002</c:v>
                </c:pt>
                <c:pt idx="691">
                  <c:v>30.141144000000001</c:v>
                </c:pt>
                <c:pt idx="692">
                  <c:v>35.104807999999998</c:v>
                </c:pt>
                <c:pt idx="693">
                  <c:v>31.897611999999999</c:v>
                </c:pt>
                <c:pt idx="694">
                  <c:v>29.571783</c:v>
                </c:pt>
                <c:pt idx="695">
                  <c:v>29.770712</c:v>
                </c:pt>
                <c:pt idx="696">
                  <c:v>33.731720000000003</c:v>
                </c:pt>
                <c:pt idx="697">
                  <c:v>35.289530999999997</c:v>
                </c:pt>
                <c:pt idx="698">
                  <c:v>30.136445999999999</c:v>
                </c:pt>
                <c:pt idx="699">
                  <c:v>36.868858000000003</c:v>
                </c:pt>
                <c:pt idx="700">
                  <c:v>29.482333000000001</c:v>
                </c:pt>
                <c:pt idx="701">
                  <c:v>30.949725999999998</c:v>
                </c:pt>
                <c:pt idx="702">
                  <c:v>31.639686000000001</c:v>
                </c:pt>
                <c:pt idx="703">
                  <c:v>32.415500000000002</c:v>
                </c:pt>
                <c:pt idx="704">
                  <c:v>28.294574999999998</c:v>
                </c:pt>
                <c:pt idx="705">
                  <c:v>32.49212</c:v>
                </c:pt>
                <c:pt idx="706">
                  <c:v>29.264641999999998</c:v>
                </c:pt>
                <c:pt idx="707">
                  <c:v>28.339694000000001</c:v>
                </c:pt>
                <c:pt idx="708">
                  <c:v>32.860846000000002</c:v>
                </c:pt>
                <c:pt idx="709">
                  <c:v>33.138230999999998</c:v>
                </c:pt>
                <c:pt idx="710">
                  <c:v>34.521233000000002</c:v>
                </c:pt>
                <c:pt idx="711">
                  <c:v>30.580862</c:v>
                </c:pt>
                <c:pt idx="712">
                  <c:v>25.004677000000001</c:v>
                </c:pt>
                <c:pt idx="713">
                  <c:v>29.469132999999999</c:v>
                </c:pt>
                <c:pt idx="714">
                  <c:v>28.214914</c:v>
                </c:pt>
                <c:pt idx="715">
                  <c:v>27.67042</c:v>
                </c:pt>
                <c:pt idx="716">
                  <c:v>30.67268</c:v>
                </c:pt>
                <c:pt idx="717">
                  <c:v>28.861827000000002</c:v>
                </c:pt>
                <c:pt idx="718">
                  <c:v>30.663774</c:v>
                </c:pt>
                <c:pt idx="719">
                  <c:v>28.194317000000002</c:v>
                </c:pt>
                <c:pt idx="720">
                  <c:v>34.778072999999999</c:v>
                </c:pt>
                <c:pt idx="721">
                  <c:v>36.146126000000002</c:v>
                </c:pt>
                <c:pt idx="722">
                  <c:v>35.303981999999998</c:v>
                </c:pt>
                <c:pt idx="723">
                  <c:v>32.872278999999999</c:v>
                </c:pt>
                <c:pt idx="724">
                  <c:v>33.347836999999998</c:v>
                </c:pt>
                <c:pt idx="725">
                  <c:v>29.760964000000001</c:v>
                </c:pt>
                <c:pt idx="726">
                  <c:v>31.526610000000002</c:v>
                </c:pt>
                <c:pt idx="727">
                  <c:v>27.581958</c:v>
                </c:pt>
                <c:pt idx="728">
                  <c:v>33.170696</c:v>
                </c:pt>
                <c:pt idx="729">
                  <c:v>31.750921999999999</c:v>
                </c:pt>
                <c:pt idx="730">
                  <c:v>29.37229</c:v>
                </c:pt>
                <c:pt idx="731">
                  <c:v>33.660567999999998</c:v>
                </c:pt>
                <c:pt idx="732">
                  <c:v>30.954864000000001</c:v>
                </c:pt>
                <c:pt idx="733">
                  <c:v>22.419304</c:v>
                </c:pt>
                <c:pt idx="734">
                  <c:v>29.745861999999999</c:v>
                </c:pt>
                <c:pt idx="735">
                  <c:v>35.333052000000002</c:v>
                </c:pt>
                <c:pt idx="736">
                  <c:v>28.729852000000001</c:v>
                </c:pt>
                <c:pt idx="737">
                  <c:v>28.580696</c:v>
                </c:pt>
                <c:pt idx="738">
                  <c:v>29.682376000000001</c:v>
                </c:pt>
                <c:pt idx="739">
                  <c:v>28.371451</c:v>
                </c:pt>
                <c:pt idx="740">
                  <c:v>27.210149000000001</c:v>
                </c:pt>
                <c:pt idx="741">
                  <c:v>28.542172999999998</c:v>
                </c:pt>
                <c:pt idx="742">
                  <c:v>27.719726000000001</c:v>
                </c:pt>
                <c:pt idx="743">
                  <c:v>28.961172000000001</c:v>
                </c:pt>
                <c:pt idx="744">
                  <c:v>31.172141</c:v>
                </c:pt>
                <c:pt idx="745">
                  <c:v>31.448789000000001</c:v>
                </c:pt>
                <c:pt idx="746">
                  <c:v>35.219116999999997</c:v>
                </c:pt>
                <c:pt idx="747">
                  <c:v>35.809382999999997</c:v>
                </c:pt>
                <c:pt idx="748">
                  <c:v>31.922242000000001</c:v>
                </c:pt>
                <c:pt idx="749">
                  <c:v>32.531934</c:v>
                </c:pt>
                <c:pt idx="750">
                  <c:v>31.877600999999999</c:v>
                </c:pt>
                <c:pt idx="751">
                  <c:v>28.821047</c:v>
                </c:pt>
                <c:pt idx="752">
                  <c:v>25.760567999999999</c:v>
                </c:pt>
                <c:pt idx="753">
                  <c:v>28.225232999999999</c:v>
                </c:pt>
                <c:pt idx="754">
                  <c:v>28.414762</c:v>
                </c:pt>
                <c:pt idx="755">
                  <c:v>30.787980000000001</c:v>
                </c:pt>
                <c:pt idx="756">
                  <c:v>31.022562000000001</c:v>
                </c:pt>
                <c:pt idx="757">
                  <c:v>27.145693000000001</c:v>
                </c:pt>
                <c:pt idx="758">
                  <c:v>28.779161999999999</c:v>
                </c:pt>
                <c:pt idx="759">
                  <c:v>24.060138999999999</c:v>
                </c:pt>
                <c:pt idx="760">
                  <c:v>27.463903999999999</c:v>
                </c:pt>
                <c:pt idx="761">
                  <c:v>26.302206000000002</c:v>
                </c:pt>
                <c:pt idx="762">
                  <c:v>28.710764000000001</c:v>
                </c:pt>
                <c:pt idx="763">
                  <c:v>26.906663999999999</c:v>
                </c:pt>
                <c:pt idx="764">
                  <c:v>30.969494999999998</c:v>
                </c:pt>
                <c:pt idx="765">
                  <c:v>29.192596999999999</c:v>
                </c:pt>
                <c:pt idx="766">
                  <c:v>31.289283999999999</c:v>
                </c:pt>
                <c:pt idx="767">
                  <c:v>30.108356000000001</c:v>
                </c:pt>
                <c:pt idx="768">
                  <c:v>33.94885</c:v>
                </c:pt>
                <c:pt idx="769">
                  <c:v>28.450409000000001</c:v>
                </c:pt>
                <c:pt idx="770">
                  <c:v>34.393208000000001</c:v>
                </c:pt>
                <c:pt idx="771">
                  <c:v>30.921631999999999</c:v>
                </c:pt>
                <c:pt idx="772">
                  <c:v>31.350453000000002</c:v>
                </c:pt>
                <c:pt idx="773">
                  <c:v>31.838090999999999</c:v>
                </c:pt>
                <c:pt idx="774">
                  <c:v>32.318176000000001</c:v>
                </c:pt>
                <c:pt idx="775">
                  <c:v>27.590354000000001</c:v>
                </c:pt>
                <c:pt idx="776">
                  <c:v>22.662952000000001</c:v>
                </c:pt>
                <c:pt idx="777">
                  <c:v>22.458055999999999</c:v>
                </c:pt>
                <c:pt idx="778">
                  <c:v>21.574210000000001</c:v>
                </c:pt>
                <c:pt idx="779">
                  <c:v>20.255241999999999</c:v>
                </c:pt>
                <c:pt idx="780">
                  <c:v>28.75254</c:v>
                </c:pt>
                <c:pt idx="781">
                  <c:v>23.321622000000001</c:v>
                </c:pt>
                <c:pt idx="782">
                  <c:v>20.808130999999999</c:v>
                </c:pt>
                <c:pt idx="783">
                  <c:v>21.845831</c:v>
                </c:pt>
                <c:pt idx="784">
                  <c:v>24.331697999999999</c:v>
                </c:pt>
                <c:pt idx="785">
                  <c:v>28.209218</c:v>
                </c:pt>
                <c:pt idx="786">
                  <c:v>29.06615</c:v>
                </c:pt>
                <c:pt idx="787">
                  <c:v>28.577622000000002</c:v>
                </c:pt>
                <c:pt idx="788">
                  <c:v>30.142322</c:v>
                </c:pt>
                <c:pt idx="789">
                  <c:v>35.901322999999998</c:v>
                </c:pt>
                <c:pt idx="790">
                  <c:v>33.210985999999998</c:v>
                </c:pt>
                <c:pt idx="791">
                  <c:v>35.215764</c:v>
                </c:pt>
                <c:pt idx="792">
                  <c:v>33.351260000000003</c:v>
                </c:pt>
                <c:pt idx="793">
                  <c:v>28.318674000000001</c:v>
                </c:pt>
                <c:pt idx="794">
                  <c:v>28.938381</c:v>
                </c:pt>
                <c:pt idx="795">
                  <c:v>27.388597000000001</c:v>
                </c:pt>
                <c:pt idx="796">
                  <c:v>26.058584</c:v>
                </c:pt>
                <c:pt idx="797">
                  <c:v>23.877564</c:v>
                </c:pt>
                <c:pt idx="798">
                  <c:v>26.919934999999999</c:v>
                </c:pt>
                <c:pt idx="799">
                  <c:v>26.624324000000001</c:v>
                </c:pt>
                <c:pt idx="800">
                  <c:v>22.494638999999999</c:v>
                </c:pt>
                <c:pt idx="801">
                  <c:v>28.572409</c:v>
                </c:pt>
                <c:pt idx="802">
                  <c:v>30.495045999999999</c:v>
                </c:pt>
                <c:pt idx="803">
                  <c:v>30.702283999999999</c:v>
                </c:pt>
                <c:pt idx="804">
                  <c:v>29.921171000000001</c:v>
                </c:pt>
                <c:pt idx="805">
                  <c:v>34.450074999999998</c:v>
                </c:pt>
                <c:pt idx="806">
                  <c:v>33.623119000000003</c:v>
                </c:pt>
                <c:pt idx="807">
                  <c:v>35.269747000000002</c:v>
                </c:pt>
                <c:pt idx="808">
                  <c:v>35.119563999999997</c:v>
                </c:pt>
                <c:pt idx="809">
                  <c:v>29.868117999999999</c:v>
                </c:pt>
                <c:pt idx="810">
                  <c:v>30.064665999999999</c:v>
                </c:pt>
                <c:pt idx="811">
                  <c:v>27.406932999999999</c:v>
                </c:pt>
                <c:pt idx="812">
                  <c:v>35.105604</c:v>
                </c:pt>
                <c:pt idx="813">
                  <c:v>30.429597000000001</c:v>
                </c:pt>
                <c:pt idx="814">
                  <c:v>30.291307</c:v>
                </c:pt>
                <c:pt idx="815">
                  <c:v>23.016618000000001</c:v>
                </c:pt>
                <c:pt idx="816">
                  <c:v>20.804919999999999</c:v>
                </c:pt>
                <c:pt idx="817">
                  <c:v>30.510204999999999</c:v>
                </c:pt>
                <c:pt idx="818">
                  <c:v>27.408709000000002</c:v>
                </c:pt>
                <c:pt idx="819">
                  <c:v>29.915039</c:v>
                </c:pt>
                <c:pt idx="820">
                  <c:v>26.046771</c:v>
                </c:pt>
                <c:pt idx="821">
                  <c:v>33.070757</c:v>
                </c:pt>
                <c:pt idx="822">
                  <c:v>29.373456999999998</c:v>
                </c:pt>
                <c:pt idx="823">
                  <c:v>37.460666000000003</c:v>
                </c:pt>
                <c:pt idx="824">
                  <c:v>29.964178</c:v>
                </c:pt>
                <c:pt idx="825">
                  <c:v>29.388936000000001</c:v>
                </c:pt>
                <c:pt idx="826">
                  <c:v>29.526721999999999</c:v>
                </c:pt>
                <c:pt idx="827">
                  <c:v>27.149289</c:v>
                </c:pt>
                <c:pt idx="828">
                  <c:v>28.043960999999999</c:v>
                </c:pt>
                <c:pt idx="829">
                  <c:v>26.268059000000001</c:v>
                </c:pt>
                <c:pt idx="830">
                  <c:v>24.164625999999998</c:v>
                </c:pt>
                <c:pt idx="831">
                  <c:v>25.901351999999999</c:v>
                </c:pt>
                <c:pt idx="832">
                  <c:v>29.690317</c:v>
                </c:pt>
                <c:pt idx="833">
                  <c:v>30.412860999999999</c:v>
                </c:pt>
                <c:pt idx="834">
                  <c:v>26.941025</c:v>
                </c:pt>
                <c:pt idx="835">
                  <c:v>29.006817999999999</c:v>
                </c:pt>
                <c:pt idx="836">
                  <c:v>27.956582999999998</c:v>
                </c:pt>
                <c:pt idx="837">
                  <c:v>32.196852999999997</c:v>
                </c:pt>
                <c:pt idx="838">
                  <c:v>33.010945999999997</c:v>
                </c:pt>
                <c:pt idx="839">
                  <c:v>31.784818999999999</c:v>
                </c:pt>
                <c:pt idx="840">
                  <c:v>30.405110000000001</c:v>
                </c:pt>
                <c:pt idx="841">
                  <c:v>30.266335000000002</c:v>
                </c:pt>
                <c:pt idx="842">
                  <c:v>26.292086999999999</c:v>
                </c:pt>
                <c:pt idx="843">
                  <c:v>27.285830000000001</c:v>
                </c:pt>
                <c:pt idx="844">
                  <c:v>23.923729999999999</c:v>
                </c:pt>
                <c:pt idx="845">
                  <c:v>24.844776</c:v>
                </c:pt>
                <c:pt idx="846">
                  <c:v>32.379843999999999</c:v>
                </c:pt>
                <c:pt idx="847">
                  <c:v>26.505562000000001</c:v>
                </c:pt>
                <c:pt idx="848">
                  <c:v>26.985327000000002</c:v>
                </c:pt>
                <c:pt idx="849">
                  <c:v>30.061081999999999</c:v>
                </c:pt>
                <c:pt idx="850">
                  <c:v>28.372499000000001</c:v>
                </c:pt>
                <c:pt idx="851">
                  <c:v>29.850804</c:v>
                </c:pt>
                <c:pt idx="852">
                  <c:v>32.655295000000002</c:v>
                </c:pt>
                <c:pt idx="853">
                  <c:v>33.004308999999999</c:v>
                </c:pt>
                <c:pt idx="854">
                  <c:v>24.952559999999998</c:v>
                </c:pt>
                <c:pt idx="855">
                  <c:v>32.316524000000001</c:v>
                </c:pt>
                <c:pt idx="856">
                  <c:v>32.196218000000002</c:v>
                </c:pt>
                <c:pt idx="857">
                  <c:v>31.093803000000001</c:v>
                </c:pt>
                <c:pt idx="858">
                  <c:v>29.861249000000001</c:v>
                </c:pt>
                <c:pt idx="859">
                  <c:v>30.580907</c:v>
                </c:pt>
                <c:pt idx="860">
                  <c:v>30.142265999999999</c:v>
                </c:pt>
                <c:pt idx="861">
                  <c:v>32.948985999999998</c:v>
                </c:pt>
                <c:pt idx="862">
                  <c:v>27.092462999999999</c:v>
                </c:pt>
                <c:pt idx="863">
                  <c:v>29.783103000000001</c:v>
                </c:pt>
                <c:pt idx="864">
                  <c:v>27.430776999999999</c:v>
                </c:pt>
                <c:pt idx="865">
                  <c:v>29.047049000000001</c:v>
                </c:pt>
                <c:pt idx="866">
                  <c:v>28.929684000000002</c:v>
                </c:pt>
                <c:pt idx="867">
                  <c:v>23.130918999999999</c:v>
                </c:pt>
                <c:pt idx="868">
                  <c:v>29.245524</c:v>
                </c:pt>
                <c:pt idx="869">
                  <c:v>29.157198999999999</c:v>
                </c:pt>
                <c:pt idx="870">
                  <c:v>32.654752000000002</c:v>
                </c:pt>
                <c:pt idx="871">
                  <c:v>25.128822</c:v>
                </c:pt>
                <c:pt idx="872">
                  <c:v>30.784241000000002</c:v>
                </c:pt>
                <c:pt idx="873">
                  <c:v>29.570875999999998</c:v>
                </c:pt>
                <c:pt idx="874">
                  <c:v>22.138646000000001</c:v>
                </c:pt>
                <c:pt idx="875">
                  <c:v>19.398461000000001</c:v>
                </c:pt>
                <c:pt idx="876">
                  <c:v>17.744305000000001</c:v>
                </c:pt>
                <c:pt idx="877">
                  <c:v>18.390929</c:v>
                </c:pt>
                <c:pt idx="878">
                  <c:v>30.076788000000001</c:v>
                </c:pt>
                <c:pt idx="879">
                  <c:v>30.982013999999999</c:v>
                </c:pt>
                <c:pt idx="880">
                  <c:v>30.706361999999999</c:v>
                </c:pt>
                <c:pt idx="881">
                  <c:v>31.399374999999999</c:v>
                </c:pt>
                <c:pt idx="882">
                  <c:v>30.809570000000001</c:v>
                </c:pt>
                <c:pt idx="883">
                  <c:v>33.432250000000003</c:v>
                </c:pt>
                <c:pt idx="884">
                  <c:v>24.087263</c:v>
                </c:pt>
                <c:pt idx="885">
                  <c:v>20.648516999999998</c:v>
                </c:pt>
                <c:pt idx="886">
                  <c:v>26.231365</c:v>
                </c:pt>
                <c:pt idx="887">
                  <c:v>28.023861</c:v>
                </c:pt>
                <c:pt idx="888">
                  <c:v>28.90325</c:v>
                </c:pt>
                <c:pt idx="889">
                  <c:v>28.008482000000001</c:v>
                </c:pt>
                <c:pt idx="890">
                  <c:v>25.693363000000002</c:v>
                </c:pt>
                <c:pt idx="891">
                  <c:v>26.333254</c:v>
                </c:pt>
                <c:pt idx="892">
                  <c:v>27.890539</c:v>
                </c:pt>
                <c:pt idx="893">
                  <c:v>26.462968</c:v>
                </c:pt>
                <c:pt idx="894">
                  <c:v>29.834161000000002</c:v>
                </c:pt>
                <c:pt idx="895">
                  <c:v>29.695632</c:v>
                </c:pt>
                <c:pt idx="896">
                  <c:v>33.027504999999998</c:v>
                </c:pt>
                <c:pt idx="897">
                  <c:v>19.630614000000001</c:v>
                </c:pt>
                <c:pt idx="898">
                  <c:v>22.620695000000001</c:v>
                </c:pt>
                <c:pt idx="899">
                  <c:v>18.129715999999998</c:v>
                </c:pt>
                <c:pt idx="900">
                  <c:v>16.707446000000001</c:v>
                </c:pt>
                <c:pt idx="901">
                  <c:v>31.081757</c:v>
                </c:pt>
                <c:pt idx="902">
                  <c:v>30.859280999999999</c:v>
                </c:pt>
                <c:pt idx="903">
                  <c:v>33.696232999999999</c:v>
                </c:pt>
                <c:pt idx="904">
                  <c:v>29.175149999999999</c:v>
                </c:pt>
                <c:pt idx="905">
                  <c:v>28.164701999999998</c:v>
                </c:pt>
                <c:pt idx="906">
                  <c:v>24.175421</c:v>
                </c:pt>
                <c:pt idx="907">
                  <c:v>26.984938</c:v>
                </c:pt>
                <c:pt idx="908">
                  <c:v>24.179162000000002</c:v>
                </c:pt>
                <c:pt idx="909">
                  <c:v>21.856688999999999</c:v>
                </c:pt>
                <c:pt idx="910">
                  <c:v>22.488160000000001</c:v>
                </c:pt>
                <c:pt idx="911">
                  <c:v>24.959232</c:v>
                </c:pt>
                <c:pt idx="912">
                  <c:v>25.80134</c:v>
                </c:pt>
                <c:pt idx="913">
                  <c:v>27.645118</c:v>
                </c:pt>
                <c:pt idx="914">
                  <c:v>20.856477999999999</c:v>
                </c:pt>
                <c:pt idx="915">
                  <c:v>20.087147000000002</c:v>
                </c:pt>
                <c:pt idx="916">
                  <c:v>27.311527999999999</c:v>
                </c:pt>
                <c:pt idx="917">
                  <c:v>25.880490999999999</c:v>
                </c:pt>
                <c:pt idx="918">
                  <c:v>26.023602</c:v>
                </c:pt>
                <c:pt idx="919">
                  <c:v>27.819391</c:v>
                </c:pt>
                <c:pt idx="920">
                  <c:v>27.857824000000001</c:v>
                </c:pt>
                <c:pt idx="921">
                  <c:v>29.904188000000001</c:v>
                </c:pt>
                <c:pt idx="922">
                  <c:v>26.169314</c:v>
                </c:pt>
                <c:pt idx="923">
                  <c:v>20.356482</c:v>
                </c:pt>
                <c:pt idx="924">
                  <c:v>17.415192000000001</c:v>
                </c:pt>
                <c:pt idx="925">
                  <c:v>33.004674999999999</c:v>
                </c:pt>
                <c:pt idx="926">
                  <c:v>32.228065999999998</c:v>
                </c:pt>
                <c:pt idx="927">
                  <c:v>34.188085999999998</c:v>
                </c:pt>
                <c:pt idx="928">
                  <c:v>34.827027999999999</c:v>
                </c:pt>
                <c:pt idx="929">
                  <c:v>26.612441</c:v>
                </c:pt>
                <c:pt idx="930">
                  <c:v>28.773333000000001</c:v>
                </c:pt>
                <c:pt idx="931">
                  <c:v>24.467663000000002</c:v>
                </c:pt>
                <c:pt idx="932">
                  <c:v>25.919492000000002</c:v>
                </c:pt>
                <c:pt idx="933">
                  <c:v>22.524702999999999</c:v>
                </c:pt>
                <c:pt idx="934">
                  <c:v>22.369007</c:v>
                </c:pt>
                <c:pt idx="935">
                  <c:v>18.904259</c:v>
                </c:pt>
                <c:pt idx="936">
                  <c:v>24.273548999999999</c:v>
                </c:pt>
                <c:pt idx="937">
                  <c:v>22.559896999999999</c:v>
                </c:pt>
                <c:pt idx="938">
                  <c:v>24.775891999999999</c:v>
                </c:pt>
                <c:pt idx="939">
                  <c:v>23.69014</c:v>
                </c:pt>
                <c:pt idx="940">
                  <c:v>21.567986999999999</c:v>
                </c:pt>
                <c:pt idx="941">
                  <c:v>22.329049000000001</c:v>
                </c:pt>
                <c:pt idx="942">
                  <c:v>26.205507999999998</c:v>
                </c:pt>
                <c:pt idx="943">
                  <c:v>26.190397000000001</c:v>
                </c:pt>
                <c:pt idx="944">
                  <c:v>18.933192999999999</c:v>
                </c:pt>
                <c:pt idx="945">
                  <c:v>25.227262</c:v>
                </c:pt>
                <c:pt idx="946">
                  <c:v>24.551791000000001</c:v>
                </c:pt>
                <c:pt idx="947">
                  <c:v>17.122143999999999</c:v>
                </c:pt>
                <c:pt idx="948">
                  <c:v>17.908004999999999</c:v>
                </c:pt>
                <c:pt idx="949">
                  <c:v>12.465216</c:v>
                </c:pt>
                <c:pt idx="950">
                  <c:v>32.892524000000002</c:v>
                </c:pt>
                <c:pt idx="951">
                  <c:v>27.889859999999999</c:v>
                </c:pt>
                <c:pt idx="952">
                  <c:v>28.051380000000002</c:v>
                </c:pt>
                <c:pt idx="953">
                  <c:v>31.799119999999998</c:v>
                </c:pt>
                <c:pt idx="954">
                  <c:v>35.088034999999998</c:v>
                </c:pt>
                <c:pt idx="955">
                  <c:v>30.329226999999999</c:v>
                </c:pt>
                <c:pt idx="956">
                  <c:v>25.894327000000001</c:v>
                </c:pt>
                <c:pt idx="957">
                  <c:v>27.099831999999999</c:v>
                </c:pt>
                <c:pt idx="958">
                  <c:v>24.594981000000001</c:v>
                </c:pt>
                <c:pt idx="959">
                  <c:v>24.803743000000001</c:v>
                </c:pt>
                <c:pt idx="960">
                  <c:v>23.014961</c:v>
                </c:pt>
                <c:pt idx="961">
                  <c:v>20.087931000000001</c:v>
                </c:pt>
                <c:pt idx="962">
                  <c:v>26.171961</c:v>
                </c:pt>
                <c:pt idx="963">
                  <c:v>27.528518999999999</c:v>
                </c:pt>
                <c:pt idx="964">
                  <c:v>23.706284</c:v>
                </c:pt>
                <c:pt idx="965">
                  <c:v>19.670081</c:v>
                </c:pt>
                <c:pt idx="966">
                  <c:v>23.914921</c:v>
                </c:pt>
                <c:pt idx="967">
                  <c:v>22.085743999999998</c:v>
                </c:pt>
                <c:pt idx="968">
                  <c:v>28.427339</c:v>
                </c:pt>
                <c:pt idx="969">
                  <c:v>20.177931000000001</c:v>
                </c:pt>
                <c:pt idx="970">
                  <c:v>27.313718999999999</c:v>
                </c:pt>
                <c:pt idx="971">
                  <c:v>23.790431999999999</c:v>
                </c:pt>
                <c:pt idx="972">
                  <c:v>25.926036</c:v>
                </c:pt>
                <c:pt idx="973">
                  <c:v>21.144399</c:v>
                </c:pt>
                <c:pt idx="974">
                  <c:v>32.980490000000003</c:v>
                </c:pt>
                <c:pt idx="975">
                  <c:v>32.130588000000003</c:v>
                </c:pt>
                <c:pt idx="976">
                  <c:v>27.359248000000001</c:v>
                </c:pt>
                <c:pt idx="977">
                  <c:v>24.625295999999999</c:v>
                </c:pt>
                <c:pt idx="978">
                  <c:v>35.352764999999998</c:v>
                </c:pt>
                <c:pt idx="979">
                  <c:v>29.694583999999999</c:v>
                </c:pt>
                <c:pt idx="980">
                  <c:v>31.864930000000001</c:v>
                </c:pt>
                <c:pt idx="981">
                  <c:v>28.873189</c:v>
                </c:pt>
                <c:pt idx="982">
                  <c:v>27.246580000000002</c:v>
                </c:pt>
                <c:pt idx="983">
                  <c:v>24.705962</c:v>
                </c:pt>
                <c:pt idx="984">
                  <c:v>21.116817999999999</c:v>
                </c:pt>
                <c:pt idx="985">
                  <c:v>19.143115999999999</c:v>
                </c:pt>
                <c:pt idx="986">
                  <c:v>20.144272999999998</c:v>
                </c:pt>
                <c:pt idx="987">
                  <c:v>22.23189</c:v>
                </c:pt>
                <c:pt idx="988">
                  <c:v>13.367774000000001</c:v>
                </c:pt>
                <c:pt idx="989">
                  <c:v>14.535648999999999</c:v>
                </c:pt>
                <c:pt idx="990">
                  <c:v>24.615677999999999</c:v>
                </c:pt>
                <c:pt idx="991">
                  <c:v>23.676715000000002</c:v>
                </c:pt>
                <c:pt idx="992">
                  <c:v>30.522646999999999</c:v>
                </c:pt>
                <c:pt idx="993">
                  <c:v>27.937446000000001</c:v>
                </c:pt>
                <c:pt idx="994">
                  <c:v>32.362949</c:v>
                </c:pt>
                <c:pt idx="995">
                  <c:v>25.630822999999999</c:v>
                </c:pt>
                <c:pt idx="996">
                  <c:v>25.968917999999999</c:v>
                </c:pt>
                <c:pt idx="997">
                  <c:v>31.962561000000001</c:v>
                </c:pt>
                <c:pt idx="998">
                  <c:v>31.008410999999999</c:v>
                </c:pt>
                <c:pt idx="999">
                  <c:v>31.818776</c:v>
                </c:pt>
                <c:pt idx="1000">
                  <c:v>25.986203</c:v>
                </c:pt>
                <c:pt idx="1001">
                  <c:v>27.419868999999998</c:v>
                </c:pt>
                <c:pt idx="1002">
                  <c:v>23.197849999999999</c:v>
                </c:pt>
                <c:pt idx="1003">
                  <c:v>26.227557000000001</c:v>
                </c:pt>
                <c:pt idx="1004">
                  <c:v>23.595521000000002</c:v>
                </c:pt>
                <c:pt idx="1005">
                  <c:v>23.909648000000001</c:v>
                </c:pt>
                <c:pt idx="1006">
                  <c:v>15.440378000000001</c:v>
                </c:pt>
                <c:pt idx="1007">
                  <c:v>31.252882</c:v>
                </c:pt>
                <c:pt idx="1008">
                  <c:v>30.780626999999999</c:v>
                </c:pt>
                <c:pt idx="1009">
                  <c:v>26.843294</c:v>
                </c:pt>
                <c:pt idx="1010">
                  <c:v>29.629300000000001</c:v>
                </c:pt>
                <c:pt idx="1011">
                  <c:v>22.877835999999999</c:v>
                </c:pt>
                <c:pt idx="1012">
                  <c:v>30.357510999999999</c:v>
                </c:pt>
                <c:pt idx="1013">
                  <c:v>31.813559999999999</c:v>
                </c:pt>
                <c:pt idx="1014">
                  <c:v>34.433717999999999</c:v>
                </c:pt>
                <c:pt idx="1015">
                  <c:v>23.622502999999998</c:v>
                </c:pt>
                <c:pt idx="1016">
                  <c:v>20.33586</c:v>
                </c:pt>
                <c:pt idx="1017">
                  <c:v>19.861763</c:v>
                </c:pt>
                <c:pt idx="1018">
                  <c:v>20.330798999999999</c:v>
                </c:pt>
                <c:pt idx="1019">
                  <c:v>22.803135000000001</c:v>
                </c:pt>
                <c:pt idx="1020">
                  <c:v>25.987559999999998</c:v>
                </c:pt>
                <c:pt idx="1021">
                  <c:v>19.762991</c:v>
                </c:pt>
                <c:pt idx="1022">
                  <c:v>27.907729</c:v>
                </c:pt>
                <c:pt idx="1023">
                  <c:v>24.220050000000001</c:v>
                </c:pt>
                <c:pt idx="1024">
                  <c:v>22.245488999999999</c:v>
                </c:pt>
                <c:pt idx="1025">
                  <c:v>21.237780000000001</c:v>
                </c:pt>
                <c:pt idx="1026">
                  <c:v>25.249203000000001</c:v>
                </c:pt>
                <c:pt idx="1027">
                  <c:v>26.157662999999999</c:v>
                </c:pt>
                <c:pt idx="1028">
                  <c:v>29.349612</c:v>
                </c:pt>
                <c:pt idx="1029">
                  <c:v>29.147248000000001</c:v>
                </c:pt>
                <c:pt idx="1030">
                  <c:v>23.348974999999999</c:v>
                </c:pt>
                <c:pt idx="1031">
                  <c:v>23.66694</c:v>
                </c:pt>
                <c:pt idx="1032">
                  <c:v>22.914401999999999</c:v>
                </c:pt>
                <c:pt idx="1033">
                  <c:v>23.862369999999999</c:v>
                </c:pt>
                <c:pt idx="1034">
                  <c:v>19.854997999999998</c:v>
                </c:pt>
                <c:pt idx="1035">
                  <c:v>17.680427000000002</c:v>
                </c:pt>
                <c:pt idx="1036">
                  <c:v>28.047181999999999</c:v>
                </c:pt>
                <c:pt idx="1037">
                  <c:v>27.109327</c:v>
                </c:pt>
                <c:pt idx="1038">
                  <c:v>21.355025999999999</c:v>
                </c:pt>
                <c:pt idx="1039">
                  <c:v>22.011968</c:v>
                </c:pt>
                <c:pt idx="1040">
                  <c:v>21.785208999999998</c:v>
                </c:pt>
                <c:pt idx="1041">
                  <c:v>22.048604999999998</c:v>
                </c:pt>
                <c:pt idx="1042">
                  <c:v>24.827089000000001</c:v>
                </c:pt>
                <c:pt idx="1043">
                  <c:v>24.288837000000001</c:v>
                </c:pt>
                <c:pt idx="1044">
                  <c:v>25.207159999999998</c:v>
                </c:pt>
                <c:pt idx="1045">
                  <c:v>20.428982000000001</c:v>
                </c:pt>
                <c:pt idx="1046">
                  <c:v>20.514693000000001</c:v>
                </c:pt>
                <c:pt idx="1047">
                  <c:v>22.236716999999999</c:v>
                </c:pt>
                <c:pt idx="1048">
                  <c:v>22.534103999999999</c:v>
                </c:pt>
                <c:pt idx="1049">
                  <c:v>18.325617999999999</c:v>
                </c:pt>
                <c:pt idx="1050">
                  <c:v>29.161787</c:v>
                </c:pt>
                <c:pt idx="1051">
                  <c:v>26.164535000000001</c:v>
                </c:pt>
                <c:pt idx="1052">
                  <c:v>25.493039</c:v>
                </c:pt>
                <c:pt idx="1053">
                  <c:v>23.673494999999999</c:v>
                </c:pt>
                <c:pt idx="1054">
                  <c:v>21.308720999999998</c:v>
                </c:pt>
                <c:pt idx="1055">
                  <c:v>21.392491</c:v>
                </c:pt>
                <c:pt idx="1056">
                  <c:v>27.767534000000001</c:v>
                </c:pt>
                <c:pt idx="1057">
                  <c:v>23.732989</c:v>
                </c:pt>
                <c:pt idx="1058">
                  <c:v>24.523306000000002</c:v>
                </c:pt>
                <c:pt idx="1059">
                  <c:v>22.896457000000002</c:v>
                </c:pt>
                <c:pt idx="1060">
                  <c:v>23.605307</c:v>
                </c:pt>
                <c:pt idx="1061">
                  <c:v>23.442852999999999</c:v>
                </c:pt>
                <c:pt idx="1062">
                  <c:v>25.7746</c:v>
                </c:pt>
                <c:pt idx="1063">
                  <c:v>24.946532000000001</c:v>
                </c:pt>
                <c:pt idx="1064">
                  <c:v>27.342423</c:v>
                </c:pt>
                <c:pt idx="1065">
                  <c:v>21.961433</c:v>
                </c:pt>
                <c:pt idx="1066">
                  <c:v>26.19436</c:v>
                </c:pt>
                <c:pt idx="1067">
                  <c:v>22.791276</c:v>
                </c:pt>
                <c:pt idx="1068">
                  <c:v>19.066013000000002</c:v>
                </c:pt>
                <c:pt idx="1069">
                  <c:v>28.202444</c:v>
                </c:pt>
                <c:pt idx="1070">
                  <c:v>23.619745000000002</c:v>
                </c:pt>
                <c:pt idx="1071">
                  <c:v>24.289292</c:v>
                </c:pt>
                <c:pt idx="1072">
                  <c:v>18.675314</c:v>
                </c:pt>
                <c:pt idx="1073">
                  <c:v>24.149602000000002</c:v>
                </c:pt>
                <c:pt idx="1074">
                  <c:v>23.75168</c:v>
                </c:pt>
                <c:pt idx="1075">
                  <c:v>21.224346000000001</c:v>
                </c:pt>
                <c:pt idx="1076">
                  <c:v>21.352654000000001</c:v>
                </c:pt>
                <c:pt idx="1077">
                  <c:v>19.552721999999999</c:v>
                </c:pt>
                <c:pt idx="1078">
                  <c:v>15.554482</c:v>
                </c:pt>
                <c:pt idx="1079">
                  <c:v>18.717623</c:v>
                </c:pt>
                <c:pt idx="1080">
                  <c:v>27.741299999999999</c:v>
                </c:pt>
                <c:pt idx="1081">
                  <c:v>20.719847999999999</c:v>
                </c:pt>
                <c:pt idx="1082">
                  <c:v>22.856721</c:v>
                </c:pt>
                <c:pt idx="1083">
                  <c:v>23.956230000000001</c:v>
                </c:pt>
                <c:pt idx="1084">
                  <c:v>22.894030000000001</c:v>
                </c:pt>
                <c:pt idx="1085">
                  <c:v>23.070613000000002</c:v>
                </c:pt>
                <c:pt idx="1086">
                  <c:v>22.732627000000001</c:v>
                </c:pt>
                <c:pt idx="1087">
                  <c:v>21.566320999999999</c:v>
                </c:pt>
                <c:pt idx="1088">
                  <c:v>21.587251999999999</c:v>
                </c:pt>
                <c:pt idx="1089">
                  <c:v>18.887903999999999</c:v>
                </c:pt>
                <c:pt idx="1090">
                  <c:v>23.745127</c:v>
                </c:pt>
                <c:pt idx="1091">
                  <c:v>32.042997999999997</c:v>
                </c:pt>
                <c:pt idx="1092">
                  <c:v>29.386918000000001</c:v>
                </c:pt>
                <c:pt idx="1093">
                  <c:v>22.524035000000001</c:v>
                </c:pt>
                <c:pt idx="1094">
                  <c:v>24.488553</c:v>
                </c:pt>
                <c:pt idx="1095">
                  <c:v>19.016576000000001</c:v>
                </c:pt>
                <c:pt idx="1096">
                  <c:v>24.883908000000002</c:v>
                </c:pt>
                <c:pt idx="1097">
                  <c:v>26.859390999999999</c:v>
                </c:pt>
                <c:pt idx="1098">
                  <c:v>25.024107000000001</c:v>
                </c:pt>
                <c:pt idx="1099">
                  <c:v>21.144414999999999</c:v>
                </c:pt>
                <c:pt idx="1100">
                  <c:v>16.209516000000001</c:v>
                </c:pt>
                <c:pt idx="1101">
                  <c:v>23.727331</c:v>
                </c:pt>
                <c:pt idx="1102">
                  <c:v>21.592210000000001</c:v>
                </c:pt>
                <c:pt idx="1103">
                  <c:v>21.90682</c:v>
                </c:pt>
                <c:pt idx="1104">
                  <c:v>21.036280000000001</c:v>
                </c:pt>
                <c:pt idx="1105">
                  <c:v>23.94558</c:v>
                </c:pt>
                <c:pt idx="1106">
                  <c:v>18.164287999999999</c:v>
                </c:pt>
                <c:pt idx="1107">
                  <c:v>24.300576</c:v>
                </c:pt>
                <c:pt idx="1108">
                  <c:v>26.777144</c:v>
                </c:pt>
                <c:pt idx="1109">
                  <c:v>21.359307000000001</c:v>
                </c:pt>
                <c:pt idx="1110">
                  <c:v>25.272808999999999</c:v>
                </c:pt>
                <c:pt idx="1111">
                  <c:v>24.690670999999998</c:v>
                </c:pt>
                <c:pt idx="1112">
                  <c:v>25.136604999999999</c:v>
                </c:pt>
                <c:pt idx="1113">
                  <c:v>31.387632</c:v>
                </c:pt>
                <c:pt idx="1114">
                  <c:v>29.279313999999999</c:v>
                </c:pt>
                <c:pt idx="1115">
                  <c:v>30.523502000000001</c:v>
                </c:pt>
                <c:pt idx="1116">
                  <c:v>34.728732999999998</c:v>
                </c:pt>
                <c:pt idx="1117">
                  <c:v>34.861055</c:v>
                </c:pt>
                <c:pt idx="1118">
                  <c:v>37.808528000000003</c:v>
                </c:pt>
                <c:pt idx="1119">
                  <c:v>27.343413999999999</c:v>
                </c:pt>
                <c:pt idx="1120">
                  <c:v>21.220946999999999</c:v>
                </c:pt>
                <c:pt idx="1121">
                  <c:v>25.574316</c:v>
                </c:pt>
                <c:pt idx="1122">
                  <c:v>29.201304</c:v>
                </c:pt>
                <c:pt idx="1123">
                  <c:v>28.468648999999999</c:v>
                </c:pt>
                <c:pt idx="1124">
                  <c:v>35.767442000000003</c:v>
                </c:pt>
                <c:pt idx="1125">
                  <c:v>30.741834000000001</c:v>
                </c:pt>
                <c:pt idx="1126">
                  <c:v>36.543353000000003</c:v>
                </c:pt>
                <c:pt idx="1127">
                  <c:v>34.403582999999998</c:v>
                </c:pt>
                <c:pt idx="1128">
                  <c:v>31.672495999999999</c:v>
                </c:pt>
                <c:pt idx="1129">
                  <c:v>29.225269999999998</c:v>
                </c:pt>
                <c:pt idx="1130">
                  <c:v>26.142775</c:v>
                </c:pt>
                <c:pt idx="1131">
                  <c:v>30.598687000000002</c:v>
                </c:pt>
                <c:pt idx="1132">
                  <c:v>32.502513</c:v>
                </c:pt>
                <c:pt idx="1133">
                  <c:v>29.026371000000001</c:v>
                </c:pt>
                <c:pt idx="1134">
                  <c:v>29.108613999999999</c:v>
                </c:pt>
                <c:pt idx="1135">
                  <c:v>35.547435999999998</c:v>
                </c:pt>
                <c:pt idx="1136">
                  <c:v>34.013998000000001</c:v>
                </c:pt>
                <c:pt idx="1137">
                  <c:v>32.909880000000001</c:v>
                </c:pt>
                <c:pt idx="1138">
                  <c:v>33.663977000000003</c:v>
                </c:pt>
                <c:pt idx="1139">
                  <c:v>30.034253</c:v>
                </c:pt>
                <c:pt idx="1140">
                  <c:v>29.983978</c:v>
                </c:pt>
                <c:pt idx="1141">
                  <c:v>31.431560000000001</c:v>
                </c:pt>
                <c:pt idx="1142">
                  <c:v>32.412491000000003</c:v>
                </c:pt>
                <c:pt idx="1143">
                  <c:v>29.688291</c:v>
                </c:pt>
                <c:pt idx="1144">
                  <c:v>32.712935999999999</c:v>
                </c:pt>
                <c:pt idx="1145">
                  <c:v>29.880773000000001</c:v>
                </c:pt>
                <c:pt idx="1146">
                  <c:v>29.959298</c:v>
                </c:pt>
                <c:pt idx="1147">
                  <c:v>31.444030999999999</c:v>
                </c:pt>
              </c:numCache>
            </c:numRef>
          </c:xVal>
          <c:yVal>
            <c:numRef>
              <c:f>Topography!$B$2:$B$1149</c:f>
              <c:numCache>
                <c:formatCode>0.0</c:formatCode>
                <c:ptCount val="1148"/>
                <c:pt idx="0">
                  <c:v>359.46449999999999</c:v>
                </c:pt>
                <c:pt idx="1">
                  <c:v>314</c:v>
                </c:pt>
                <c:pt idx="2">
                  <c:v>203.1986</c:v>
                </c:pt>
                <c:pt idx="3">
                  <c:v>311.10000000000002</c:v>
                </c:pt>
                <c:pt idx="4">
                  <c:v>234.55430000000001</c:v>
                </c:pt>
                <c:pt idx="5">
                  <c:v>255.7355</c:v>
                </c:pt>
                <c:pt idx="6">
                  <c:v>21.540980000000001</c:v>
                </c:pt>
                <c:pt idx="7">
                  <c:v>294.82929999999999</c:v>
                </c:pt>
                <c:pt idx="8">
                  <c:v>232.74029999999999</c:v>
                </c:pt>
                <c:pt idx="9">
                  <c:v>288.74130000000002</c:v>
                </c:pt>
                <c:pt idx="10">
                  <c:v>205.56</c:v>
                </c:pt>
                <c:pt idx="11">
                  <c:v>54.090269999999997</c:v>
                </c:pt>
                <c:pt idx="12">
                  <c:v>29.47589</c:v>
                </c:pt>
                <c:pt idx="13">
                  <c:v>218.50069999999999</c:v>
                </c:pt>
                <c:pt idx="14">
                  <c:v>176.8202</c:v>
                </c:pt>
                <c:pt idx="15">
                  <c:v>198.435</c:v>
                </c:pt>
                <c:pt idx="16">
                  <c:v>220.11</c:v>
                </c:pt>
                <c:pt idx="17">
                  <c:v>219.4725</c:v>
                </c:pt>
                <c:pt idx="18">
                  <c:v>203.1986</c:v>
                </c:pt>
                <c:pt idx="19">
                  <c:v>34.939309999999999</c:v>
                </c:pt>
                <c:pt idx="20">
                  <c:v>50.946860000000001</c:v>
                </c:pt>
                <c:pt idx="21">
                  <c:v>18.434950000000001</c:v>
                </c:pt>
                <c:pt idx="22">
                  <c:v>260.69009999999997</c:v>
                </c:pt>
                <c:pt idx="23">
                  <c:v>39.369320000000002</c:v>
                </c:pt>
                <c:pt idx="24">
                  <c:v>314.15750000000003</c:v>
                </c:pt>
                <c:pt idx="25">
                  <c:v>173.99100000000001</c:v>
                </c:pt>
                <c:pt idx="26">
                  <c:v>6.1155030000000004</c:v>
                </c:pt>
                <c:pt idx="27">
                  <c:v>65.095230000000001</c:v>
                </c:pt>
                <c:pt idx="28">
                  <c:v>338.80590000000001</c:v>
                </c:pt>
                <c:pt idx="29">
                  <c:v>34.695149999999998</c:v>
                </c:pt>
                <c:pt idx="30">
                  <c:v>354.64420000000001</c:v>
                </c:pt>
                <c:pt idx="31">
                  <c:v>200.65889999999999</c:v>
                </c:pt>
                <c:pt idx="32">
                  <c:v>297.04379999999998</c:v>
                </c:pt>
                <c:pt idx="33">
                  <c:v>317.16109999999998</c:v>
                </c:pt>
                <c:pt idx="34">
                  <c:v>249.44399999999999</c:v>
                </c:pt>
                <c:pt idx="35">
                  <c:v>185.24709999999999</c:v>
                </c:pt>
                <c:pt idx="36">
                  <c:v>184.5538</c:v>
                </c:pt>
                <c:pt idx="37">
                  <c:v>170.5377</c:v>
                </c:pt>
                <c:pt idx="38">
                  <c:v>118.4956</c:v>
                </c:pt>
                <c:pt idx="39">
                  <c:v>45</c:v>
                </c:pt>
                <c:pt idx="40">
                  <c:v>42.878900000000002</c:v>
                </c:pt>
                <c:pt idx="41">
                  <c:v>276.34019999999998</c:v>
                </c:pt>
                <c:pt idx="42">
                  <c:v>320.7106</c:v>
                </c:pt>
                <c:pt idx="43">
                  <c:v>303.11130000000003</c:v>
                </c:pt>
                <c:pt idx="44">
                  <c:v>315.99630000000002</c:v>
                </c:pt>
                <c:pt idx="45">
                  <c:v>355.6617</c:v>
                </c:pt>
                <c:pt idx="46">
                  <c:v>343.56580000000002</c:v>
                </c:pt>
                <c:pt idx="47">
                  <c:v>318.63819999999998</c:v>
                </c:pt>
                <c:pt idx="48">
                  <c:v>281.84640000000002</c:v>
                </c:pt>
                <c:pt idx="49">
                  <c:v>73.300759999999997</c:v>
                </c:pt>
                <c:pt idx="50">
                  <c:v>30.579229999999999</c:v>
                </c:pt>
                <c:pt idx="51">
                  <c:v>345.78410000000002</c:v>
                </c:pt>
                <c:pt idx="52">
                  <c:v>66.412970000000001</c:v>
                </c:pt>
                <c:pt idx="53">
                  <c:v>357.03910000000002</c:v>
                </c:pt>
                <c:pt idx="54">
                  <c:v>259.2869</c:v>
                </c:pt>
                <c:pt idx="55">
                  <c:v>229.96969999999999</c:v>
                </c:pt>
                <c:pt idx="56">
                  <c:v>170.16640000000001</c:v>
                </c:pt>
                <c:pt idx="57">
                  <c:v>159.3937</c:v>
                </c:pt>
                <c:pt idx="58">
                  <c:v>299.82709999999997</c:v>
                </c:pt>
                <c:pt idx="59">
                  <c:v>332.14550000000003</c:v>
                </c:pt>
                <c:pt idx="60">
                  <c:v>347.61919999999998</c:v>
                </c:pt>
                <c:pt idx="61">
                  <c:v>351.86989999999997</c:v>
                </c:pt>
                <c:pt idx="62">
                  <c:v>117.8015</c:v>
                </c:pt>
                <c:pt idx="63">
                  <c:v>85.126109999999997</c:v>
                </c:pt>
                <c:pt idx="64">
                  <c:v>331.69920000000002</c:v>
                </c:pt>
                <c:pt idx="65">
                  <c:v>236.04089999999999</c:v>
                </c:pt>
                <c:pt idx="66">
                  <c:v>235.12469999999999</c:v>
                </c:pt>
                <c:pt idx="67">
                  <c:v>276.9529</c:v>
                </c:pt>
                <c:pt idx="68">
                  <c:v>327.56529999999998</c:v>
                </c:pt>
                <c:pt idx="69">
                  <c:v>187.4314</c:v>
                </c:pt>
                <c:pt idx="70">
                  <c:v>208.9092</c:v>
                </c:pt>
                <c:pt idx="71">
                  <c:v>43.919080000000001</c:v>
                </c:pt>
                <c:pt idx="72">
                  <c:v>47.920720000000003</c:v>
                </c:pt>
                <c:pt idx="73">
                  <c:v>54.162350000000004</c:v>
                </c:pt>
                <c:pt idx="74">
                  <c:v>343.01530000000002</c:v>
                </c:pt>
                <c:pt idx="75">
                  <c:v>48.423870000000001</c:v>
                </c:pt>
                <c:pt idx="76">
                  <c:v>247.3801</c:v>
                </c:pt>
                <c:pt idx="77">
                  <c:v>259.99200000000002</c:v>
                </c:pt>
                <c:pt idx="78">
                  <c:v>234.24610000000001</c:v>
                </c:pt>
                <c:pt idx="79">
                  <c:v>248.78200000000001</c:v>
                </c:pt>
                <c:pt idx="80">
                  <c:v>342.4076</c:v>
                </c:pt>
                <c:pt idx="81">
                  <c:v>59.931420000000003</c:v>
                </c:pt>
                <c:pt idx="82">
                  <c:v>46.397179999999999</c:v>
                </c:pt>
                <c:pt idx="83">
                  <c:v>84.920389999999998</c:v>
                </c:pt>
                <c:pt idx="84">
                  <c:v>308.29020000000003</c:v>
                </c:pt>
                <c:pt idx="85">
                  <c:v>327.20049999999998</c:v>
                </c:pt>
                <c:pt idx="86">
                  <c:v>61.927509999999998</c:v>
                </c:pt>
                <c:pt idx="87">
                  <c:v>193.62700000000001</c:v>
                </c:pt>
                <c:pt idx="88">
                  <c:v>154.7989</c:v>
                </c:pt>
                <c:pt idx="89">
                  <c:v>282.80430000000001</c:v>
                </c:pt>
                <c:pt idx="90">
                  <c:v>250.8664</c:v>
                </c:pt>
                <c:pt idx="91">
                  <c:v>314.20429999999999</c:v>
                </c:pt>
                <c:pt idx="92">
                  <c:v>260.2724</c:v>
                </c:pt>
                <c:pt idx="93">
                  <c:v>4.0856159999999999</c:v>
                </c:pt>
                <c:pt idx="94">
                  <c:v>87.709389999999999</c:v>
                </c:pt>
                <c:pt idx="95">
                  <c:v>63.604970000000002</c:v>
                </c:pt>
                <c:pt idx="96">
                  <c:v>340.27769999999998</c:v>
                </c:pt>
                <c:pt idx="97">
                  <c:v>98.130099999999999</c:v>
                </c:pt>
                <c:pt idx="98">
                  <c:v>231.91120000000001</c:v>
                </c:pt>
                <c:pt idx="99">
                  <c:v>261.35719999999998</c:v>
                </c:pt>
                <c:pt idx="100">
                  <c:v>111.8014</c:v>
                </c:pt>
                <c:pt idx="101">
                  <c:v>226.1344</c:v>
                </c:pt>
                <c:pt idx="102">
                  <c:v>265.7636</c:v>
                </c:pt>
                <c:pt idx="103">
                  <c:v>307.67360000000002</c:v>
                </c:pt>
                <c:pt idx="104">
                  <c:v>46.023029999999999</c:v>
                </c:pt>
                <c:pt idx="105">
                  <c:v>21.665959999999998</c:v>
                </c:pt>
                <c:pt idx="106">
                  <c:v>35.537680000000002</c:v>
                </c:pt>
                <c:pt idx="107">
                  <c:v>211.42959999999999</c:v>
                </c:pt>
                <c:pt idx="108">
                  <c:v>145.12469999999999</c:v>
                </c:pt>
                <c:pt idx="109">
                  <c:v>166.56180000000001</c:v>
                </c:pt>
                <c:pt idx="110">
                  <c:v>261.0274</c:v>
                </c:pt>
                <c:pt idx="111">
                  <c:v>28.033850000000001</c:v>
                </c:pt>
                <c:pt idx="112">
                  <c:v>3.908544</c:v>
                </c:pt>
                <c:pt idx="113">
                  <c:v>22.285589999999999</c:v>
                </c:pt>
                <c:pt idx="114">
                  <c:v>290.71420000000001</c:v>
                </c:pt>
                <c:pt idx="115">
                  <c:v>49.398699999999998</c:v>
                </c:pt>
                <c:pt idx="116">
                  <c:v>219.4725</c:v>
                </c:pt>
                <c:pt idx="117">
                  <c:v>199.2901</c:v>
                </c:pt>
                <c:pt idx="118">
                  <c:v>180.7252</c:v>
                </c:pt>
                <c:pt idx="119">
                  <c:v>220.94640000000001</c:v>
                </c:pt>
                <c:pt idx="120">
                  <c:v>172.6942</c:v>
                </c:pt>
                <c:pt idx="121">
                  <c:v>118.369</c:v>
                </c:pt>
                <c:pt idx="122">
                  <c:v>163.8108</c:v>
                </c:pt>
                <c:pt idx="123">
                  <c:v>320.88600000000002</c:v>
                </c:pt>
                <c:pt idx="124">
                  <c:v>336.59530000000001</c:v>
                </c:pt>
                <c:pt idx="125">
                  <c:v>251.565</c:v>
                </c:pt>
                <c:pt idx="126">
                  <c:v>16.69924</c:v>
                </c:pt>
                <c:pt idx="127">
                  <c:v>240.70859999999999</c:v>
                </c:pt>
                <c:pt idx="128">
                  <c:v>303.959</c:v>
                </c:pt>
                <c:pt idx="129">
                  <c:v>203.39449999999999</c:v>
                </c:pt>
                <c:pt idx="130">
                  <c:v>233.1301</c:v>
                </c:pt>
                <c:pt idx="131">
                  <c:v>206.02959999999999</c:v>
                </c:pt>
                <c:pt idx="132">
                  <c:v>70.132959999999997</c:v>
                </c:pt>
                <c:pt idx="133">
                  <c:v>99.027609999999996</c:v>
                </c:pt>
                <c:pt idx="134">
                  <c:v>99.360190000000003</c:v>
                </c:pt>
                <c:pt idx="135">
                  <c:v>114.9439</c:v>
                </c:pt>
                <c:pt idx="136">
                  <c:v>145.6849</c:v>
                </c:pt>
                <c:pt idx="137">
                  <c:v>284.53449999999998</c:v>
                </c:pt>
                <c:pt idx="138">
                  <c:v>217.5686</c:v>
                </c:pt>
                <c:pt idx="139">
                  <c:v>242.7004</c:v>
                </c:pt>
                <c:pt idx="140">
                  <c:v>250.8664</c:v>
                </c:pt>
                <c:pt idx="141">
                  <c:v>21.4346</c:v>
                </c:pt>
                <c:pt idx="142">
                  <c:v>324.61970000000002</c:v>
                </c:pt>
                <c:pt idx="143">
                  <c:v>100.06910000000001</c:v>
                </c:pt>
                <c:pt idx="144">
                  <c:v>221.5318</c:v>
                </c:pt>
                <c:pt idx="145">
                  <c:v>135</c:v>
                </c:pt>
                <c:pt idx="146">
                  <c:v>154.05770000000001</c:v>
                </c:pt>
                <c:pt idx="147">
                  <c:v>130.03030000000001</c:v>
                </c:pt>
                <c:pt idx="148">
                  <c:v>244.24189999999999</c:v>
                </c:pt>
                <c:pt idx="149">
                  <c:v>205.34620000000001</c:v>
                </c:pt>
                <c:pt idx="150">
                  <c:v>3.468229</c:v>
                </c:pt>
                <c:pt idx="151">
                  <c:v>254.53880000000001</c:v>
                </c:pt>
                <c:pt idx="152">
                  <c:v>23.278949999999998</c:v>
                </c:pt>
                <c:pt idx="153">
                  <c:v>268.40890000000002</c:v>
                </c:pt>
                <c:pt idx="154">
                  <c:v>241.79839999999999</c:v>
                </c:pt>
                <c:pt idx="155">
                  <c:v>10.750970000000001</c:v>
                </c:pt>
                <c:pt idx="156">
                  <c:v>292.7824</c:v>
                </c:pt>
                <c:pt idx="157">
                  <c:v>176.12870000000001</c:v>
                </c:pt>
                <c:pt idx="158">
                  <c:v>127.875</c:v>
                </c:pt>
                <c:pt idx="159">
                  <c:v>25.01689</c:v>
                </c:pt>
                <c:pt idx="160">
                  <c:v>248.72040000000001</c:v>
                </c:pt>
                <c:pt idx="161">
                  <c:v>174.62899999999999</c:v>
                </c:pt>
                <c:pt idx="162">
                  <c:v>140.5275</c:v>
                </c:pt>
                <c:pt idx="163">
                  <c:v>152.1524</c:v>
                </c:pt>
                <c:pt idx="164">
                  <c:v>182.0772</c:v>
                </c:pt>
                <c:pt idx="165">
                  <c:v>289.68029999999999</c:v>
                </c:pt>
                <c:pt idx="166">
                  <c:v>48.044780000000003</c:v>
                </c:pt>
                <c:pt idx="167">
                  <c:v>5.527539</c:v>
                </c:pt>
                <c:pt idx="168">
                  <c:v>273.1798</c:v>
                </c:pt>
                <c:pt idx="169">
                  <c:v>282.09480000000002</c:v>
                </c:pt>
                <c:pt idx="170">
                  <c:v>2.3532959999999998</c:v>
                </c:pt>
                <c:pt idx="171">
                  <c:v>5.5993389999999996</c:v>
                </c:pt>
                <c:pt idx="172">
                  <c:v>161.565</c:v>
                </c:pt>
                <c:pt idx="173">
                  <c:v>226.81829999999999</c:v>
                </c:pt>
                <c:pt idx="174">
                  <c:v>211.4521</c:v>
                </c:pt>
                <c:pt idx="175">
                  <c:v>337.38010000000003</c:v>
                </c:pt>
                <c:pt idx="176">
                  <c:v>169.72460000000001</c:v>
                </c:pt>
                <c:pt idx="177">
                  <c:v>175.9144</c:v>
                </c:pt>
                <c:pt idx="178">
                  <c:v>216.25380000000001</c:v>
                </c:pt>
                <c:pt idx="179">
                  <c:v>137.1858</c:v>
                </c:pt>
                <c:pt idx="180">
                  <c:v>263.65980000000002</c:v>
                </c:pt>
                <c:pt idx="181">
                  <c:v>203.80590000000001</c:v>
                </c:pt>
                <c:pt idx="182">
                  <c:v>338.87529999999998</c:v>
                </c:pt>
                <c:pt idx="183">
                  <c:v>17.354019999999998</c:v>
                </c:pt>
                <c:pt idx="184">
                  <c:v>338.02550000000002</c:v>
                </c:pt>
                <c:pt idx="185">
                  <c:v>331.0908</c:v>
                </c:pt>
                <c:pt idx="186">
                  <c:v>237.52879999999999</c:v>
                </c:pt>
                <c:pt idx="187">
                  <c:v>203.83869999999999</c:v>
                </c:pt>
                <c:pt idx="188">
                  <c:v>221.4237</c:v>
                </c:pt>
                <c:pt idx="189">
                  <c:v>169.77780000000001</c:v>
                </c:pt>
                <c:pt idx="190">
                  <c:v>234.59309999999999</c:v>
                </c:pt>
                <c:pt idx="191">
                  <c:v>170.94210000000001</c:v>
                </c:pt>
                <c:pt idx="192">
                  <c:v>246.43459999999999</c:v>
                </c:pt>
                <c:pt idx="193">
                  <c:v>100.3048</c:v>
                </c:pt>
                <c:pt idx="194">
                  <c:v>117.5252</c:v>
                </c:pt>
                <c:pt idx="195">
                  <c:v>268.95839999999998</c:v>
                </c:pt>
                <c:pt idx="196">
                  <c:v>135</c:v>
                </c:pt>
                <c:pt idx="197">
                  <c:v>200.7723</c:v>
                </c:pt>
                <c:pt idx="198">
                  <c:v>344.74489999999997</c:v>
                </c:pt>
                <c:pt idx="199">
                  <c:v>238.39250000000001</c:v>
                </c:pt>
                <c:pt idx="200">
                  <c:v>0</c:v>
                </c:pt>
                <c:pt idx="201">
                  <c:v>41.552610000000001</c:v>
                </c:pt>
                <c:pt idx="202">
                  <c:v>50.527540000000002</c:v>
                </c:pt>
                <c:pt idx="203">
                  <c:v>347.81139999999999</c:v>
                </c:pt>
                <c:pt idx="204">
                  <c:v>237.6651</c:v>
                </c:pt>
                <c:pt idx="205">
                  <c:v>45</c:v>
                </c:pt>
                <c:pt idx="206">
                  <c:v>356.00909999999999</c:v>
                </c:pt>
                <c:pt idx="207">
                  <c:v>12.15494</c:v>
                </c:pt>
                <c:pt idx="208">
                  <c:v>333.43490000000003</c:v>
                </c:pt>
                <c:pt idx="209">
                  <c:v>233.93960000000001</c:v>
                </c:pt>
                <c:pt idx="210">
                  <c:v>341.25020000000001</c:v>
                </c:pt>
                <c:pt idx="211">
                  <c:v>326.76830000000001</c:v>
                </c:pt>
                <c:pt idx="212">
                  <c:v>41.248269999999998</c:v>
                </c:pt>
                <c:pt idx="213">
                  <c:v>354.01940000000002</c:v>
                </c:pt>
                <c:pt idx="214">
                  <c:v>118.1416</c:v>
                </c:pt>
                <c:pt idx="215">
                  <c:v>69.519649999999999</c:v>
                </c:pt>
                <c:pt idx="216">
                  <c:v>347.98849999999999</c:v>
                </c:pt>
                <c:pt idx="217">
                  <c:v>216.25380000000001</c:v>
                </c:pt>
                <c:pt idx="218">
                  <c:v>174.41739999999999</c:v>
                </c:pt>
                <c:pt idx="219">
                  <c:v>175.48599999999999</c:v>
                </c:pt>
                <c:pt idx="220">
                  <c:v>3.900493</c:v>
                </c:pt>
                <c:pt idx="221">
                  <c:v>357.5104</c:v>
                </c:pt>
                <c:pt idx="222">
                  <c:v>23.895160000000001</c:v>
                </c:pt>
                <c:pt idx="223">
                  <c:v>345.96370000000002</c:v>
                </c:pt>
                <c:pt idx="224">
                  <c:v>277.25319999999999</c:v>
                </c:pt>
                <c:pt idx="225">
                  <c:v>70.820989999999995</c:v>
                </c:pt>
                <c:pt idx="226">
                  <c:v>75.963750000000005</c:v>
                </c:pt>
                <c:pt idx="227">
                  <c:v>78.388509999999997</c:v>
                </c:pt>
                <c:pt idx="228">
                  <c:v>351.20940000000002</c:v>
                </c:pt>
                <c:pt idx="229">
                  <c:v>41.112090000000002</c:v>
                </c:pt>
                <c:pt idx="230">
                  <c:v>56.309930000000001</c:v>
                </c:pt>
                <c:pt idx="231">
                  <c:v>269.64850000000001</c:v>
                </c:pt>
                <c:pt idx="232">
                  <c:v>129.8056</c:v>
                </c:pt>
                <c:pt idx="233">
                  <c:v>311.30860000000001</c:v>
                </c:pt>
                <c:pt idx="234">
                  <c:v>332.65010000000001</c:v>
                </c:pt>
                <c:pt idx="235">
                  <c:v>4.7201360000000001</c:v>
                </c:pt>
                <c:pt idx="236">
                  <c:v>183.0848</c:v>
                </c:pt>
                <c:pt idx="237">
                  <c:v>156.8896</c:v>
                </c:pt>
                <c:pt idx="238">
                  <c:v>168.9675</c:v>
                </c:pt>
                <c:pt idx="239">
                  <c:v>210.7841</c:v>
                </c:pt>
                <c:pt idx="240">
                  <c:v>83.157229999999998</c:v>
                </c:pt>
                <c:pt idx="241">
                  <c:v>355.84620000000001</c:v>
                </c:pt>
                <c:pt idx="242">
                  <c:v>338.1986</c:v>
                </c:pt>
                <c:pt idx="243">
                  <c:v>53.79054</c:v>
                </c:pt>
                <c:pt idx="244">
                  <c:v>358.17590000000001</c:v>
                </c:pt>
                <c:pt idx="245">
                  <c:v>199.39779999999999</c:v>
                </c:pt>
                <c:pt idx="246">
                  <c:v>284.03629999999998</c:v>
                </c:pt>
                <c:pt idx="247">
                  <c:v>150.4786</c:v>
                </c:pt>
                <c:pt idx="248">
                  <c:v>156.46770000000001</c:v>
                </c:pt>
                <c:pt idx="249">
                  <c:v>218.77420000000001</c:v>
                </c:pt>
                <c:pt idx="250">
                  <c:v>165.96379999999999</c:v>
                </c:pt>
                <c:pt idx="251">
                  <c:v>309.47250000000003</c:v>
                </c:pt>
                <c:pt idx="252">
                  <c:v>303.69009999999997</c:v>
                </c:pt>
                <c:pt idx="253">
                  <c:v>220.08340000000001</c:v>
                </c:pt>
                <c:pt idx="254">
                  <c:v>357.64670000000001</c:v>
                </c:pt>
                <c:pt idx="255">
                  <c:v>157.30619999999999</c:v>
                </c:pt>
                <c:pt idx="256">
                  <c:v>146.8887</c:v>
                </c:pt>
                <c:pt idx="257">
                  <c:v>308.65980000000002</c:v>
                </c:pt>
                <c:pt idx="258">
                  <c:v>317.12110000000001</c:v>
                </c:pt>
                <c:pt idx="259">
                  <c:v>351.1354</c:v>
                </c:pt>
                <c:pt idx="260">
                  <c:v>2.7927019999999998</c:v>
                </c:pt>
                <c:pt idx="261">
                  <c:v>312.97269999999997</c:v>
                </c:pt>
                <c:pt idx="262">
                  <c:v>345.3236</c:v>
                </c:pt>
                <c:pt idx="263">
                  <c:v>165.30269999999999</c:v>
                </c:pt>
                <c:pt idx="264">
                  <c:v>306.71769999999998</c:v>
                </c:pt>
                <c:pt idx="265">
                  <c:v>173.15719999999999</c:v>
                </c:pt>
                <c:pt idx="266">
                  <c:v>291.23289999999997</c:v>
                </c:pt>
                <c:pt idx="267">
                  <c:v>133.56790000000001</c:v>
                </c:pt>
                <c:pt idx="268">
                  <c:v>279.9042</c:v>
                </c:pt>
                <c:pt idx="269">
                  <c:v>56.458750000000002</c:v>
                </c:pt>
                <c:pt idx="270">
                  <c:v>248.96250000000001</c:v>
                </c:pt>
                <c:pt idx="271">
                  <c:v>239.9314</c:v>
                </c:pt>
                <c:pt idx="272">
                  <c:v>186.22579999999999</c:v>
                </c:pt>
                <c:pt idx="273">
                  <c:v>197.5009</c:v>
                </c:pt>
                <c:pt idx="274">
                  <c:v>207.82409999999999</c:v>
                </c:pt>
                <c:pt idx="275">
                  <c:v>162.43969999999999</c:v>
                </c:pt>
                <c:pt idx="276">
                  <c:v>315.6662</c:v>
                </c:pt>
                <c:pt idx="277">
                  <c:v>167.94919999999999</c:v>
                </c:pt>
                <c:pt idx="278">
                  <c:v>235.4375</c:v>
                </c:pt>
                <c:pt idx="279">
                  <c:v>287.8503</c:v>
                </c:pt>
                <c:pt idx="280">
                  <c:v>101.3099</c:v>
                </c:pt>
                <c:pt idx="281">
                  <c:v>345.17349999999999</c:v>
                </c:pt>
                <c:pt idx="282">
                  <c:v>356.71910000000003</c:v>
                </c:pt>
                <c:pt idx="283">
                  <c:v>329.03629999999998</c:v>
                </c:pt>
                <c:pt idx="284">
                  <c:v>323.9726</c:v>
                </c:pt>
                <c:pt idx="285">
                  <c:v>340.05759999999998</c:v>
                </c:pt>
                <c:pt idx="286">
                  <c:v>329.3227</c:v>
                </c:pt>
                <c:pt idx="287">
                  <c:v>354.12259999999998</c:v>
                </c:pt>
                <c:pt idx="288">
                  <c:v>341.07530000000003</c:v>
                </c:pt>
                <c:pt idx="289">
                  <c:v>336.37060000000002</c:v>
                </c:pt>
                <c:pt idx="290">
                  <c:v>36.448169999999998</c:v>
                </c:pt>
                <c:pt idx="291">
                  <c:v>326.0702</c:v>
                </c:pt>
                <c:pt idx="292">
                  <c:v>313.21010000000001</c:v>
                </c:pt>
                <c:pt idx="293">
                  <c:v>163.97970000000001</c:v>
                </c:pt>
                <c:pt idx="294">
                  <c:v>248.1986</c:v>
                </c:pt>
                <c:pt idx="295">
                  <c:v>155.7723</c:v>
                </c:pt>
                <c:pt idx="296">
                  <c:v>122.1957</c:v>
                </c:pt>
                <c:pt idx="297">
                  <c:v>216.52889999999999</c:v>
                </c:pt>
                <c:pt idx="298">
                  <c:v>191.5532</c:v>
                </c:pt>
                <c:pt idx="299">
                  <c:v>306.25380000000001</c:v>
                </c:pt>
                <c:pt idx="300">
                  <c:v>0</c:v>
                </c:pt>
                <c:pt idx="301">
                  <c:v>212.125</c:v>
                </c:pt>
                <c:pt idx="302">
                  <c:v>237.26480000000001</c:v>
                </c:pt>
                <c:pt idx="303">
                  <c:v>164.9315</c:v>
                </c:pt>
                <c:pt idx="304">
                  <c:v>14.300280000000001</c:v>
                </c:pt>
                <c:pt idx="305">
                  <c:v>330.12400000000002</c:v>
                </c:pt>
                <c:pt idx="306">
                  <c:v>356.84519999999998</c:v>
                </c:pt>
                <c:pt idx="307">
                  <c:v>32.704729999999998</c:v>
                </c:pt>
                <c:pt idx="308">
                  <c:v>341.25869999999998</c:v>
                </c:pt>
                <c:pt idx="309">
                  <c:v>165.29169999999999</c:v>
                </c:pt>
                <c:pt idx="310">
                  <c:v>356.83609999999999</c:v>
                </c:pt>
                <c:pt idx="311">
                  <c:v>321.8974</c:v>
                </c:pt>
                <c:pt idx="312">
                  <c:v>150.3501</c:v>
                </c:pt>
                <c:pt idx="313">
                  <c:v>173.50069999999999</c:v>
                </c:pt>
                <c:pt idx="314">
                  <c:v>183.30189999999999</c:v>
                </c:pt>
                <c:pt idx="315">
                  <c:v>183.41659999999999</c:v>
                </c:pt>
                <c:pt idx="316">
                  <c:v>319.4556</c:v>
                </c:pt>
                <c:pt idx="317">
                  <c:v>341.18810000000002</c:v>
                </c:pt>
                <c:pt idx="318">
                  <c:v>249.85159999999999</c:v>
                </c:pt>
                <c:pt idx="319">
                  <c:v>149.03620000000001</c:v>
                </c:pt>
                <c:pt idx="320">
                  <c:v>334.65379999999999</c:v>
                </c:pt>
                <c:pt idx="321">
                  <c:v>315</c:v>
                </c:pt>
                <c:pt idx="322">
                  <c:v>8.5836210000000008</c:v>
                </c:pt>
                <c:pt idx="323">
                  <c:v>326.88869999999997</c:v>
                </c:pt>
                <c:pt idx="324">
                  <c:v>349.43900000000002</c:v>
                </c:pt>
                <c:pt idx="325">
                  <c:v>342.6721</c:v>
                </c:pt>
                <c:pt idx="326">
                  <c:v>346.6755</c:v>
                </c:pt>
                <c:pt idx="327">
                  <c:v>296.93950000000001</c:v>
                </c:pt>
                <c:pt idx="328">
                  <c:v>272.72629999999998</c:v>
                </c:pt>
                <c:pt idx="329">
                  <c:v>45</c:v>
                </c:pt>
                <c:pt idx="330">
                  <c:v>303.11130000000003</c:v>
                </c:pt>
                <c:pt idx="331">
                  <c:v>180</c:v>
                </c:pt>
                <c:pt idx="332">
                  <c:v>96.215639999999993</c:v>
                </c:pt>
                <c:pt idx="333">
                  <c:v>240.4222</c:v>
                </c:pt>
                <c:pt idx="334">
                  <c:v>201.7139</c:v>
                </c:pt>
                <c:pt idx="335">
                  <c:v>258.97649999999999</c:v>
                </c:pt>
                <c:pt idx="336">
                  <c:v>233.49860000000001</c:v>
                </c:pt>
                <c:pt idx="337">
                  <c:v>305.53769999999997</c:v>
                </c:pt>
                <c:pt idx="338">
                  <c:v>106.4769</c:v>
                </c:pt>
                <c:pt idx="339">
                  <c:v>140.5275</c:v>
                </c:pt>
                <c:pt idx="340">
                  <c:v>138.5763</c:v>
                </c:pt>
                <c:pt idx="341">
                  <c:v>304.04590000000002</c:v>
                </c:pt>
                <c:pt idx="342">
                  <c:v>100.65389999999999</c:v>
                </c:pt>
                <c:pt idx="343">
                  <c:v>165.46549999999999</c:v>
                </c:pt>
                <c:pt idx="344">
                  <c:v>185.90610000000001</c:v>
                </c:pt>
                <c:pt idx="345">
                  <c:v>272.00959999999998</c:v>
                </c:pt>
                <c:pt idx="346">
                  <c:v>214.33019999999999</c:v>
                </c:pt>
                <c:pt idx="347">
                  <c:v>153.435</c:v>
                </c:pt>
                <c:pt idx="348">
                  <c:v>147.3194</c:v>
                </c:pt>
                <c:pt idx="349">
                  <c:v>87.552949999999996</c:v>
                </c:pt>
                <c:pt idx="350">
                  <c:v>180</c:v>
                </c:pt>
                <c:pt idx="351">
                  <c:v>307.5394</c:v>
                </c:pt>
                <c:pt idx="352">
                  <c:v>327.20049999999998</c:v>
                </c:pt>
                <c:pt idx="353">
                  <c:v>235.00800000000001</c:v>
                </c:pt>
                <c:pt idx="354">
                  <c:v>30.37913</c:v>
                </c:pt>
                <c:pt idx="355">
                  <c:v>226.9306</c:v>
                </c:pt>
                <c:pt idx="356">
                  <c:v>350.83760000000001</c:v>
                </c:pt>
                <c:pt idx="357">
                  <c:v>346.13029999999998</c:v>
                </c:pt>
                <c:pt idx="358">
                  <c:v>92.121089999999995</c:v>
                </c:pt>
                <c:pt idx="359">
                  <c:v>163.50649999999999</c:v>
                </c:pt>
                <c:pt idx="360">
                  <c:v>189.09030000000001</c:v>
                </c:pt>
                <c:pt idx="361">
                  <c:v>205.09630000000001</c:v>
                </c:pt>
                <c:pt idx="362">
                  <c:v>264.22570000000002</c:v>
                </c:pt>
                <c:pt idx="363">
                  <c:v>320.77429999999998</c:v>
                </c:pt>
                <c:pt idx="364">
                  <c:v>16.07357</c:v>
                </c:pt>
                <c:pt idx="365">
                  <c:v>348.14699999999999</c:v>
                </c:pt>
                <c:pt idx="366">
                  <c:v>35.217590000000001</c:v>
                </c:pt>
                <c:pt idx="367">
                  <c:v>7.0283959999999999</c:v>
                </c:pt>
                <c:pt idx="368">
                  <c:v>248.87530000000001</c:v>
                </c:pt>
                <c:pt idx="369">
                  <c:v>171.25380000000001</c:v>
                </c:pt>
                <c:pt idx="370">
                  <c:v>126.1193</c:v>
                </c:pt>
                <c:pt idx="371">
                  <c:v>255.96379999999999</c:v>
                </c:pt>
                <c:pt idx="372">
                  <c:v>244.65379999999999</c:v>
                </c:pt>
                <c:pt idx="373">
                  <c:v>192.38079999999999</c:v>
                </c:pt>
                <c:pt idx="374">
                  <c:v>205.75049999999999</c:v>
                </c:pt>
                <c:pt idx="375">
                  <c:v>335.32319999999999</c:v>
                </c:pt>
                <c:pt idx="376">
                  <c:v>136.24539999999999</c:v>
                </c:pt>
                <c:pt idx="377">
                  <c:v>317.6026</c:v>
                </c:pt>
                <c:pt idx="378">
                  <c:v>0.855097</c:v>
                </c:pt>
                <c:pt idx="379">
                  <c:v>309.55970000000002</c:v>
                </c:pt>
                <c:pt idx="380">
                  <c:v>46.397179999999999</c:v>
                </c:pt>
                <c:pt idx="381">
                  <c:v>1.877877</c:v>
                </c:pt>
                <c:pt idx="382">
                  <c:v>279.7824</c:v>
                </c:pt>
                <c:pt idx="383">
                  <c:v>258.1114</c:v>
                </c:pt>
                <c:pt idx="384">
                  <c:v>203.1986</c:v>
                </c:pt>
                <c:pt idx="385">
                  <c:v>179.5103</c:v>
                </c:pt>
                <c:pt idx="386">
                  <c:v>206.02959999999999</c:v>
                </c:pt>
                <c:pt idx="387">
                  <c:v>195.11349999999999</c:v>
                </c:pt>
                <c:pt idx="388">
                  <c:v>324.86579999999998</c:v>
                </c:pt>
                <c:pt idx="389">
                  <c:v>68.35557</c:v>
                </c:pt>
                <c:pt idx="390">
                  <c:v>61.260199999999998</c:v>
                </c:pt>
                <c:pt idx="391">
                  <c:v>213.6901</c:v>
                </c:pt>
                <c:pt idx="392">
                  <c:v>23.629380000000001</c:v>
                </c:pt>
                <c:pt idx="393">
                  <c:v>18.434950000000001</c:v>
                </c:pt>
                <c:pt idx="394">
                  <c:v>48.503529999999998</c:v>
                </c:pt>
                <c:pt idx="395">
                  <c:v>250.2011</c:v>
                </c:pt>
                <c:pt idx="396">
                  <c:v>245.8545</c:v>
                </c:pt>
                <c:pt idx="397">
                  <c:v>141.89240000000001</c:v>
                </c:pt>
                <c:pt idx="398">
                  <c:v>187.3647</c:v>
                </c:pt>
                <c:pt idx="399">
                  <c:v>342.6721</c:v>
                </c:pt>
                <c:pt idx="400">
                  <c:v>337.43299999999999</c:v>
                </c:pt>
                <c:pt idx="401">
                  <c:v>203.3177</c:v>
                </c:pt>
                <c:pt idx="402">
                  <c:v>184.6001</c:v>
                </c:pt>
                <c:pt idx="403">
                  <c:v>228.28389999999999</c:v>
                </c:pt>
                <c:pt idx="404">
                  <c:v>227.7792</c:v>
                </c:pt>
                <c:pt idx="405">
                  <c:v>182.72630000000001</c:v>
                </c:pt>
                <c:pt idx="406">
                  <c:v>284.16219999999998</c:v>
                </c:pt>
                <c:pt idx="407">
                  <c:v>32.073999999999998</c:v>
                </c:pt>
                <c:pt idx="408">
                  <c:v>80.811160000000001</c:v>
                </c:pt>
                <c:pt idx="409">
                  <c:v>18.434950000000001</c:v>
                </c:pt>
                <c:pt idx="410">
                  <c:v>-1</c:v>
                </c:pt>
                <c:pt idx="411">
                  <c:v>190.20400000000001</c:v>
                </c:pt>
                <c:pt idx="412">
                  <c:v>275.27390000000003</c:v>
                </c:pt>
                <c:pt idx="413">
                  <c:v>282.78910000000002</c:v>
                </c:pt>
                <c:pt idx="414">
                  <c:v>231.91120000000001</c:v>
                </c:pt>
                <c:pt idx="415">
                  <c:v>120.21729999999999</c:v>
                </c:pt>
                <c:pt idx="416">
                  <c:v>201.50139999999999</c:v>
                </c:pt>
                <c:pt idx="417">
                  <c:v>104.4524</c:v>
                </c:pt>
                <c:pt idx="418">
                  <c:v>306.18709999999999</c:v>
                </c:pt>
                <c:pt idx="419">
                  <c:v>359.73349999999999</c:v>
                </c:pt>
                <c:pt idx="420">
                  <c:v>49.51399</c:v>
                </c:pt>
                <c:pt idx="421">
                  <c:v>33.959060000000001</c:v>
                </c:pt>
                <c:pt idx="422">
                  <c:v>280.1755</c:v>
                </c:pt>
                <c:pt idx="423">
                  <c:v>275.64830000000001</c:v>
                </c:pt>
                <c:pt idx="424">
                  <c:v>101.9761</c:v>
                </c:pt>
                <c:pt idx="425">
                  <c:v>61.750259999999997</c:v>
                </c:pt>
                <c:pt idx="426">
                  <c:v>67.416150000000002</c:v>
                </c:pt>
                <c:pt idx="427">
                  <c:v>42.510449999999999</c:v>
                </c:pt>
                <c:pt idx="428">
                  <c:v>220.60130000000001</c:v>
                </c:pt>
                <c:pt idx="429">
                  <c:v>201.6309</c:v>
                </c:pt>
                <c:pt idx="430">
                  <c:v>237.6422</c:v>
                </c:pt>
                <c:pt idx="431">
                  <c:v>196.571</c:v>
                </c:pt>
                <c:pt idx="432">
                  <c:v>315</c:v>
                </c:pt>
                <c:pt idx="433">
                  <c:v>272.4896</c:v>
                </c:pt>
                <c:pt idx="434">
                  <c:v>133.40889999999999</c:v>
                </c:pt>
                <c:pt idx="435">
                  <c:v>147.94649999999999</c:v>
                </c:pt>
                <c:pt idx="436">
                  <c:v>43.492570000000001</c:v>
                </c:pt>
                <c:pt idx="437">
                  <c:v>210.3432</c:v>
                </c:pt>
                <c:pt idx="438">
                  <c:v>111.57129999999999</c:v>
                </c:pt>
                <c:pt idx="439">
                  <c:v>289.98309999999998</c:v>
                </c:pt>
                <c:pt idx="440">
                  <c:v>281.61149999999998</c:v>
                </c:pt>
                <c:pt idx="441">
                  <c:v>230.7679</c:v>
                </c:pt>
                <c:pt idx="442">
                  <c:v>353.76549999999997</c:v>
                </c:pt>
                <c:pt idx="443">
                  <c:v>308.40010000000001</c:v>
                </c:pt>
                <c:pt idx="444">
                  <c:v>32.347439999999999</c:v>
                </c:pt>
                <c:pt idx="445">
                  <c:v>111.8605</c:v>
                </c:pt>
                <c:pt idx="446">
                  <c:v>48.122129999999999</c:v>
                </c:pt>
                <c:pt idx="447">
                  <c:v>223.95840000000001</c:v>
                </c:pt>
                <c:pt idx="448">
                  <c:v>257.47120000000001</c:v>
                </c:pt>
                <c:pt idx="449">
                  <c:v>195.1909</c:v>
                </c:pt>
                <c:pt idx="450">
                  <c:v>335.60059999999999</c:v>
                </c:pt>
                <c:pt idx="451">
                  <c:v>176.21940000000001</c:v>
                </c:pt>
                <c:pt idx="452">
                  <c:v>201.13980000000001</c:v>
                </c:pt>
                <c:pt idx="453">
                  <c:v>321.20350000000002</c:v>
                </c:pt>
                <c:pt idx="454">
                  <c:v>341.2319</c:v>
                </c:pt>
                <c:pt idx="455">
                  <c:v>251.30699999999999</c:v>
                </c:pt>
                <c:pt idx="456">
                  <c:v>126.32680000000001</c:v>
                </c:pt>
                <c:pt idx="457">
                  <c:v>283.73630000000003</c:v>
                </c:pt>
                <c:pt idx="458">
                  <c:v>199.8852</c:v>
                </c:pt>
                <c:pt idx="459">
                  <c:v>57.804259999999999</c:v>
                </c:pt>
                <c:pt idx="460">
                  <c:v>116.9657</c:v>
                </c:pt>
                <c:pt idx="461">
                  <c:v>344.28140000000002</c:v>
                </c:pt>
                <c:pt idx="462">
                  <c:v>243.435</c:v>
                </c:pt>
                <c:pt idx="463">
                  <c:v>204.44399999999999</c:v>
                </c:pt>
                <c:pt idx="464">
                  <c:v>304.85919999999999</c:v>
                </c:pt>
                <c:pt idx="465">
                  <c:v>128.99100000000001</c:v>
                </c:pt>
                <c:pt idx="466">
                  <c:v>181.04159999999999</c:v>
                </c:pt>
                <c:pt idx="467">
                  <c:v>216.43090000000001</c:v>
                </c:pt>
                <c:pt idx="468">
                  <c:v>277.47160000000002</c:v>
                </c:pt>
                <c:pt idx="469">
                  <c:v>261.86989999999997</c:v>
                </c:pt>
                <c:pt idx="470">
                  <c:v>132.27369999999999</c:v>
                </c:pt>
                <c:pt idx="471">
                  <c:v>222.8184</c:v>
                </c:pt>
                <c:pt idx="472">
                  <c:v>145.12469999999999</c:v>
                </c:pt>
                <c:pt idx="473">
                  <c:v>101.3099</c:v>
                </c:pt>
                <c:pt idx="474">
                  <c:v>117.2996</c:v>
                </c:pt>
                <c:pt idx="475">
                  <c:v>237.4649</c:v>
                </c:pt>
                <c:pt idx="476">
                  <c:v>178.5461</c:v>
                </c:pt>
                <c:pt idx="477">
                  <c:v>112.6199</c:v>
                </c:pt>
                <c:pt idx="478">
                  <c:v>63.121859999999998</c:v>
                </c:pt>
                <c:pt idx="479">
                  <c:v>245.7723</c:v>
                </c:pt>
                <c:pt idx="480">
                  <c:v>275.07960000000003</c:v>
                </c:pt>
                <c:pt idx="481">
                  <c:v>27.20401</c:v>
                </c:pt>
                <c:pt idx="482">
                  <c:v>351.35719999999998</c:v>
                </c:pt>
                <c:pt idx="483">
                  <c:v>37.266399999999997</c:v>
                </c:pt>
                <c:pt idx="484">
                  <c:v>320.7106</c:v>
                </c:pt>
                <c:pt idx="485">
                  <c:v>125.3625</c:v>
                </c:pt>
                <c:pt idx="486">
                  <c:v>147.43960000000001</c:v>
                </c:pt>
                <c:pt idx="487">
                  <c:v>218.79660000000001</c:v>
                </c:pt>
                <c:pt idx="488">
                  <c:v>295.70999999999998</c:v>
                </c:pt>
                <c:pt idx="489">
                  <c:v>251.565</c:v>
                </c:pt>
                <c:pt idx="490">
                  <c:v>172.875</c:v>
                </c:pt>
                <c:pt idx="491">
                  <c:v>86.34778</c:v>
                </c:pt>
                <c:pt idx="492">
                  <c:v>49.398699999999998</c:v>
                </c:pt>
                <c:pt idx="493">
                  <c:v>309.72609999999997</c:v>
                </c:pt>
                <c:pt idx="494">
                  <c:v>300.41109999999998</c:v>
                </c:pt>
                <c:pt idx="495">
                  <c:v>330.32150000000001</c:v>
                </c:pt>
                <c:pt idx="496">
                  <c:v>232.85329999999999</c:v>
                </c:pt>
                <c:pt idx="497">
                  <c:v>215.6901</c:v>
                </c:pt>
                <c:pt idx="498">
                  <c:v>357.65589999999997</c:v>
                </c:pt>
                <c:pt idx="499">
                  <c:v>307.01069999999999</c:v>
                </c:pt>
                <c:pt idx="500">
                  <c:v>156.19409999999999</c:v>
                </c:pt>
                <c:pt idx="501">
                  <c:v>211.48339999999999</c:v>
                </c:pt>
                <c:pt idx="502">
                  <c:v>198.435</c:v>
                </c:pt>
                <c:pt idx="503">
                  <c:v>171.1354</c:v>
                </c:pt>
                <c:pt idx="504">
                  <c:v>40.100909999999999</c:v>
                </c:pt>
                <c:pt idx="505">
                  <c:v>99.782409999999999</c:v>
                </c:pt>
                <c:pt idx="506">
                  <c:v>103.1906</c:v>
                </c:pt>
                <c:pt idx="507">
                  <c:v>0</c:v>
                </c:pt>
                <c:pt idx="508">
                  <c:v>273.86540000000002</c:v>
                </c:pt>
                <c:pt idx="509">
                  <c:v>310.42610000000002</c:v>
                </c:pt>
                <c:pt idx="510">
                  <c:v>269.06079999999997</c:v>
                </c:pt>
                <c:pt idx="511">
                  <c:v>272.6026</c:v>
                </c:pt>
                <c:pt idx="512">
                  <c:v>237.875</c:v>
                </c:pt>
                <c:pt idx="513">
                  <c:v>126.4692</c:v>
                </c:pt>
                <c:pt idx="514">
                  <c:v>296.20010000000002</c:v>
                </c:pt>
                <c:pt idx="515">
                  <c:v>356.49650000000003</c:v>
                </c:pt>
                <c:pt idx="516">
                  <c:v>112.3801</c:v>
                </c:pt>
                <c:pt idx="517">
                  <c:v>69.443950000000001</c:v>
                </c:pt>
                <c:pt idx="518">
                  <c:v>80.972390000000004</c:v>
                </c:pt>
                <c:pt idx="519">
                  <c:v>77.799530000000004</c:v>
                </c:pt>
                <c:pt idx="520">
                  <c:v>122.00539999999999</c:v>
                </c:pt>
                <c:pt idx="521">
                  <c:v>196.95529999999999</c:v>
                </c:pt>
                <c:pt idx="522">
                  <c:v>124.38030000000001</c:v>
                </c:pt>
                <c:pt idx="523">
                  <c:v>261.67430000000002</c:v>
                </c:pt>
                <c:pt idx="524">
                  <c:v>225</c:v>
                </c:pt>
                <c:pt idx="525">
                  <c:v>274.93920000000003</c:v>
                </c:pt>
                <c:pt idx="526">
                  <c:v>304.0772</c:v>
                </c:pt>
                <c:pt idx="527">
                  <c:v>325.68490000000003</c:v>
                </c:pt>
                <c:pt idx="528">
                  <c:v>267.7543</c:v>
                </c:pt>
                <c:pt idx="529">
                  <c:v>32.391390000000001</c:v>
                </c:pt>
                <c:pt idx="530">
                  <c:v>10.175509999999999</c:v>
                </c:pt>
                <c:pt idx="531">
                  <c:v>16.15194</c:v>
                </c:pt>
                <c:pt idx="532">
                  <c:v>64.903750000000002</c:v>
                </c:pt>
                <c:pt idx="533">
                  <c:v>116.3233</c:v>
                </c:pt>
                <c:pt idx="534">
                  <c:v>196.92750000000001</c:v>
                </c:pt>
                <c:pt idx="535">
                  <c:v>209.7449</c:v>
                </c:pt>
                <c:pt idx="536">
                  <c:v>203.74950000000001</c:v>
                </c:pt>
                <c:pt idx="537">
                  <c:v>227.3663</c:v>
                </c:pt>
                <c:pt idx="538">
                  <c:v>35.811160000000001</c:v>
                </c:pt>
                <c:pt idx="539">
                  <c:v>219.68549999999999</c:v>
                </c:pt>
                <c:pt idx="540">
                  <c:v>220.84039999999999</c:v>
                </c:pt>
                <c:pt idx="541">
                  <c:v>132.51050000000001</c:v>
                </c:pt>
                <c:pt idx="542">
                  <c:v>214.6242</c:v>
                </c:pt>
                <c:pt idx="543">
                  <c:v>230.1173</c:v>
                </c:pt>
                <c:pt idx="544">
                  <c:v>334.85520000000002</c:v>
                </c:pt>
                <c:pt idx="545">
                  <c:v>267.13760000000002</c:v>
                </c:pt>
                <c:pt idx="546">
                  <c:v>83.211029999999994</c:v>
                </c:pt>
                <c:pt idx="547">
                  <c:v>45.651060000000001</c:v>
                </c:pt>
                <c:pt idx="548">
                  <c:v>48.179830000000003</c:v>
                </c:pt>
                <c:pt idx="549">
                  <c:v>315</c:v>
                </c:pt>
                <c:pt idx="550">
                  <c:v>330.25510000000003</c:v>
                </c:pt>
                <c:pt idx="551">
                  <c:v>224.1575</c:v>
                </c:pt>
                <c:pt idx="552">
                  <c:v>269.23610000000002</c:v>
                </c:pt>
                <c:pt idx="553">
                  <c:v>238.33920000000001</c:v>
                </c:pt>
                <c:pt idx="554">
                  <c:v>188.26320000000001</c:v>
                </c:pt>
                <c:pt idx="555">
                  <c:v>116.9395</c:v>
                </c:pt>
                <c:pt idx="556">
                  <c:v>79.10127</c:v>
                </c:pt>
                <c:pt idx="557">
                  <c:v>299.59660000000002</c:v>
                </c:pt>
                <c:pt idx="558">
                  <c:v>348.45330000000001</c:v>
                </c:pt>
                <c:pt idx="559">
                  <c:v>354.49959999999999</c:v>
                </c:pt>
                <c:pt idx="560">
                  <c:v>355.5154</c:v>
                </c:pt>
                <c:pt idx="561">
                  <c:v>151.35579999999999</c:v>
                </c:pt>
                <c:pt idx="562">
                  <c:v>134.1319</c:v>
                </c:pt>
                <c:pt idx="563">
                  <c:v>70.06747</c:v>
                </c:pt>
                <c:pt idx="564">
                  <c:v>40.601300000000002</c:v>
                </c:pt>
                <c:pt idx="565">
                  <c:v>65.026089999999996</c:v>
                </c:pt>
                <c:pt idx="566">
                  <c:v>76.607510000000005</c:v>
                </c:pt>
                <c:pt idx="567">
                  <c:v>242.1027</c:v>
                </c:pt>
                <c:pt idx="568">
                  <c:v>251.75110000000001</c:v>
                </c:pt>
                <c:pt idx="569">
                  <c:v>326.00349999999997</c:v>
                </c:pt>
                <c:pt idx="570">
                  <c:v>154.07509999999999</c:v>
                </c:pt>
                <c:pt idx="571">
                  <c:v>233.32570000000001</c:v>
                </c:pt>
                <c:pt idx="572">
                  <c:v>283.09190000000001</c:v>
                </c:pt>
                <c:pt idx="573">
                  <c:v>358.26429999999999</c:v>
                </c:pt>
                <c:pt idx="574">
                  <c:v>74.744879999999995</c:v>
                </c:pt>
                <c:pt idx="575">
                  <c:v>68.763819999999996</c:v>
                </c:pt>
                <c:pt idx="576">
                  <c:v>338.80590000000001</c:v>
                </c:pt>
                <c:pt idx="577">
                  <c:v>332.14550000000003</c:v>
                </c:pt>
                <c:pt idx="578">
                  <c:v>301.89080000000001</c:v>
                </c:pt>
                <c:pt idx="579">
                  <c:v>184.6669</c:v>
                </c:pt>
                <c:pt idx="580">
                  <c:v>68.86018</c:v>
                </c:pt>
                <c:pt idx="581">
                  <c:v>350.83760000000001</c:v>
                </c:pt>
                <c:pt idx="582">
                  <c:v>24.880369999999999</c:v>
                </c:pt>
                <c:pt idx="583">
                  <c:v>51.28689</c:v>
                </c:pt>
                <c:pt idx="584">
                  <c:v>204.2278</c:v>
                </c:pt>
                <c:pt idx="585">
                  <c:v>219.15270000000001</c:v>
                </c:pt>
                <c:pt idx="586">
                  <c:v>166.70140000000001</c:v>
                </c:pt>
                <c:pt idx="587">
                  <c:v>185.63069999999999</c:v>
                </c:pt>
                <c:pt idx="588">
                  <c:v>188.4589</c:v>
                </c:pt>
                <c:pt idx="589">
                  <c:v>243.9111</c:v>
                </c:pt>
                <c:pt idx="590">
                  <c:v>235.10499999999999</c:v>
                </c:pt>
                <c:pt idx="591">
                  <c:v>4.9697399999999998</c:v>
                </c:pt>
                <c:pt idx="592">
                  <c:v>355.69549999999998</c:v>
                </c:pt>
                <c:pt idx="593">
                  <c:v>217.17089999999999</c:v>
                </c:pt>
                <c:pt idx="594">
                  <c:v>206.87809999999999</c:v>
                </c:pt>
                <c:pt idx="595">
                  <c:v>200.55600000000001</c:v>
                </c:pt>
                <c:pt idx="596">
                  <c:v>270.54570000000001</c:v>
                </c:pt>
                <c:pt idx="597">
                  <c:v>17.98733</c:v>
                </c:pt>
                <c:pt idx="598">
                  <c:v>42.954590000000003</c:v>
                </c:pt>
                <c:pt idx="599">
                  <c:v>16.38954</c:v>
                </c:pt>
                <c:pt idx="600">
                  <c:v>225</c:v>
                </c:pt>
                <c:pt idx="601">
                  <c:v>225</c:v>
                </c:pt>
                <c:pt idx="602">
                  <c:v>275.19439999999997</c:v>
                </c:pt>
                <c:pt idx="603">
                  <c:v>267.55290000000002</c:v>
                </c:pt>
                <c:pt idx="604">
                  <c:v>217.06720000000001</c:v>
                </c:pt>
                <c:pt idx="605">
                  <c:v>172.6353</c:v>
                </c:pt>
                <c:pt idx="606">
                  <c:v>35.837649999999996</c:v>
                </c:pt>
                <c:pt idx="607">
                  <c:v>0</c:v>
                </c:pt>
                <c:pt idx="608">
                  <c:v>212.1523</c:v>
                </c:pt>
                <c:pt idx="609">
                  <c:v>309.55970000000002</c:v>
                </c:pt>
                <c:pt idx="610">
                  <c:v>108.10380000000001</c:v>
                </c:pt>
                <c:pt idx="611">
                  <c:v>7.073537</c:v>
                </c:pt>
                <c:pt idx="612">
                  <c:v>32.943240000000003</c:v>
                </c:pt>
                <c:pt idx="613">
                  <c:v>281.30990000000003</c:v>
                </c:pt>
                <c:pt idx="614">
                  <c:v>198.7886</c:v>
                </c:pt>
                <c:pt idx="615">
                  <c:v>154.48609999999999</c:v>
                </c:pt>
                <c:pt idx="616">
                  <c:v>29.744879999999998</c:v>
                </c:pt>
                <c:pt idx="617">
                  <c:v>130.84039999999999</c:v>
                </c:pt>
                <c:pt idx="618">
                  <c:v>180</c:v>
                </c:pt>
                <c:pt idx="619">
                  <c:v>225</c:v>
                </c:pt>
                <c:pt idx="620">
                  <c:v>270</c:v>
                </c:pt>
                <c:pt idx="621">
                  <c:v>255.69970000000001</c:v>
                </c:pt>
                <c:pt idx="622">
                  <c:v>270</c:v>
                </c:pt>
                <c:pt idx="623">
                  <c:v>200.73869999999999</c:v>
                </c:pt>
                <c:pt idx="624">
                  <c:v>348.21519999999998</c:v>
                </c:pt>
                <c:pt idx="625">
                  <c:v>267.54599999999999</c:v>
                </c:pt>
                <c:pt idx="626">
                  <c:v>126.2538</c:v>
                </c:pt>
                <c:pt idx="627">
                  <c:v>135.44759999999999</c:v>
                </c:pt>
                <c:pt idx="628">
                  <c:v>2.0601099999999999</c:v>
                </c:pt>
                <c:pt idx="629">
                  <c:v>357.33010000000002</c:v>
                </c:pt>
                <c:pt idx="630">
                  <c:v>10.40771</c:v>
                </c:pt>
                <c:pt idx="631">
                  <c:v>130.50290000000001</c:v>
                </c:pt>
                <c:pt idx="632">
                  <c:v>275.7106</c:v>
                </c:pt>
                <c:pt idx="633">
                  <c:v>239.226</c:v>
                </c:pt>
                <c:pt idx="634">
                  <c:v>198.435</c:v>
                </c:pt>
                <c:pt idx="635">
                  <c:v>60.333289999999998</c:v>
                </c:pt>
                <c:pt idx="636">
                  <c:v>22.53679</c:v>
                </c:pt>
                <c:pt idx="637">
                  <c:v>217.875</c:v>
                </c:pt>
                <c:pt idx="638">
                  <c:v>325.78429999999997</c:v>
                </c:pt>
                <c:pt idx="639">
                  <c:v>198.435</c:v>
                </c:pt>
                <c:pt idx="640">
                  <c:v>166.7989</c:v>
                </c:pt>
                <c:pt idx="641">
                  <c:v>306.86989999999997</c:v>
                </c:pt>
                <c:pt idx="642">
                  <c:v>328.57040000000001</c:v>
                </c:pt>
                <c:pt idx="643">
                  <c:v>272.4896</c:v>
                </c:pt>
                <c:pt idx="644">
                  <c:v>202.69380000000001</c:v>
                </c:pt>
                <c:pt idx="645">
                  <c:v>211.62559999999999</c:v>
                </c:pt>
                <c:pt idx="646">
                  <c:v>112.7144</c:v>
                </c:pt>
                <c:pt idx="647">
                  <c:v>345.1601</c:v>
                </c:pt>
                <c:pt idx="648">
                  <c:v>118.9092</c:v>
                </c:pt>
                <c:pt idx="649">
                  <c:v>271.46879999999999</c:v>
                </c:pt>
                <c:pt idx="650">
                  <c:v>53.746160000000003</c:v>
                </c:pt>
                <c:pt idx="651">
                  <c:v>165.57919999999999</c:v>
                </c:pt>
                <c:pt idx="652">
                  <c:v>18.434950000000001</c:v>
                </c:pt>
                <c:pt idx="653">
                  <c:v>249.69159999999999</c:v>
                </c:pt>
                <c:pt idx="654">
                  <c:v>26.447399999999998</c:v>
                </c:pt>
                <c:pt idx="655">
                  <c:v>8.8418139999999994</c:v>
                </c:pt>
                <c:pt idx="656">
                  <c:v>299.74489999999997</c:v>
                </c:pt>
                <c:pt idx="657">
                  <c:v>210.96379999999999</c:v>
                </c:pt>
                <c:pt idx="658">
                  <c:v>259.50850000000003</c:v>
                </c:pt>
                <c:pt idx="659">
                  <c:v>177.79740000000001</c:v>
                </c:pt>
                <c:pt idx="660">
                  <c:v>225.85509999999999</c:v>
                </c:pt>
                <c:pt idx="661">
                  <c:v>234.40309999999999</c:v>
                </c:pt>
                <c:pt idx="662">
                  <c:v>152.5924</c:v>
                </c:pt>
                <c:pt idx="663">
                  <c:v>279.29329999999999</c:v>
                </c:pt>
                <c:pt idx="664">
                  <c:v>68.106319999999997</c:v>
                </c:pt>
                <c:pt idx="665">
                  <c:v>342.94299999999998</c:v>
                </c:pt>
                <c:pt idx="666">
                  <c:v>225.37690000000001</c:v>
                </c:pt>
                <c:pt idx="667">
                  <c:v>251.565</c:v>
                </c:pt>
                <c:pt idx="668">
                  <c:v>231.34020000000001</c:v>
                </c:pt>
                <c:pt idx="669">
                  <c:v>172.53479999999999</c:v>
                </c:pt>
                <c:pt idx="670">
                  <c:v>225</c:v>
                </c:pt>
                <c:pt idx="671">
                  <c:v>160.34620000000001</c:v>
                </c:pt>
                <c:pt idx="672">
                  <c:v>163.4127</c:v>
                </c:pt>
                <c:pt idx="673">
                  <c:v>124.38030000000001</c:v>
                </c:pt>
                <c:pt idx="674">
                  <c:v>37.613959999999999</c:v>
                </c:pt>
                <c:pt idx="675">
                  <c:v>10.7843</c:v>
                </c:pt>
                <c:pt idx="676">
                  <c:v>228.69139999999999</c:v>
                </c:pt>
                <c:pt idx="677">
                  <c:v>345.46550000000002</c:v>
                </c:pt>
                <c:pt idx="678">
                  <c:v>224.4383</c:v>
                </c:pt>
                <c:pt idx="679">
                  <c:v>173.047</c:v>
                </c:pt>
                <c:pt idx="680">
                  <c:v>223.91909999999999</c:v>
                </c:pt>
                <c:pt idx="681">
                  <c:v>180.83029999999999</c:v>
                </c:pt>
                <c:pt idx="682">
                  <c:v>323.82040000000001</c:v>
                </c:pt>
                <c:pt idx="683">
                  <c:v>245.62350000000001</c:v>
                </c:pt>
                <c:pt idx="684">
                  <c:v>194.50659999999999</c:v>
                </c:pt>
                <c:pt idx="685">
                  <c:v>155.2415</c:v>
                </c:pt>
                <c:pt idx="686">
                  <c:v>316.19349999999997</c:v>
                </c:pt>
                <c:pt idx="687">
                  <c:v>233.74619999999999</c:v>
                </c:pt>
                <c:pt idx="688">
                  <c:v>237.80430000000001</c:v>
                </c:pt>
                <c:pt idx="689">
                  <c:v>264.53620000000001</c:v>
                </c:pt>
                <c:pt idx="690">
                  <c:v>150.4786</c:v>
                </c:pt>
                <c:pt idx="691">
                  <c:v>289.35899999999998</c:v>
                </c:pt>
                <c:pt idx="692">
                  <c:v>165.55600000000001</c:v>
                </c:pt>
                <c:pt idx="693">
                  <c:v>71.075360000000003</c:v>
                </c:pt>
                <c:pt idx="694">
                  <c:v>32.228760000000001</c:v>
                </c:pt>
                <c:pt idx="695">
                  <c:v>23.039439999999999</c:v>
                </c:pt>
                <c:pt idx="696">
                  <c:v>140.57220000000001</c:v>
                </c:pt>
                <c:pt idx="697">
                  <c:v>113.96250000000001</c:v>
                </c:pt>
                <c:pt idx="698">
                  <c:v>119.05459999999999</c:v>
                </c:pt>
                <c:pt idx="699">
                  <c:v>282.65260000000001</c:v>
                </c:pt>
                <c:pt idx="700">
                  <c:v>278.34390000000002</c:v>
                </c:pt>
                <c:pt idx="701">
                  <c:v>201.8014</c:v>
                </c:pt>
                <c:pt idx="702">
                  <c:v>205.64099999999999</c:v>
                </c:pt>
                <c:pt idx="703">
                  <c:v>193.5359</c:v>
                </c:pt>
                <c:pt idx="704">
                  <c:v>300.65069999999997</c:v>
                </c:pt>
                <c:pt idx="705">
                  <c:v>219.73230000000001</c:v>
                </c:pt>
                <c:pt idx="706">
                  <c:v>151.69919999999999</c:v>
                </c:pt>
                <c:pt idx="707">
                  <c:v>229.32509999999999</c:v>
                </c:pt>
                <c:pt idx="708">
                  <c:v>135</c:v>
                </c:pt>
                <c:pt idx="709">
                  <c:v>170.13419999999999</c:v>
                </c:pt>
                <c:pt idx="710">
                  <c:v>191.4212</c:v>
                </c:pt>
                <c:pt idx="711">
                  <c:v>115.2011</c:v>
                </c:pt>
                <c:pt idx="712">
                  <c:v>336.74430000000001</c:v>
                </c:pt>
                <c:pt idx="713">
                  <c:v>209.7449</c:v>
                </c:pt>
                <c:pt idx="714">
                  <c:v>335.60629999999998</c:v>
                </c:pt>
                <c:pt idx="715">
                  <c:v>294.63839999999999</c:v>
                </c:pt>
                <c:pt idx="716">
                  <c:v>241.69919999999999</c:v>
                </c:pt>
                <c:pt idx="717">
                  <c:v>223.26429999999999</c:v>
                </c:pt>
                <c:pt idx="718">
                  <c:v>137.2457</c:v>
                </c:pt>
                <c:pt idx="719">
                  <c:v>343.5514</c:v>
                </c:pt>
                <c:pt idx="720">
                  <c:v>121.373</c:v>
                </c:pt>
                <c:pt idx="721">
                  <c:v>123.1113</c:v>
                </c:pt>
                <c:pt idx="722">
                  <c:v>24.325569999999999</c:v>
                </c:pt>
                <c:pt idx="723">
                  <c:v>260.13420000000002</c:v>
                </c:pt>
                <c:pt idx="724">
                  <c:v>139.86449999999999</c:v>
                </c:pt>
                <c:pt idx="725">
                  <c:v>272.72629999999998</c:v>
                </c:pt>
                <c:pt idx="726">
                  <c:v>219.9709</c:v>
                </c:pt>
                <c:pt idx="727">
                  <c:v>230.5872</c:v>
                </c:pt>
                <c:pt idx="728">
                  <c:v>184.8793</c:v>
                </c:pt>
                <c:pt idx="729">
                  <c:v>172.18469999999999</c:v>
                </c:pt>
                <c:pt idx="730">
                  <c:v>228.8785</c:v>
                </c:pt>
                <c:pt idx="731">
                  <c:v>129.39070000000001</c:v>
                </c:pt>
                <c:pt idx="732">
                  <c:v>178.0694</c:v>
                </c:pt>
                <c:pt idx="733">
                  <c:v>324.46230000000003</c:v>
                </c:pt>
                <c:pt idx="734">
                  <c:v>62.525570000000002</c:v>
                </c:pt>
                <c:pt idx="735">
                  <c:v>138.5763</c:v>
                </c:pt>
                <c:pt idx="736">
                  <c:v>219.85210000000001</c:v>
                </c:pt>
                <c:pt idx="737">
                  <c:v>194.5889</c:v>
                </c:pt>
                <c:pt idx="738">
                  <c:v>227.7927</c:v>
                </c:pt>
                <c:pt idx="739">
                  <c:v>342.6884</c:v>
                </c:pt>
                <c:pt idx="740">
                  <c:v>317.46280000000002</c:v>
                </c:pt>
                <c:pt idx="741">
                  <c:v>42.954590000000003</c:v>
                </c:pt>
                <c:pt idx="742">
                  <c:v>17.904450000000001</c:v>
                </c:pt>
                <c:pt idx="743">
                  <c:v>42.852409999999999</c:v>
                </c:pt>
                <c:pt idx="744">
                  <c:v>76.827449999999999</c:v>
                </c:pt>
                <c:pt idx="745">
                  <c:v>10.271000000000001</c:v>
                </c:pt>
                <c:pt idx="746">
                  <c:v>282.26479999999998</c:v>
                </c:pt>
                <c:pt idx="747">
                  <c:v>296.56509999999997</c:v>
                </c:pt>
                <c:pt idx="748">
                  <c:v>217.40539999999999</c:v>
                </c:pt>
                <c:pt idx="749">
                  <c:v>218.50069999999999</c:v>
                </c:pt>
                <c:pt idx="750">
                  <c:v>217.04249999999999</c:v>
                </c:pt>
                <c:pt idx="751">
                  <c:v>39.897829999999999</c:v>
                </c:pt>
                <c:pt idx="752">
                  <c:v>356.44380000000001</c:v>
                </c:pt>
                <c:pt idx="753">
                  <c:v>202.3801</c:v>
                </c:pt>
                <c:pt idx="754">
                  <c:v>204.5505</c:v>
                </c:pt>
                <c:pt idx="755">
                  <c:v>154.9325</c:v>
                </c:pt>
                <c:pt idx="756">
                  <c:v>163.07249999999999</c:v>
                </c:pt>
                <c:pt idx="757">
                  <c:v>228.0941</c:v>
                </c:pt>
                <c:pt idx="758">
                  <c:v>170.2176</c:v>
                </c:pt>
                <c:pt idx="759">
                  <c:v>234.7276</c:v>
                </c:pt>
                <c:pt idx="760">
                  <c:v>177.63380000000001</c:v>
                </c:pt>
                <c:pt idx="761">
                  <c:v>225.6474</c:v>
                </c:pt>
                <c:pt idx="762">
                  <c:v>263.74099999999999</c:v>
                </c:pt>
                <c:pt idx="763">
                  <c:v>308.36750000000001</c:v>
                </c:pt>
                <c:pt idx="764">
                  <c:v>113.4986</c:v>
                </c:pt>
                <c:pt idx="765">
                  <c:v>260.75389999999999</c:v>
                </c:pt>
                <c:pt idx="766">
                  <c:v>103.3925</c:v>
                </c:pt>
                <c:pt idx="767">
                  <c:v>75.963750000000005</c:v>
                </c:pt>
                <c:pt idx="768">
                  <c:v>79.695149999999998</c:v>
                </c:pt>
                <c:pt idx="769">
                  <c:v>341.56509999999997</c:v>
                </c:pt>
                <c:pt idx="770">
                  <c:v>239.03620000000001</c:v>
                </c:pt>
                <c:pt idx="771">
                  <c:v>353.65980000000002</c:v>
                </c:pt>
                <c:pt idx="772">
                  <c:v>25.01689</c:v>
                </c:pt>
                <c:pt idx="773">
                  <c:v>247.9769</c:v>
                </c:pt>
                <c:pt idx="774">
                  <c:v>190.00800000000001</c:v>
                </c:pt>
                <c:pt idx="775">
                  <c:v>220.9144</c:v>
                </c:pt>
                <c:pt idx="776">
                  <c:v>338.96249999999998</c:v>
                </c:pt>
                <c:pt idx="777">
                  <c:v>331.50439999999998</c:v>
                </c:pt>
                <c:pt idx="778">
                  <c:v>0</c:v>
                </c:pt>
                <c:pt idx="779">
                  <c:v>271.27300000000002</c:v>
                </c:pt>
                <c:pt idx="780">
                  <c:v>94.014179999999996</c:v>
                </c:pt>
                <c:pt idx="781">
                  <c:v>137.09520000000001</c:v>
                </c:pt>
                <c:pt idx="782">
                  <c:v>191.9761</c:v>
                </c:pt>
                <c:pt idx="783">
                  <c:v>239.6764</c:v>
                </c:pt>
                <c:pt idx="784">
                  <c:v>90.909379999999999</c:v>
                </c:pt>
                <c:pt idx="785">
                  <c:v>275.85599999999999</c:v>
                </c:pt>
                <c:pt idx="786">
                  <c:v>28.739799999999999</c:v>
                </c:pt>
                <c:pt idx="787">
                  <c:v>14.036239999999999</c:v>
                </c:pt>
                <c:pt idx="788">
                  <c:v>30.19162</c:v>
                </c:pt>
                <c:pt idx="789">
                  <c:v>145.53919999999999</c:v>
                </c:pt>
                <c:pt idx="790">
                  <c:v>195.48849999999999</c:v>
                </c:pt>
                <c:pt idx="791">
                  <c:v>111.03749999999999</c:v>
                </c:pt>
                <c:pt idx="792">
                  <c:v>135</c:v>
                </c:pt>
                <c:pt idx="793">
                  <c:v>333.43490000000003</c:v>
                </c:pt>
                <c:pt idx="794">
                  <c:v>266.03530000000001</c:v>
                </c:pt>
                <c:pt idx="795">
                  <c:v>17.161919999999999</c:v>
                </c:pt>
                <c:pt idx="796">
                  <c:v>321.74259999999998</c:v>
                </c:pt>
                <c:pt idx="797">
                  <c:v>256.10879999999997</c:v>
                </c:pt>
                <c:pt idx="798">
                  <c:v>9.4623209999999993</c:v>
                </c:pt>
                <c:pt idx="799">
                  <c:v>338.5523</c:v>
                </c:pt>
                <c:pt idx="800">
                  <c:v>293.28609999999998</c:v>
                </c:pt>
                <c:pt idx="801">
                  <c:v>334.50240000000002</c:v>
                </c:pt>
                <c:pt idx="802">
                  <c:v>58.87753</c:v>
                </c:pt>
                <c:pt idx="803">
                  <c:v>127.0107</c:v>
                </c:pt>
                <c:pt idx="804">
                  <c:v>254.8459</c:v>
                </c:pt>
                <c:pt idx="805">
                  <c:v>208.65180000000001</c:v>
                </c:pt>
                <c:pt idx="806">
                  <c:v>218.7227</c:v>
                </c:pt>
                <c:pt idx="807">
                  <c:v>133.33969999999999</c:v>
                </c:pt>
                <c:pt idx="808">
                  <c:v>107.8189</c:v>
                </c:pt>
                <c:pt idx="809">
                  <c:v>211.42959999999999</c:v>
                </c:pt>
                <c:pt idx="810">
                  <c:v>45</c:v>
                </c:pt>
                <c:pt idx="811">
                  <c:v>342.1497</c:v>
                </c:pt>
                <c:pt idx="812">
                  <c:v>156.43119999999999</c:v>
                </c:pt>
                <c:pt idx="813">
                  <c:v>217.875</c:v>
                </c:pt>
                <c:pt idx="814">
                  <c:v>200.7723</c:v>
                </c:pt>
                <c:pt idx="815">
                  <c:v>265.30130000000003</c:v>
                </c:pt>
                <c:pt idx="816">
                  <c:v>288.57749999999999</c:v>
                </c:pt>
                <c:pt idx="817">
                  <c:v>108.97669999999999</c:v>
                </c:pt>
                <c:pt idx="818">
                  <c:v>246.41300000000001</c:v>
                </c:pt>
                <c:pt idx="819">
                  <c:v>124.0889</c:v>
                </c:pt>
                <c:pt idx="820">
                  <c:v>280.70139999999998</c:v>
                </c:pt>
                <c:pt idx="821">
                  <c:v>63.152709999999999</c:v>
                </c:pt>
                <c:pt idx="822">
                  <c:v>15.4885</c:v>
                </c:pt>
                <c:pt idx="823">
                  <c:v>115.26730000000001</c:v>
                </c:pt>
                <c:pt idx="824">
                  <c:v>98.130099999999999</c:v>
                </c:pt>
                <c:pt idx="825">
                  <c:v>11.19204</c:v>
                </c:pt>
                <c:pt idx="826">
                  <c:v>268.1524</c:v>
                </c:pt>
                <c:pt idx="827">
                  <c:v>334.29</c:v>
                </c:pt>
                <c:pt idx="828">
                  <c:v>229.0856</c:v>
                </c:pt>
                <c:pt idx="829">
                  <c:v>272.07499999999999</c:v>
                </c:pt>
                <c:pt idx="830">
                  <c:v>315</c:v>
                </c:pt>
                <c:pt idx="831">
                  <c:v>198.435</c:v>
                </c:pt>
                <c:pt idx="832">
                  <c:v>103.4957</c:v>
                </c:pt>
                <c:pt idx="833">
                  <c:v>186.48310000000001</c:v>
                </c:pt>
                <c:pt idx="834">
                  <c:v>229.79419999999999</c:v>
                </c:pt>
                <c:pt idx="835">
                  <c:v>155.40989999999999</c:v>
                </c:pt>
                <c:pt idx="836">
                  <c:v>13.920959999999999</c:v>
                </c:pt>
                <c:pt idx="837">
                  <c:v>96.666659999999993</c:v>
                </c:pt>
                <c:pt idx="838">
                  <c:v>224.71639999999999</c:v>
                </c:pt>
                <c:pt idx="839">
                  <c:v>70.407709999999994</c:v>
                </c:pt>
                <c:pt idx="840">
                  <c:v>81.027370000000005</c:v>
                </c:pt>
                <c:pt idx="841">
                  <c:v>348.69009999999997</c:v>
                </c:pt>
                <c:pt idx="842">
                  <c:v>328.21910000000003</c:v>
                </c:pt>
                <c:pt idx="843">
                  <c:v>243.0343</c:v>
                </c:pt>
                <c:pt idx="844">
                  <c:v>334.39780000000002</c:v>
                </c:pt>
                <c:pt idx="845">
                  <c:v>8.6428019999999997</c:v>
                </c:pt>
                <c:pt idx="846">
                  <c:v>175.60130000000001</c:v>
                </c:pt>
                <c:pt idx="847">
                  <c:v>205.94229999999999</c:v>
                </c:pt>
                <c:pt idx="848">
                  <c:v>54.293309999999998</c:v>
                </c:pt>
                <c:pt idx="849">
                  <c:v>51.34019</c:v>
                </c:pt>
                <c:pt idx="850">
                  <c:v>344.39609999999999</c:v>
                </c:pt>
                <c:pt idx="851">
                  <c:v>33.476280000000003</c:v>
                </c:pt>
                <c:pt idx="852">
                  <c:v>32.125</c:v>
                </c:pt>
                <c:pt idx="853">
                  <c:v>15.505039999999999</c:v>
                </c:pt>
                <c:pt idx="854">
                  <c:v>349.6952</c:v>
                </c:pt>
                <c:pt idx="855">
                  <c:v>104.95359999999999</c:v>
                </c:pt>
                <c:pt idx="856">
                  <c:v>47.700629999999997</c:v>
                </c:pt>
                <c:pt idx="857">
                  <c:v>14.82648</c:v>
                </c:pt>
                <c:pt idx="858">
                  <c:v>338.42869999999999</c:v>
                </c:pt>
                <c:pt idx="859">
                  <c:v>242.2415</c:v>
                </c:pt>
                <c:pt idx="860">
                  <c:v>285.52409999999998</c:v>
                </c:pt>
                <c:pt idx="861">
                  <c:v>151.7388</c:v>
                </c:pt>
                <c:pt idx="862">
                  <c:v>250.13290000000001</c:v>
                </c:pt>
                <c:pt idx="863">
                  <c:v>214.44820000000001</c:v>
                </c:pt>
                <c:pt idx="864">
                  <c:v>86.820170000000005</c:v>
                </c:pt>
                <c:pt idx="865">
                  <c:v>57.45</c:v>
                </c:pt>
                <c:pt idx="866">
                  <c:v>135.76390000000001</c:v>
                </c:pt>
                <c:pt idx="867">
                  <c:v>353.01900000000001</c:v>
                </c:pt>
                <c:pt idx="868">
                  <c:v>157.03620000000001</c:v>
                </c:pt>
                <c:pt idx="869">
                  <c:v>112.7144</c:v>
                </c:pt>
                <c:pt idx="870">
                  <c:v>175.94069999999999</c:v>
                </c:pt>
                <c:pt idx="871">
                  <c:v>281.30990000000003</c:v>
                </c:pt>
                <c:pt idx="872">
                  <c:v>98.285799999999995</c:v>
                </c:pt>
                <c:pt idx="873">
                  <c:v>92.675430000000006</c:v>
                </c:pt>
                <c:pt idx="874">
                  <c:v>338.10629999999998</c:v>
                </c:pt>
                <c:pt idx="875">
                  <c:v>238.36689999999999</c:v>
                </c:pt>
                <c:pt idx="876">
                  <c:v>3.5763340000000001</c:v>
                </c:pt>
                <c:pt idx="877">
                  <c:v>253.1063</c:v>
                </c:pt>
                <c:pt idx="878">
                  <c:v>208.30080000000001</c:v>
                </c:pt>
                <c:pt idx="879">
                  <c:v>276.84280000000001</c:v>
                </c:pt>
                <c:pt idx="880">
                  <c:v>228.0128</c:v>
                </c:pt>
                <c:pt idx="881">
                  <c:v>243.97040000000001</c:v>
                </c:pt>
                <c:pt idx="882">
                  <c:v>268.39400000000001</c:v>
                </c:pt>
                <c:pt idx="883">
                  <c:v>166.0497</c:v>
                </c:pt>
                <c:pt idx="884">
                  <c:v>315</c:v>
                </c:pt>
                <c:pt idx="885">
                  <c:v>282.70710000000003</c:v>
                </c:pt>
                <c:pt idx="886">
                  <c:v>101.71250000000001</c:v>
                </c:pt>
                <c:pt idx="887">
                  <c:v>204.49189999999999</c:v>
                </c:pt>
                <c:pt idx="888">
                  <c:v>211.36089999999999</c:v>
                </c:pt>
                <c:pt idx="889">
                  <c:v>199.41149999999999</c:v>
                </c:pt>
                <c:pt idx="890">
                  <c:v>248.83869999999999</c:v>
                </c:pt>
                <c:pt idx="891">
                  <c:v>220.3999</c:v>
                </c:pt>
                <c:pt idx="892">
                  <c:v>115.7873</c:v>
                </c:pt>
                <c:pt idx="893">
                  <c:v>220.0658</c:v>
                </c:pt>
                <c:pt idx="894">
                  <c:v>175.7946</c:v>
                </c:pt>
                <c:pt idx="895">
                  <c:v>208.12370000000001</c:v>
                </c:pt>
                <c:pt idx="896">
                  <c:v>141.059</c:v>
                </c:pt>
                <c:pt idx="897">
                  <c:v>347.61919999999998</c:v>
                </c:pt>
                <c:pt idx="898">
                  <c:v>217.36670000000001</c:v>
                </c:pt>
                <c:pt idx="899">
                  <c:v>312.27370000000002</c:v>
                </c:pt>
                <c:pt idx="900">
                  <c:v>353.95589999999999</c:v>
                </c:pt>
                <c:pt idx="901">
                  <c:v>241.85839999999999</c:v>
                </c:pt>
                <c:pt idx="902">
                  <c:v>348.47629999999998</c:v>
                </c:pt>
                <c:pt idx="903">
                  <c:v>138.8141</c:v>
                </c:pt>
                <c:pt idx="904">
                  <c:v>250.56</c:v>
                </c:pt>
                <c:pt idx="905">
                  <c:v>221.30860000000001</c:v>
                </c:pt>
                <c:pt idx="906">
                  <c:v>343.81079999999997</c:v>
                </c:pt>
                <c:pt idx="907">
                  <c:v>169.8836</c:v>
                </c:pt>
                <c:pt idx="908">
                  <c:v>200.1943</c:v>
                </c:pt>
                <c:pt idx="909">
                  <c:v>253.3792</c:v>
                </c:pt>
                <c:pt idx="910">
                  <c:v>190.85640000000001</c:v>
                </c:pt>
                <c:pt idx="911">
                  <c:v>97.0869</c:v>
                </c:pt>
                <c:pt idx="912">
                  <c:v>78.959059999999994</c:v>
                </c:pt>
                <c:pt idx="913">
                  <c:v>219.74619999999999</c:v>
                </c:pt>
                <c:pt idx="914">
                  <c:v>296.71870000000001</c:v>
                </c:pt>
                <c:pt idx="915">
                  <c:v>283.85140000000001</c:v>
                </c:pt>
                <c:pt idx="916">
                  <c:v>131.1859</c:v>
                </c:pt>
                <c:pt idx="917">
                  <c:v>206.565</c:v>
                </c:pt>
                <c:pt idx="918">
                  <c:v>23.198589999999999</c:v>
                </c:pt>
                <c:pt idx="919">
                  <c:v>111.13979999999999</c:v>
                </c:pt>
                <c:pt idx="920">
                  <c:v>209.7449</c:v>
                </c:pt>
                <c:pt idx="921">
                  <c:v>165.22839999999999</c:v>
                </c:pt>
                <c:pt idx="922">
                  <c:v>182.29060000000001</c:v>
                </c:pt>
                <c:pt idx="923">
                  <c:v>222.51050000000001</c:v>
                </c:pt>
                <c:pt idx="924">
                  <c:v>268.1524</c:v>
                </c:pt>
                <c:pt idx="925">
                  <c:v>234.4623</c:v>
                </c:pt>
                <c:pt idx="926">
                  <c:v>225</c:v>
                </c:pt>
                <c:pt idx="927">
                  <c:v>83.107569999999996</c:v>
                </c:pt>
                <c:pt idx="928">
                  <c:v>146.52369999999999</c:v>
                </c:pt>
                <c:pt idx="929">
                  <c:v>315.78480000000002</c:v>
                </c:pt>
                <c:pt idx="930">
                  <c:v>250.1148</c:v>
                </c:pt>
                <c:pt idx="931">
                  <c:v>16.55707</c:v>
                </c:pt>
                <c:pt idx="932">
                  <c:v>35.311210000000003</c:v>
                </c:pt>
                <c:pt idx="933">
                  <c:v>262.78570000000002</c:v>
                </c:pt>
                <c:pt idx="934">
                  <c:v>64.440029999999993</c:v>
                </c:pt>
                <c:pt idx="935">
                  <c:v>325.23480000000001</c:v>
                </c:pt>
                <c:pt idx="936">
                  <c:v>239.03620000000001</c:v>
                </c:pt>
                <c:pt idx="937">
                  <c:v>273.21550000000002</c:v>
                </c:pt>
                <c:pt idx="938">
                  <c:v>81.714200000000005</c:v>
                </c:pt>
                <c:pt idx="939">
                  <c:v>181.9306</c:v>
                </c:pt>
                <c:pt idx="940">
                  <c:v>243.0478</c:v>
                </c:pt>
                <c:pt idx="941">
                  <c:v>71.965710000000001</c:v>
                </c:pt>
                <c:pt idx="942">
                  <c:v>242.65010000000001</c:v>
                </c:pt>
                <c:pt idx="943">
                  <c:v>126.8699</c:v>
                </c:pt>
                <c:pt idx="944">
                  <c:v>260.13420000000002</c:v>
                </c:pt>
                <c:pt idx="945">
                  <c:v>98.746160000000003</c:v>
                </c:pt>
                <c:pt idx="946">
                  <c:v>130.2364</c:v>
                </c:pt>
                <c:pt idx="947">
                  <c:v>284.11149999999998</c:v>
                </c:pt>
                <c:pt idx="948">
                  <c:v>276.87</c:v>
                </c:pt>
                <c:pt idx="949">
                  <c:v>250.72049999999999</c:v>
                </c:pt>
                <c:pt idx="950">
                  <c:v>179.16970000000001</c:v>
                </c:pt>
                <c:pt idx="951">
                  <c:v>276.34019999999998</c:v>
                </c:pt>
                <c:pt idx="952">
                  <c:v>205.88030000000001</c:v>
                </c:pt>
                <c:pt idx="953">
                  <c:v>129.2894</c:v>
                </c:pt>
                <c:pt idx="954">
                  <c:v>131.39150000000001</c:v>
                </c:pt>
                <c:pt idx="955">
                  <c:v>16.69924</c:v>
                </c:pt>
                <c:pt idx="956">
                  <c:v>238.03870000000001</c:v>
                </c:pt>
                <c:pt idx="957">
                  <c:v>244.82249999999999</c:v>
                </c:pt>
                <c:pt idx="958">
                  <c:v>2.3613740000000001</c:v>
                </c:pt>
                <c:pt idx="959">
                  <c:v>22.31944</c:v>
                </c:pt>
                <c:pt idx="960">
                  <c:v>283.54320000000001</c:v>
                </c:pt>
                <c:pt idx="961">
                  <c:v>281.03250000000003</c:v>
                </c:pt>
                <c:pt idx="962">
                  <c:v>166.42959999999999</c:v>
                </c:pt>
                <c:pt idx="963">
                  <c:v>100.2651</c:v>
                </c:pt>
                <c:pt idx="964">
                  <c:v>175.2799</c:v>
                </c:pt>
                <c:pt idx="965">
                  <c:v>274.33229999999998</c:v>
                </c:pt>
                <c:pt idx="966">
                  <c:v>292.16640000000001</c:v>
                </c:pt>
                <c:pt idx="967">
                  <c:v>85.006259999999997</c:v>
                </c:pt>
                <c:pt idx="968">
                  <c:v>177.9975</c:v>
                </c:pt>
                <c:pt idx="969">
                  <c:v>144.75239999999999</c:v>
                </c:pt>
                <c:pt idx="970">
                  <c:v>180</c:v>
                </c:pt>
                <c:pt idx="971">
                  <c:v>113.1986</c:v>
                </c:pt>
                <c:pt idx="972">
                  <c:v>219.21279999999999</c:v>
                </c:pt>
                <c:pt idx="973">
                  <c:v>193.7363</c:v>
                </c:pt>
                <c:pt idx="974">
                  <c:v>227.72630000000001</c:v>
                </c:pt>
                <c:pt idx="975">
                  <c:v>163.9092</c:v>
                </c:pt>
                <c:pt idx="976">
                  <c:v>355.2921</c:v>
                </c:pt>
                <c:pt idx="977">
                  <c:v>304.81760000000003</c:v>
                </c:pt>
                <c:pt idx="978">
                  <c:v>87.878910000000005</c:v>
                </c:pt>
                <c:pt idx="979">
                  <c:v>223.45179999999999</c:v>
                </c:pt>
                <c:pt idx="980">
                  <c:v>89.541640000000001</c:v>
                </c:pt>
                <c:pt idx="981">
                  <c:v>195.71860000000001</c:v>
                </c:pt>
                <c:pt idx="982">
                  <c:v>243.61859999999999</c:v>
                </c:pt>
                <c:pt idx="983">
                  <c:v>287.86489999999998</c:v>
                </c:pt>
                <c:pt idx="984">
                  <c:v>349.8245</c:v>
                </c:pt>
                <c:pt idx="985">
                  <c:v>301.5838</c:v>
                </c:pt>
                <c:pt idx="986">
                  <c:v>282.20049999999998</c:v>
                </c:pt>
                <c:pt idx="987">
                  <c:v>22.750979999999998</c:v>
                </c:pt>
                <c:pt idx="988">
                  <c:v>6.4287470000000004</c:v>
                </c:pt>
                <c:pt idx="989">
                  <c:v>277.4314</c:v>
                </c:pt>
                <c:pt idx="990">
                  <c:v>127.23480000000001</c:v>
                </c:pt>
                <c:pt idx="991">
                  <c:v>219.2176</c:v>
                </c:pt>
                <c:pt idx="992">
                  <c:v>224.55590000000001</c:v>
                </c:pt>
                <c:pt idx="993">
                  <c:v>265.7636</c:v>
                </c:pt>
                <c:pt idx="994">
                  <c:v>184.6987</c:v>
                </c:pt>
                <c:pt idx="995">
                  <c:v>296.56509999999997</c:v>
                </c:pt>
                <c:pt idx="996">
                  <c:v>270.85509999999999</c:v>
                </c:pt>
                <c:pt idx="997">
                  <c:v>120.6186</c:v>
                </c:pt>
                <c:pt idx="998">
                  <c:v>112.3801</c:v>
                </c:pt>
                <c:pt idx="999">
                  <c:v>121.9666</c:v>
                </c:pt>
                <c:pt idx="1000">
                  <c:v>270.75380000000001</c:v>
                </c:pt>
                <c:pt idx="1001">
                  <c:v>192.4751</c:v>
                </c:pt>
                <c:pt idx="1002">
                  <c:v>178.1524</c:v>
                </c:pt>
                <c:pt idx="1003">
                  <c:v>156.60550000000001</c:v>
                </c:pt>
                <c:pt idx="1004">
                  <c:v>154.98310000000001</c:v>
                </c:pt>
                <c:pt idx="1005">
                  <c:v>312.3974</c:v>
                </c:pt>
                <c:pt idx="1006">
                  <c:v>292.38010000000003</c:v>
                </c:pt>
                <c:pt idx="1007">
                  <c:v>196.7251</c:v>
                </c:pt>
                <c:pt idx="1008">
                  <c:v>200.09520000000001</c:v>
                </c:pt>
                <c:pt idx="1009">
                  <c:v>161.565</c:v>
                </c:pt>
                <c:pt idx="1010">
                  <c:v>176.03530000000001</c:v>
                </c:pt>
                <c:pt idx="1011">
                  <c:v>255.0942</c:v>
                </c:pt>
                <c:pt idx="1012">
                  <c:v>116.20010000000001</c:v>
                </c:pt>
                <c:pt idx="1013">
                  <c:v>60.642249999999997</c:v>
                </c:pt>
                <c:pt idx="1014">
                  <c:v>138.29400000000001</c:v>
                </c:pt>
                <c:pt idx="1015">
                  <c:v>338.44810000000001</c:v>
                </c:pt>
                <c:pt idx="1016">
                  <c:v>303.19760000000002</c:v>
                </c:pt>
                <c:pt idx="1017">
                  <c:v>284.21589999999998</c:v>
                </c:pt>
                <c:pt idx="1018">
                  <c:v>297.68110000000001</c:v>
                </c:pt>
                <c:pt idx="1019">
                  <c:v>155.32310000000001</c:v>
                </c:pt>
                <c:pt idx="1020">
                  <c:v>143.94540000000001</c:v>
                </c:pt>
                <c:pt idx="1021">
                  <c:v>104.7436</c:v>
                </c:pt>
                <c:pt idx="1022">
                  <c:v>241.4222</c:v>
                </c:pt>
                <c:pt idx="1023">
                  <c:v>259.7559</c:v>
                </c:pt>
                <c:pt idx="1024">
                  <c:v>1.941486</c:v>
                </c:pt>
                <c:pt idx="1025">
                  <c:v>286.27390000000003</c:v>
                </c:pt>
                <c:pt idx="1026">
                  <c:v>196.631</c:v>
                </c:pt>
                <c:pt idx="1027">
                  <c:v>197.75489999999999</c:v>
                </c:pt>
                <c:pt idx="1028">
                  <c:v>84.499589999999998</c:v>
                </c:pt>
                <c:pt idx="1029">
                  <c:v>151.94919999999999</c:v>
                </c:pt>
                <c:pt idx="1030">
                  <c:v>225.99639999999999</c:v>
                </c:pt>
                <c:pt idx="1031">
                  <c:v>176.45519999999999</c:v>
                </c:pt>
                <c:pt idx="1032">
                  <c:v>172.64760000000001</c:v>
                </c:pt>
                <c:pt idx="1033">
                  <c:v>316.3322</c:v>
                </c:pt>
                <c:pt idx="1034">
                  <c:v>348.91739999999999</c:v>
                </c:pt>
                <c:pt idx="1035">
                  <c:v>357.90109999999999</c:v>
                </c:pt>
                <c:pt idx="1036">
                  <c:v>239.8586</c:v>
                </c:pt>
                <c:pt idx="1037">
                  <c:v>207.4076</c:v>
                </c:pt>
                <c:pt idx="1038">
                  <c:v>329.82650000000001</c:v>
                </c:pt>
                <c:pt idx="1039">
                  <c:v>27.897269999999999</c:v>
                </c:pt>
                <c:pt idx="1040">
                  <c:v>232.7921</c:v>
                </c:pt>
                <c:pt idx="1041">
                  <c:v>106.3895</c:v>
                </c:pt>
                <c:pt idx="1042">
                  <c:v>86.128749999999997</c:v>
                </c:pt>
                <c:pt idx="1043">
                  <c:v>45</c:v>
                </c:pt>
                <c:pt idx="1044">
                  <c:v>145.40770000000001</c:v>
                </c:pt>
                <c:pt idx="1045">
                  <c:v>245.17070000000001</c:v>
                </c:pt>
                <c:pt idx="1046">
                  <c:v>331.00740000000002</c:v>
                </c:pt>
                <c:pt idx="1047">
                  <c:v>223.69800000000001</c:v>
                </c:pt>
                <c:pt idx="1048">
                  <c:v>189.35300000000001</c:v>
                </c:pt>
                <c:pt idx="1049">
                  <c:v>270.57870000000003</c:v>
                </c:pt>
                <c:pt idx="1050">
                  <c:v>190.66040000000001</c:v>
                </c:pt>
                <c:pt idx="1051">
                  <c:v>245.9126</c:v>
                </c:pt>
                <c:pt idx="1052">
                  <c:v>194.9314</c:v>
                </c:pt>
                <c:pt idx="1053">
                  <c:v>202.72409999999999</c:v>
                </c:pt>
                <c:pt idx="1054">
                  <c:v>334.50240000000002</c:v>
                </c:pt>
                <c:pt idx="1055">
                  <c:v>16.30171</c:v>
                </c:pt>
                <c:pt idx="1056">
                  <c:v>105.7808</c:v>
                </c:pt>
                <c:pt idx="1057">
                  <c:v>205.3014</c:v>
                </c:pt>
                <c:pt idx="1058">
                  <c:v>64.025599999999997</c:v>
                </c:pt>
                <c:pt idx="1059">
                  <c:v>132.45519999999999</c:v>
                </c:pt>
                <c:pt idx="1060">
                  <c:v>169.13589999999999</c:v>
                </c:pt>
                <c:pt idx="1061">
                  <c:v>208.00919999999999</c:v>
                </c:pt>
                <c:pt idx="1062">
                  <c:v>193.39250000000001</c:v>
                </c:pt>
                <c:pt idx="1063">
                  <c:v>244.98310000000001</c:v>
                </c:pt>
                <c:pt idx="1064">
                  <c:v>162.19239999999999</c:v>
                </c:pt>
                <c:pt idx="1065">
                  <c:v>284.9314</c:v>
                </c:pt>
                <c:pt idx="1066">
                  <c:v>190.7715</c:v>
                </c:pt>
                <c:pt idx="1067">
                  <c:v>229.7148</c:v>
                </c:pt>
                <c:pt idx="1068">
                  <c:v>277.66680000000002</c:v>
                </c:pt>
                <c:pt idx="1069">
                  <c:v>190.0975</c:v>
                </c:pt>
                <c:pt idx="1070">
                  <c:v>97.206050000000005</c:v>
                </c:pt>
                <c:pt idx="1071">
                  <c:v>68.875280000000004</c:v>
                </c:pt>
                <c:pt idx="1072">
                  <c:v>317.2679</c:v>
                </c:pt>
                <c:pt idx="1073">
                  <c:v>9.1250079999999993</c:v>
                </c:pt>
                <c:pt idx="1074">
                  <c:v>270.50700000000001</c:v>
                </c:pt>
                <c:pt idx="1075">
                  <c:v>20.556049999999999</c:v>
                </c:pt>
                <c:pt idx="1076">
                  <c:v>286.69920000000002</c:v>
                </c:pt>
                <c:pt idx="1077">
                  <c:v>339.0265</c:v>
                </c:pt>
                <c:pt idx="1078">
                  <c:v>270</c:v>
                </c:pt>
                <c:pt idx="1079">
                  <c:v>317.6026</c:v>
                </c:pt>
                <c:pt idx="1080">
                  <c:v>136.46879999999999</c:v>
                </c:pt>
                <c:pt idx="1081">
                  <c:v>79.992019999999997</c:v>
                </c:pt>
                <c:pt idx="1082">
                  <c:v>199.5367</c:v>
                </c:pt>
                <c:pt idx="1083">
                  <c:v>328.76080000000002</c:v>
                </c:pt>
                <c:pt idx="1084">
                  <c:v>7.2142619999999997</c:v>
                </c:pt>
                <c:pt idx="1085">
                  <c:v>332.565</c:v>
                </c:pt>
                <c:pt idx="1086">
                  <c:v>334.56630000000001</c:v>
                </c:pt>
                <c:pt idx="1087">
                  <c:v>23.198589999999999</c:v>
                </c:pt>
                <c:pt idx="1088">
                  <c:v>342.3777</c:v>
                </c:pt>
                <c:pt idx="1089">
                  <c:v>340.92489999999998</c:v>
                </c:pt>
                <c:pt idx="1090">
                  <c:v>111.97450000000001</c:v>
                </c:pt>
                <c:pt idx="1091">
                  <c:v>131.26859999999999</c:v>
                </c:pt>
                <c:pt idx="1092">
                  <c:v>195.0333</c:v>
                </c:pt>
                <c:pt idx="1093">
                  <c:v>227.15299999999999</c:v>
                </c:pt>
                <c:pt idx="1094">
                  <c:v>162.82409999999999</c:v>
                </c:pt>
                <c:pt idx="1095">
                  <c:v>281.43369999999999</c:v>
                </c:pt>
                <c:pt idx="1096">
                  <c:v>192.99459999999999</c:v>
                </c:pt>
                <c:pt idx="1097">
                  <c:v>76.954359999999994</c:v>
                </c:pt>
                <c:pt idx="1098">
                  <c:v>163.00919999999999</c:v>
                </c:pt>
                <c:pt idx="1099">
                  <c:v>256.90809999999999</c:v>
                </c:pt>
                <c:pt idx="1100">
                  <c:v>309.48509999999999</c:v>
                </c:pt>
                <c:pt idx="1101">
                  <c:v>185.3767</c:v>
                </c:pt>
                <c:pt idx="1102">
                  <c:v>226.273</c:v>
                </c:pt>
                <c:pt idx="1103">
                  <c:v>233.56909999999999</c:v>
                </c:pt>
                <c:pt idx="1104">
                  <c:v>255.60640000000001</c:v>
                </c:pt>
                <c:pt idx="1105">
                  <c:v>140.7679</c:v>
                </c:pt>
                <c:pt idx="1106">
                  <c:v>290.40019999999998</c:v>
                </c:pt>
                <c:pt idx="1107">
                  <c:v>118.664</c:v>
                </c:pt>
                <c:pt idx="1108">
                  <c:v>138.1798</c:v>
                </c:pt>
                <c:pt idx="1109">
                  <c:v>219.3595</c:v>
                </c:pt>
                <c:pt idx="1110">
                  <c:v>227.88640000000001</c:v>
                </c:pt>
                <c:pt idx="1111">
                  <c:v>251.565</c:v>
                </c:pt>
                <c:pt idx="1112">
                  <c:v>21.467649999999999</c:v>
                </c:pt>
                <c:pt idx="1113">
                  <c:v>114.5196</c:v>
                </c:pt>
                <c:pt idx="1114">
                  <c:v>50.355820000000001</c:v>
                </c:pt>
                <c:pt idx="1115">
                  <c:v>314.20429999999999</c:v>
                </c:pt>
                <c:pt idx="1116">
                  <c:v>165.0333</c:v>
                </c:pt>
                <c:pt idx="1117">
                  <c:v>124.1499</c:v>
                </c:pt>
                <c:pt idx="1118">
                  <c:v>123.5034</c:v>
                </c:pt>
                <c:pt idx="1119">
                  <c:v>56.129190000000001</c:v>
                </c:pt>
                <c:pt idx="1120">
                  <c:v>344.55369999999999</c:v>
                </c:pt>
                <c:pt idx="1121">
                  <c:v>86.987210000000005</c:v>
                </c:pt>
                <c:pt idx="1122">
                  <c:v>145.72890000000001</c:v>
                </c:pt>
                <c:pt idx="1123">
                  <c:v>9.1301760000000005</c:v>
                </c:pt>
                <c:pt idx="1124">
                  <c:v>207.55279999999999</c:v>
                </c:pt>
                <c:pt idx="1125">
                  <c:v>233.56909999999999</c:v>
                </c:pt>
                <c:pt idx="1126">
                  <c:v>176.87790000000001</c:v>
                </c:pt>
                <c:pt idx="1127">
                  <c:v>130.7636</c:v>
                </c:pt>
                <c:pt idx="1128">
                  <c:v>154.179</c:v>
                </c:pt>
                <c:pt idx="1129">
                  <c:v>147.6996</c:v>
                </c:pt>
                <c:pt idx="1130">
                  <c:v>24.290959999999998</c:v>
                </c:pt>
                <c:pt idx="1131">
                  <c:v>50.332160000000002</c:v>
                </c:pt>
                <c:pt idx="1132">
                  <c:v>187.25319999999999</c:v>
                </c:pt>
                <c:pt idx="1133">
                  <c:v>200.93440000000001</c:v>
                </c:pt>
                <c:pt idx="1134">
                  <c:v>52.236919999999998</c:v>
                </c:pt>
                <c:pt idx="1135">
                  <c:v>92.683779999999999</c:v>
                </c:pt>
                <c:pt idx="1136">
                  <c:v>206.565</c:v>
                </c:pt>
                <c:pt idx="1137">
                  <c:v>196.5873</c:v>
                </c:pt>
                <c:pt idx="1138">
                  <c:v>78.023859999999999</c:v>
                </c:pt>
                <c:pt idx="1139">
                  <c:v>153.435</c:v>
                </c:pt>
                <c:pt idx="1140">
                  <c:v>48.99091</c:v>
                </c:pt>
                <c:pt idx="1141">
                  <c:v>144.59309999999999</c:v>
                </c:pt>
                <c:pt idx="1142">
                  <c:v>178.7636</c:v>
                </c:pt>
                <c:pt idx="1143">
                  <c:v>120.37909999999999</c:v>
                </c:pt>
                <c:pt idx="1144">
                  <c:v>129.16050000000001</c:v>
                </c:pt>
                <c:pt idx="1145">
                  <c:v>190.00800000000001</c:v>
                </c:pt>
                <c:pt idx="1146">
                  <c:v>118.4652</c:v>
                </c:pt>
                <c:pt idx="1147">
                  <c:v>0</c:v>
                </c:pt>
              </c:numCache>
            </c:numRef>
          </c:yVal>
          <c:smooth val="0"/>
          <c:extLst>
            <c:ext xmlns:c16="http://schemas.microsoft.com/office/drawing/2014/chart" uri="{C3380CC4-5D6E-409C-BE32-E72D297353CC}">
              <c16:uniqueId val="{00000001-F0E0-4473-BD6C-0FE46E6503C2}"/>
            </c:ext>
          </c:extLst>
        </c:ser>
        <c:dLbls>
          <c:showLegendKey val="0"/>
          <c:showVal val="0"/>
          <c:showCatName val="0"/>
          <c:showSerName val="0"/>
          <c:showPercent val="0"/>
          <c:showBubbleSize val="0"/>
        </c:dLbls>
        <c:axId val="227605279"/>
        <c:axId val="141239023"/>
      </c:scatterChart>
      <c:valAx>
        <c:axId val="141239023"/>
        <c:scaling>
          <c:orientation val="minMax"/>
          <c:max val="360"/>
          <c:min val="-1"/>
        </c:scaling>
        <c:delete val="0"/>
        <c:axPos val="l"/>
        <c:majorGridlines>
          <c:spPr>
            <a:ln w="9528" cap="flat" cmpd="sng" algn="ctr">
              <a:solidFill>
                <a:srgbClr val="D9D9D9"/>
              </a:solidFill>
              <a:prstDash val="solid"/>
              <a:round/>
            </a:ln>
            <a:effectLst/>
          </c:spPr>
        </c:majorGridlines>
        <c:title>
          <c:tx>
            <c:rich>
              <a:bodyPr rot="-540000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r>
                  <a:rPr lang="en-GB" sz="1400" b="1" i="0" u="none" strike="noStrike" kern="1200" cap="none" spc="0" baseline="0">
                    <a:solidFill>
                      <a:srgbClr val="595959"/>
                    </a:solidFill>
                    <a:uFillTx/>
                    <a:latin typeface="Calibri"/>
                  </a:rPr>
                  <a:t>Aspect</a:t>
                </a:r>
              </a:p>
            </c:rich>
          </c:tx>
          <c:overlay val="0"/>
          <c:spPr>
            <a:noFill/>
            <a:ln>
              <a:noFill/>
            </a:ln>
            <a:effectLst/>
          </c:spPr>
          <c:txPr>
            <a:bodyPr rot="-540000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endParaRPr lang="en-PK"/>
            </a:p>
          </c:txPr>
        </c:title>
        <c:numFmt formatCode="0.0" sourceLinked="1"/>
        <c:majorTickMark val="none"/>
        <c:minorTickMark val="none"/>
        <c:tickLblPos val="nextTo"/>
        <c:spPr>
          <a:noFill/>
          <a:ln w="9528" cap="flat" cmpd="sng" algn="ctr">
            <a:solidFill>
              <a:srgbClr val="BFBFBF"/>
            </a:solidFill>
            <a:prstDash val="solid"/>
            <a:round/>
          </a:ln>
          <a:effectLst/>
        </c:spPr>
        <c:txPr>
          <a:bodyPr rot="-60000000" spcFirstLastPara="1" vertOverflow="ellipsis" vert="horz" wrap="square" lIns="0" tIns="0" rIns="0" bIns="0" anchor="ctr" anchorCtr="1"/>
          <a:lstStyle/>
          <a:p>
            <a:pPr marL="0" marR="0" indent="0" defTabSz="914400" fontAlgn="auto" hangingPunct="1">
              <a:lnSpc>
                <a:spcPct val="100000"/>
              </a:lnSpc>
              <a:spcBef>
                <a:spcPts val="0"/>
              </a:spcBef>
              <a:spcAft>
                <a:spcPts val="0"/>
              </a:spcAft>
              <a:tabLst/>
              <a:defRPr lang="en-US" sz="1200" b="0" i="0" u="none" strike="noStrike" kern="1200" baseline="0">
                <a:solidFill>
                  <a:srgbClr val="595959"/>
                </a:solidFill>
                <a:latin typeface="Calibri"/>
                <a:ea typeface="+mn-ea"/>
                <a:cs typeface="+mn-cs"/>
              </a:defRPr>
            </a:pPr>
            <a:endParaRPr lang="en-PK"/>
          </a:p>
        </c:txPr>
        <c:crossAx val="227605279"/>
        <c:crosses val="autoZero"/>
        <c:crossBetween val="midCat"/>
      </c:valAx>
      <c:valAx>
        <c:axId val="227605279"/>
        <c:scaling>
          <c:orientation val="minMax"/>
          <c:max val="40"/>
          <c:min val="15"/>
        </c:scaling>
        <c:delete val="0"/>
        <c:axPos val="b"/>
        <c:majorGridlines>
          <c:spPr>
            <a:ln w="9528" cap="flat" cmpd="sng" algn="ctr">
              <a:solidFill>
                <a:srgbClr val="D9D9D9"/>
              </a:solidFill>
              <a:prstDash val="solid"/>
              <a:round/>
            </a:ln>
            <a:effectLst/>
          </c:spPr>
        </c:majorGridlines>
        <c:title>
          <c:tx>
            <c:rich>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r>
                  <a:rPr lang="en-GB" sz="1400" b="1" i="0" u="none" strike="noStrike" kern="1200" cap="none" spc="0" baseline="0">
                    <a:solidFill>
                      <a:srgbClr val="595959"/>
                    </a:solidFill>
                    <a:uFillTx/>
                    <a:latin typeface="Calibri"/>
                  </a:rPr>
                  <a:t>LST</a:t>
                </a:r>
              </a:p>
            </c:rich>
          </c:tx>
          <c:overlay val="0"/>
          <c:spPr>
            <a:noFill/>
            <a:ln>
              <a:noFill/>
            </a:ln>
            <a:effectLst/>
          </c:spPr>
          <c:txPr>
            <a:bodyPr rot="0" spcFirstLastPara="1" vertOverflow="ellipsis" vert="horz" wrap="square" lIns="0" tIns="0" rIns="0" bIns="0" anchor="ctr" anchorCtr="1"/>
            <a:lstStyle/>
            <a:p>
              <a:pPr marL="0" marR="0" indent="0" algn="ctr" defTabSz="914400" fontAlgn="auto" hangingPunct="1">
                <a:lnSpc>
                  <a:spcPct val="100000"/>
                </a:lnSpc>
                <a:spcBef>
                  <a:spcPts val="0"/>
                </a:spcBef>
                <a:spcAft>
                  <a:spcPts val="0"/>
                </a:spcAft>
                <a:tabLst/>
                <a:defRPr lang="en-US" sz="1400" b="1" i="0" u="none" strike="noStrike" kern="1200" baseline="0">
                  <a:solidFill>
                    <a:srgbClr val="595959"/>
                  </a:solidFill>
                  <a:latin typeface="Calibri"/>
                  <a:ea typeface="+mn-ea"/>
                  <a:cs typeface="+mn-cs"/>
                </a:defRPr>
              </a:pPr>
              <a:endParaRPr lang="en-PK"/>
            </a:p>
          </c:txPr>
        </c:title>
        <c:numFmt formatCode="0.0" sourceLinked="1"/>
        <c:majorTickMark val="none"/>
        <c:minorTickMark val="none"/>
        <c:tickLblPos val="nextTo"/>
        <c:spPr>
          <a:noFill/>
          <a:ln w="9528" cap="flat" cmpd="sng" algn="ctr">
            <a:solidFill>
              <a:srgbClr val="BFBFBF"/>
            </a:solidFill>
            <a:prstDash val="solid"/>
            <a:round/>
          </a:ln>
          <a:effectLst/>
        </c:spPr>
        <c:txPr>
          <a:bodyPr rot="-60000000" spcFirstLastPara="1" vertOverflow="ellipsis" vert="horz" wrap="square" lIns="0" tIns="0" rIns="0" bIns="0" anchor="ctr" anchorCtr="1"/>
          <a:lstStyle/>
          <a:p>
            <a:pPr marL="0" marR="0" indent="0" defTabSz="914400" fontAlgn="auto" hangingPunct="1">
              <a:lnSpc>
                <a:spcPct val="100000"/>
              </a:lnSpc>
              <a:spcBef>
                <a:spcPts val="0"/>
              </a:spcBef>
              <a:spcAft>
                <a:spcPts val="0"/>
              </a:spcAft>
              <a:tabLst/>
              <a:defRPr lang="en-US" sz="1200" b="0" i="0" u="none" strike="noStrike" kern="1200" baseline="0">
                <a:solidFill>
                  <a:srgbClr val="595959"/>
                </a:solidFill>
                <a:latin typeface="Calibri"/>
                <a:ea typeface="+mn-ea"/>
                <a:cs typeface="+mn-cs"/>
              </a:defRPr>
            </a:pPr>
            <a:endParaRPr lang="en-PK"/>
          </a:p>
        </c:txPr>
        <c:crossAx val="141239023"/>
        <c:crosses val="autoZero"/>
        <c:crossBetween val="midCat"/>
      </c:valAx>
      <c:spPr>
        <a:noFill/>
        <a:ln w="12701">
          <a:solidFill>
            <a:srgbClr val="A6A6A6"/>
          </a:solidFill>
          <a:prstDash val="solid"/>
        </a:ln>
        <a:effectLst/>
      </c:spPr>
    </c:plotArea>
    <c:plotVisOnly val="1"/>
    <c:dispBlanksAs val="gap"/>
    <c:showDLblsOverMax val="0"/>
  </c:chart>
  <c:spPr>
    <a:solidFill>
      <a:srgbClr val="FFFFFF"/>
    </a:solidFill>
    <a:ln w="9528" cap="flat" cmpd="sng" algn="ctr">
      <a:solidFill>
        <a:sysClr val="windowText" lastClr="000000"/>
      </a:solidFill>
      <a:prstDash val="solid"/>
      <a:round/>
    </a:ln>
    <a:effectLst/>
  </c:spPr>
  <c:txPr>
    <a:bodyPr lIns="0" tIns="0" rIns="0" bIns="0"/>
    <a:lstStyle/>
    <a:p>
      <a:pPr marL="0" marR="0" indent="0" defTabSz="914400" fontAlgn="auto" hangingPunct="1">
        <a:lnSpc>
          <a:spcPct val="100000"/>
        </a:lnSpc>
        <a:spcBef>
          <a:spcPts val="0"/>
        </a:spcBef>
        <a:spcAft>
          <a:spcPts val="0"/>
        </a:spcAft>
        <a:tabLst/>
        <a:defRPr lang="en-US" sz="1000" b="0" i="0" u="none" strike="noStrike" kern="1200" baseline="0">
          <a:solidFill>
            <a:srgbClr val="000000"/>
          </a:solidFill>
          <a:latin typeface="Calibri"/>
        </a:defRPr>
      </a:pPr>
      <a:endParaRPr lang="en-PK"/>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2.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3.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4.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F61ED-EEC1-4732-A7F8-708B2EEA7F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32C74DD-31A2-4B6F-88E0-1DD3E9E889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DADF9BC-1757-4881-9D4E-C8D5FFD93493}"/>
              </a:ext>
            </a:extLst>
          </p:cNvPr>
          <p:cNvSpPr>
            <a:spLocks noGrp="1"/>
          </p:cNvSpPr>
          <p:nvPr>
            <p:ph type="dt" sz="half" idx="10"/>
          </p:nvPr>
        </p:nvSpPr>
        <p:spPr/>
        <p:txBody>
          <a:bodyPr/>
          <a:lstStyle/>
          <a:p>
            <a:fld id="{6964E666-10C6-4F94-9E05-0FD347966DA4}" type="datetimeFigureOut">
              <a:rPr lang="en-GB" smtClean="0"/>
              <a:t>02/11/2024</a:t>
            </a:fld>
            <a:endParaRPr lang="en-GB"/>
          </a:p>
        </p:txBody>
      </p:sp>
      <p:sp>
        <p:nvSpPr>
          <p:cNvPr id="5" name="Footer Placeholder 4">
            <a:extLst>
              <a:ext uri="{FF2B5EF4-FFF2-40B4-BE49-F238E27FC236}">
                <a16:creationId xmlns:a16="http://schemas.microsoft.com/office/drawing/2014/main" id="{61AEAAA9-05D1-4DE5-A3F7-7A7D3A36B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855511-5E14-43E6-A86A-D9FA1570937E}"/>
              </a:ext>
            </a:extLst>
          </p:cNvPr>
          <p:cNvSpPr>
            <a:spLocks noGrp="1"/>
          </p:cNvSpPr>
          <p:nvPr>
            <p:ph type="sldNum" sz="quarter" idx="12"/>
          </p:nvPr>
        </p:nvSpPr>
        <p:spPr/>
        <p:txBody>
          <a:bodyPr/>
          <a:lstStyle/>
          <a:p>
            <a:fld id="{D6F011F3-A94D-4A3D-AB40-784C3AB4E491}" type="slidenum">
              <a:rPr lang="en-GB" smtClean="0"/>
              <a:t>‹#›</a:t>
            </a:fld>
            <a:endParaRPr lang="en-GB"/>
          </a:p>
        </p:txBody>
      </p:sp>
    </p:spTree>
    <p:extLst>
      <p:ext uri="{BB962C8B-B14F-4D97-AF65-F5344CB8AC3E}">
        <p14:creationId xmlns:p14="http://schemas.microsoft.com/office/powerpoint/2010/main" val="2405979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EE83A-64A4-494A-ADA6-A1460F7B0BB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A398DD5-C026-4DE4-B556-994FF65470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3747C3-778B-4B88-8E0C-01D6A95A5990}"/>
              </a:ext>
            </a:extLst>
          </p:cNvPr>
          <p:cNvSpPr>
            <a:spLocks noGrp="1"/>
          </p:cNvSpPr>
          <p:nvPr>
            <p:ph type="dt" sz="half" idx="10"/>
          </p:nvPr>
        </p:nvSpPr>
        <p:spPr/>
        <p:txBody>
          <a:bodyPr/>
          <a:lstStyle/>
          <a:p>
            <a:fld id="{6964E666-10C6-4F94-9E05-0FD347966DA4}" type="datetimeFigureOut">
              <a:rPr lang="en-GB" smtClean="0"/>
              <a:t>02/11/2024</a:t>
            </a:fld>
            <a:endParaRPr lang="en-GB"/>
          </a:p>
        </p:txBody>
      </p:sp>
      <p:sp>
        <p:nvSpPr>
          <p:cNvPr id="5" name="Footer Placeholder 4">
            <a:extLst>
              <a:ext uri="{FF2B5EF4-FFF2-40B4-BE49-F238E27FC236}">
                <a16:creationId xmlns:a16="http://schemas.microsoft.com/office/drawing/2014/main" id="{31DC802F-E1B1-4FAE-ACFD-700635691A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133DA2-CA95-4536-B443-6A22DF380451}"/>
              </a:ext>
            </a:extLst>
          </p:cNvPr>
          <p:cNvSpPr>
            <a:spLocks noGrp="1"/>
          </p:cNvSpPr>
          <p:nvPr>
            <p:ph type="sldNum" sz="quarter" idx="12"/>
          </p:nvPr>
        </p:nvSpPr>
        <p:spPr/>
        <p:txBody>
          <a:bodyPr/>
          <a:lstStyle/>
          <a:p>
            <a:fld id="{D6F011F3-A94D-4A3D-AB40-784C3AB4E491}" type="slidenum">
              <a:rPr lang="en-GB" smtClean="0"/>
              <a:t>‹#›</a:t>
            </a:fld>
            <a:endParaRPr lang="en-GB"/>
          </a:p>
        </p:txBody>
      </p:sp>
    </p:spTree>
    <p:extLst>
      <p:ext uri="{BB962C8B-B14F-4D97-AF65-F5344CB8AC3E}">
        <p14:creationId xmlns:p14="http://schemas.microsoft.com/office/powerpoint/2010/main" val="641789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5DA25-EC8C-49E2-88B4-5F62A367B3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B3FD11B-A151-4611-8242-7C153A5553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03BB4D-15C3-4810-91F1-A611937106B8}"/>
              </a:ext>
            </a:extLst>
          </p:cNvPr>
          <p:cNvSpPr>
            <a:spLocks noGrp="1"/>
          </p:cNvSpPr>
          <p:nvPr>
            <p:ph type="dt" sz="half" idx="10"/>
          </p:nvPr>
        </p:nvSpPr>
        <p:spPr/>
        <p:txBody>
          <a:bodyPr/>
          <a:lstStyle/>
          <a:p>
            <a:fld id="{6964E666-10C6-4F94-9E05-0FD347966DA4}" type="datetimeFigureOut">
              <a:rPr lang="en-GB" smtClean="0"/>
              <a:t>02/11/2024</a:t>
            </a:fld>
            <a:endParaRPr lang="en-GB"/>
          </a:p>
        </p:txBody>
      </p:sp>
      <p:sp>
        <p:nvSpPr>
          <p:cNvPr id="5" name="Footer Placeholder 4">
            <a:extLst>
              <a:ext uri="{FF2B5EF4-FFF2-40B4-BE49-F238E27FC236}">
                <a16:creationId xmlns:a16="http://schemas.microsoft.com/office/drawing/2014/main" id="{D48E0524-3723-4E82-9E0C-87BAECDB57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6CE5EF-3459-4288-8A79-4C7355D7A00A}"/>
              </a:ext>
            </a:extLst>
          </p:cNvPr>
          <p:cNvSpPr>
            <a:spLocks noGrp="1"/>
          </p:cNvSpPr>
          <p:nvPr>
            <p:ph type="sldNum" sz="quarter" idx="12"/>
          </p:nvPr>
        </p:nvSpPr>
        <p:spPr/>
        <p:txBody>
          <a:bodyPr/>
          <a:lstStyle/>
          <a:p>
            <a:fld id="{D6F011F3-A94D-4A3D-AB40-784C3AB4E491}" type="slidenum">
              <a:rPr lang="en-GB" smtClean="0"/>
              <a:t>‹#›</a:t>
            </a:fld>
            <a:endParaRPr lang="en-GB"/>
          </a:p>
        </p:txBody>
      </p:sp>
    </p:spTree>
    <p:extLst>
      <p:ext uri="{BB962C8B-B14F-4D97-AF65-F5344CB8AC3E}">
        <p14:creationId xmlns:p14="http://schemas.microsoft.com/office/powerpoint/2010/main" val="989902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B2B6A-9313-42BC-B37C-7E682E82030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898292-13A9-4147-8EB2-A9F4F1E5C4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3582984-A13C-4235-AFF8-A830B5D8D3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B2D0F2-6808-4751-9DBB-0714B78A67CC}"/>
              </a:ext>
            </a:extLst>
          </p:cNvPr>
          <p:cNvSpPr>
            <a:spLocks noGrp="1"/>
          </p:cNvSpPr>
          <p:nvPr>
            <p:ph type="dt" sz="half" idx="10"/>
          </p:nvPr>
        </p:nvSpPr>
        <p:spPr/>
        <p:txBody>
          <a:bodyPr/>
          <a:lstStyle/>
          <a:p>
            <a:fld id="{6964E666-10C6-4F94-9E05-0FD347966DA4}" type="datetimeFigureOut">
              <a:rPr lang="en-GB" smtClean="0"/>
              <a:t>02/11/2024</a:t>
            </a:fld>
            <a:endParaRPr lang="en-GB"/>
          </a:p>
        </p:txBody>
      </p:sp>
      <p:sp>
        <p:nvSpPr>
          <p:cNvPr id="6" name="Footer Placeholder 5">
            <a:extLst>
              <a:ext uri="{FF2B5EF4-FFF2-40B4-BE49-F238E27FC236}">
                <a16:creationId xmlns:a16="http://schemas.microsoft.com/office/drawing/2014/main" id="{FD765D0E-2FBF-4A09-BE44-114B9FC8AFB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3F6525-3A1D-419B-97EF-3E37F80D9DBA}"/>
              </a:ext>
            </a:extLst>
          </p:cNvPr>
          <p:cNvSpPr>
            <a:spLocks noGrp="1"/>
          </p:cNvSpPr>
          <p:nvPr>
            <p:ph type="sldNum" sz="quarter" idx="12"/>
          </p:nvPr>
        </p:nvSpPr>
        <p:spPr/>
        <p:txBody>
          <a:bodyPr/>
          <a:lstStyle/>
          <a:p>
            <a:fld id="{D6F011F3-A94D-4A3D-AB40-784C3AB4E491}" type="slidenum">
              <a:rPr lang="en-GB" smtClean="0"/>
              <a:t>‹#›</a:t>
            </a:fld>
            <a:endParaRPr lang="en-GB"/>
          </a:p>
        </p:txBody>
      </p:sp>
    </p:spTree>
    <p:extLst>
      <p:ext uri="{BB962C8B-B14F-4D97-AF65-F5344CB8AC3E}">
        <p14:creationId xmlns:p14="http://schemas.microsoft.com/office/powerpoint/2010/main" val="286696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97C99-E312-4FAA-B2C2-E504A95C5CD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9776D44-A261-49C5-8628-066278FF82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D4AEDE-35FE-4E7B-AF6A-0B8167E1B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20F917-7C31-42D0-878A-1951DB04F3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E40ECC-5E18-4828-944B-FD312F5EA4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16A908D-BA3D-4DA8-819B-7E95CFB2D3C2}"/>
              </a:ext>
            </a:extLst>
          </p:cNvPr>
          <p:cNvSpPr>
            <a:spLocks noGrp="1"/>
          </p:cNvSpPr>
          <p:nvPr>
            <p:ph type="dt" sz="half" idx="10"/>
          </p:nvPr>
        </p:nvSpPr>
        <p:spPr/>
        <p:txBody>
          <a:bodyPr/>
          <a:lstStyle/>
          <a:p>
            <a:fld id="{6964E666-10C6-4F94-9E05-0FD347966DA4}" type="datetimeFigureOut">
              <a:rPr lang="en-GB" smtClean="0"/>
              <a:t>02/11/2024</a:t>
            </a:fld>
            <a:endParaRPr lang="en-GB"/>
          </a:p>
        </p:txBody>
      </p:sp>
      <p:sp>
        <p:nvSpPr>
          <p:cNvPr id="8" name="Footer Placeholder 7">
            <a:extLst>
              <a:ext uri="{FF2B5EF4-FFF2-40B4-BE49-F238E27FC236}">
                <a16:creationId xmlns:a16="http://schemas.microsoft.com/office/drawing/2014/main" id="{F68FD418-AAD6-40A7-8421-064C6C23D3C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066EBB4-FC6A-4A46-804D-D0FB78249E23}"/>
              </a:ext>
            </a:extLst>
          </p:cNvPr>
          <p:cNvSpPr>
            <a:spLocks noGrp="1"/>
          </p:cNvSpPr>
          <p:nvPr>
            <p:ph type="sldNum" sz="quarter" idx="12"/>
          </p:nvPr>
        </p:nvSpPr>
        <p:spPr/>
        <p:txBody>
          <a:bodyPr/>
          <a:lstStyle/>
          <a:p>
            <a:fld id="{D6F011F3-A94D-4A3D-AB40-784C3AB4E491}" type="slidenum">
              <a:rPr lang="en-GB" smtClean="0"/>
              <a:t>‹#›</a:t>
            </a:fld>
            <a:endParaRPr lang="en-GB"/>
          </a:p>
        </p:txBody>
      </p:sp>
    </p:spTree>
    <p:extLst>
      <p:ext uri="{BB962C8B-B14F-4D97-AF65-F5344CB8AC3E}">
        <p14:creationId xmlns:p14="http://schemas.microsoft.com/office/powerpoint/2010/main" val="4054866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FAC68-DDD0-4446-A9AA-D5883B2D517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7C487A0-DAB3-4513-8671-2BCAB13D29B2}"/>
              </a:ext>
            </a:extLst>
          </p:cNvPr>
          <p:cNvSpPr>
            <a:spLocks noGrp="1"/>
          </p:cNvSpPr>
          <p:nvPr>
            <p:ph type="dt" sz="half" idx="10"/>
          </p:nvPr>
        </p:nvSpPr>
        <p:spPr/>
        <p:txBody>
          <a:bodyPr/>
          <a:lstStyle/>
          <a:p>
            <a:fld id="{6964E666-10C6-4F94-9E05-0FD347966DA4}" type="datetimeFigureOut">
              <a:rPr lang="en-GB" smtClean="0"/>
              <a:t>02/11/2024</a:t>
            </a:fld>
            <a:endParaRPr lang="en-GB"/>
          </a:p>
        </p:txBody>
      </p:sp>
      <p:sp>
        <p:nvSpPr>
          <p:cNvPr id="4" name="Footer Placeholder 3">
            <a:extLst>
              <a:ext uri="{FF2B5EF4-FFF2-40B4-BE49-F238E27FC236}">
                <a16:creationId xmlns:a16="http://schemas.microsoft.com/office/drawing/2014/main" id="{E4E5573E-4FDE-4AB5-A4E7-716E5A0A31A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B9D8E8D-A1AA-4286-A008-999EDC309C33}"/>
              </a:ext>
            </a:extLst>
          </p:cNvPr>
          <p:cNvSpPr>
            <a:spLocks noGrp="1"/>
          </p:cNvSpPr>
          <p:nvPr>
            <p:ph type="sldNum" sz="quarter" idx="12"/>
          </p:nvPr>
        </p:nvSpPr>
        <p:spPr/>
        <p:txBody>
          <a:bodyPr/>
          <a:lstStyle/>
          <a:p>
            <a:fld id="{D6F011F3-A94D-4A3D-AB40-784C3AB4E491}" type="slidenum">
              <a:rPr lang="en-GB" smtClean="0"/>
              <a:t>‹#›</a:t>
            </a:fld>
            <a:endParaRPr lang="en-GB"/>
          </a:p>
        </p:txBody>
      </p:sp>
    </p:spTree>
    <p:extLst>
      <p:ext uri="{BB962C8B-B14F-4D97-AF65-F5344CB8AC3E}">
        <p14:creationId xmlns:p14="http://schemas.microsoft.com/office/powerpoint/2010/main" val="307941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6C0D61-A0AA-474B-A317-3271EAE452A9}"/>
              </a:ext>
            </a:extLst>
          </p:cNvPr>
          <p:cNvSpPr>
            <a:spLocks noGrp="1"/>
          </p:cNvSpPr>
          <p:nvPr>
            <p:ph type="dt" sz="half" idx="10"/>
          </p:nvPr>
        </p:nvSpPr>
        <p:spPr/>
        <p:txBody>
          <a:bodyPr/>
          <a:lstStyle/>
          <a:p>
            <a:fld id="{6964E666-10C6-4F94-9E05-0FD347966DA4}" type="datetimeFigureOut">
              <a:rPr lang="en-GB" smtClean="0"/>
              <a:t>02/11/2024</a:t>
            </a:fld>
            <a:endParaRPr lang="en-GB"/>
          </a:p>
        </p:txBody>
      </p:sp>
      <p:sp>
        <p:nvSpPr>
          <p:cNvPr id="3" name="Footer Placeholder 2">
            <a:extLst>
              <a:ext uri="{FF2B5EF4-FFF2-40B4-BE49-F238E27FC236}">
                <a16:creationId xmlns:a16="http://schemas.microsoft.com/office/drawing/2014/main" id="{CBE9F5B8-BC93-4E8E-9DD3-282D5B90113A}"/>
              </a:ext>
            </a:extLst>
          </p:cNvPr>
          <p:cNvSpPr>
            <a:spLocks noGrp="1"/>
          </p:cNvSpPr>
          <p:nvPr>
            <p:ph type="ftr" sz="quarter" idx="11"/>
          </p:nvPr>
        </p:nvSpPr>
        <p:spPr/>
        <p:txBody>
          <a:bodyPr/>
          <a:lstStyle>
            <a:lvl1pPr>
              <a:defRPr sz="1400">
                <a:solidFill>
                  <a:schemeClr val="tx1"/>
                </a:solidFill>
              </a:defRPr>
            </a:lvl1pPr>
          </a:lstStyle>
          <a:p>
            <a:r>
              <a:rPr lang="en-GB" dirty="0"/>
              <a:t>Thesis 1</a:t>
            </a:r>
            <a:r>
              <a:rPr lang="en-GB" baseline="30000" dirty="0"/>
              <a:t>st</a:t>
            </a:r>
            <a:r>
              <a:rPr lang="en-GB" dirty="0"/>
              <a:t> Progress Review; 06 Sep, 2023</a:t>
            </a:r>
          </a:p>
        </p:txBody>
      </p:sp>
      <p:sp>
        <p:nvSpPr>
          <p:cNvPr id="4" name="Slide Number Placeholder 3">
            <a:extLst>
              <a:ext uri="{FF2B5EF4-FFF2-40B4-BE49-F238E27FC236}">
                <a16:creationId xmlns:a16="http://schemas.microsoft.com/office/drawing/2014/main" id="{099EEF8B-4070-437C-9388-EE0F341FC3E8}"/>
              </a:ext>
            </a:extLst>
          </p:cNvPr>
          <p:cNvSpPr>
            <a:spLocks noGrp="1"/>
          </p:cNvSpPr>
          <p:nvPr>
            <p:ph type="sldNum" sz="quarter" idx="12"/>
          </p:nvPr>
        </p:nvSpPr>
        <p:spPr/>
        <p:txBody>
          <a:bodyPr/>
          <a:lstStyle/>
          <a:p>
            <a:fld id="{D6F011F3-A94D-4A3D-AB40-784C3AB4E491}" type="slidenum">
              <a:rPr lang="en-GB" smtClean="0"/>
              <a:t>‹#›</a:t>
            </a:fld>
            <a:endParaRPr lang="en-GB"/>
          </a:p>
        </p:txBody>
      </p:sp>
    </p:spTree>
    <p:extLst>
      <p:ext uri="{BB962C8B-B14F-4D97-AF65-F5344CB8AC3E}">
        <p14:creationId xmlns:p14="http://schemas.microsoft.com/office/powerpoint/2010/main" val="2662750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01E32-8A7B-443D-984E-3B5F28DDE4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603FD9B-E9CB-49E8-A55B-E2AB3119AE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1D40132-965F-4FD6-80CE-18CC6C97B6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0441AB-3E66-4493-ABD9-E52C2F2BF32D}"/>
              </a:ext>
            </a:extLst>
          </p:cNvPr>
          <p:cNvSpPr>
            <a:spLocks noGrp="1"/>
          </p:cNvSpPr>
          <p:nvPr>
            <p:ph type="dt" sz="half" idx="10"/>
          </p:nvPr>
        </p:nvSpPr>
        <p:spPr/>
        <p:txBody>
          <a:bodyPr/>
          <a:lstStyle/>
          <a:p>
            <a:fld id="{6964E666-10C6-4F94-9E05-0FD347966DA4}" type="datetimeFigureOut">
              <a:rPr lang="en-GB" smtClean="0"/>
              <a:t>02/11/2024</a:t>
            </a:fld>
            <a:endParaRPr lang="en-GB"/>
          </a:p>
        </p:txBody>
      </p:sp>
      <p:sp>
        <p:nvSpPr>
          <p:cNvPr id="6" name="Footer Placeholder 5">
            <a:extLst>
              <a:ext uri="{FF2B5EF4-FFF2-40B4-BE49-F238E27FC236}">
                <a16:creationId xmlns:a16="http://schemas.microsoft.com/office/drawing/2014/main" id="{8EFA2817-DDF0-4174-BE40-455516D9FE3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5414B4-A890-4AFD-BE2A-577F44F9A3D6}"/>
              </a:ext>
            </a:extLst>
          </p:cNvPr>
          <p:cNvSpPr>
            <a:spLocks noGrp="1"/>
          </p:cNvSpPr>
          <p:nvPr>
            <p:ph type="sldNum" sz="quarter" idx="12"/>
          </p:nvPr>
        </p:nvSpPr>
        <p:spPr/>
        <p:txBody>
          <a:bodyPr/>
          <a:lstStyle/>
          <a:p>
            <a:fld id="{D6F011F3-A94D-4A3D-AB40-784C3AB4E491}" type="slidenum">
              <a:rPr lang="en-GB" smtClean="0"/>
              <a:t>‹#›</a:t>
            </a:fld>
            <a:endParaRPr lang="en-GB"/>
          </a:p>
        </p:txBody>
      </p:sp>
    </p:spTree>
    <p:extLst>
      <p:ext uri="{BB962C8B-B14F-4D97-AF65-F5344CB8AC3E}">
        <p14:creationId xmlns:p14="http://schemas.microsoft.com/office/powerpoint/2010/main" val="3324912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9EB9-3664-4372-BD2B-359191461F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A436AA8-E376-4763-B453-7032981F3D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F6486E5-F866-4181-AA6B-3AD1438CC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8C7E52-D3E4-4706-91ED-ECED36A066AA}"/>
              </a:ext>
            </a:extLst>
          </p:cNvPr>
          <p:cNvSpPr>
            <a:spLocks noGrp="1"/>
          </p:cNvSpPr>
          <p:nvPr>
            <p:ph type="dt" sz="half" idx="10"/>
          </p:nvPr>
        </p:nvSpPr>
        <p:spPr/>
        <p:txBody>
          <a:bodyPr/>
          <a:lstStyle/>
          <a:p>
            <a:fld id="{6964E666-10C6-4F94-9E05-0FD347966DA4}" type="datetimeFigureOut">
              <a:rPr lang="en-GB" smtClean="0"/>
              <a:t>02/11/2024</a:t>
            </a:fld>
            <a:endParaRPr lang="en-GB"/>
          </a:p>
        </p:txBody>
      </p:sp>
      <p:sp>
        <p:nvSpPr>
          <p:cNvPr id="6" name="Footer Placeholder 5">
            <a:extLst>
              <a:ext uri="{FF2B5EF4-FFF2-40B4-BE49-F238E27FC236}">
                <a16:creationId xmlns:a16="http://schemas.microsoft.com/office/drawing/2014/main" id="{3D57E0D1-91C5-4684-9506-029C9D12190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894B15D-0786-4E5A-AA3E-8BD8D7E35E35}"/>
              </a:ext>
            </a:extLst>
          </p:cNvPr>
          <p:cNvSpPr>
            <a:spLocks noGrp="1"/>
          </p:cNvSpPr>
          <p:nvPr>
            <p:ph type="sldNum" sz="quarter" idx="12"/>
          </p:nvPr>
        </p:nvSpPr>
        <p:spPr/>
        <p:txBody>
          <a:bodyPr/>
          <a:lstStyle/>
          <a:p>
            <a:fld id="{D6F011F3-A94D-4A3D-AB40-784C3AB4E491}" type="slidenum">
              <a:rPr lang="en-GB" smtClean="0"/>
              <a:t>‹#›</a:t>
            </a:fld>
            <a:endParaRPr lang="en-GB"/>
          </a:p>
        </p:txBody>
      </p:sp>
    </p:spTree>
    <p:extLst>
      <p:ext uri="{BB962C8B-B14F-4D97-AF65-F5344CB8AC3E}">
        <p14:creationId xmlns:p14="http://schemas.microsoft.com/office/powerpoint/2010/main" val="336261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3A6E0-4719-4A7B-935A-B6EF455449F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73FBC47-8F2D-45E1-8CD7-52B6B8936F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5B6AB24-A1CB-4998-8238-6AA1CB2AC944}"/>
              </a:ext>
            </a:extLst>
          </p:cNvPr>
          <p:cNvSpPr>
            <a:spLocks noGrp="1"/>
          </p:cNvSpPr>
          <p:nvPr>
            <p:ph type="dt" sz="half" idx="10"/>
          </p:nvPr>
        </p:nvSpPr>
        <p:spPr/>
        <p:txBody>
          <a:bodyPr/>
          <a:lstStyle/>
          <a:p>
            <a:fld id="{6964E666-10C6-4F94-9E05-0FD347966DA4}" type="datetimeFigureOut">
              <a:rPr lang="en-GB" smtClean="0"/>
              <a:t>02/11/2024</a:t>
            </a:fld>
            <a:endParaRPr lang="en-GB"/>
          </a:p>
        </p:txBody>
      </p:sp>
      <p:sp>
        <p:nvSpPr>
          <p:cNvPr id="5" name="Footer Placeholder 4">
            <a:extLst>
              <a:ext uri="{FF2B5EF4-FFF2-40B4-BE49-F238E27FC236}">
                <a16:creationId xmlns:a16="http://schemas.microsoft.com/office/drawing/2014/main" id="{3CDF8E3C-993A-4459-93AA-CCA99BA8CBD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8DD82F9-F59F-4707-8AB1-943FB233F1B9}"/>
              </a:ext>
            </a:extLst>
          </p:cNvPr>
          <p:cNvSpPr>
            <a:spLocks noGrp="1"/>
          </p:cNvSpPr>
          <p:nvPr>
            <p:ph type="sldNum" sz="quarter" idx="12"/>
          </p:nvPr>
        </p:nvSpPr>
        <p:spPr/>
        <p:txBody>
          <a:bodyPr/>
          <a:lstStyle/>
          <a:p>
            <a:fld id="{D6F011F3-A94D-4A3D-AB40-784C3AB4E491}" type="slidenum">
              <a:rPr lang="en-GB" smtClean="0"/>
              <a:t>‹#›</a:t>
            </a:fld>
            <a:endParaRPr lang="en-GB"/>
          </a:p>
        </p:txBody>
      </p:sp>
    </p:spTree>
    <p:extLst>
      <p:ext uri="{BB962C8B-B14F-4D97-AF65-F5344CB8AC3E}">
        <p14:creationId xmlns:p14="http://schemas.microsoft.com/office/powerpoint/2010/main" val="3999587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8A6559-5A61-4700-8A7B-D06DDD1095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720AB8E-F1EB-4254-8DB7-429C8E922F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0AEA44-371F-4C3B-916F-46C2594D38C4}"/>
              </a:ext>
            </a:extLst>
          </p:cNvPr>
          <p:cNvSpPr>
            <a:spLocks noGrp="1"/>
          </p:cNvSpPr>
          <p:nvPr>
            <p:ph type="dt" sz="half" idx="10"/>
          </p:nvPr>
        </p:nvSpPr>
        <p:spPr/>
        <p:txBody>
          <a:bodyPr/>
          <a:lstStyle/>
          <a:p>
            <a:fld id="{6964E666-10C6-4F94-9E05-0FD347966DA4}" type="datetimeFigureOut">
              <a:rPr lang="en-GB" smtClean="0"/>
              <a:t>02/11/2024</a:t>
            </a:fld>
            <a:endParaRPr lang="en-GB"/>
          </a:p>
        </p:txBody>
      </p:sp>
      <p:sp>
        <p:nvSpPr>
          <p:cNvPr id="5" name="Footer Placeholder 4">
            <a:extLst>
              <a:ext uri="{FF2B5EF4-FFF2-40B4-BE49-F238E27FC236}">
                <a16:creationId xmlns:a16="http://schemas.microsoft.com/office/drawing/2014/main" id="{3694A181-EFC8-42B2-ADEB-7F10BE388C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0E1FCB-7539-4EEF-8740-BEBA71484483}"/>
              </a:ext>
            </a:extLst>
          </p:cNvPr>
          <p:cNvSpPr>
            <a:spLocks noGrp="1"/>
          </p:cNvSpPr>
          <p:nvPr>
            <p:ph type="sldNum" sz="quarter" idx="12"/>
          </p:nvPr>
        </p:nvSpPr>
        <p:spPr/>
        <p:txBody>
          <a:bodyPr/>
          <a:lstStyle/>
          <a:p>
            <a:fld id="{D6F011F3-A94D-4A3D-AB40-784C3AB4E491}" type="slidenum">
              <a:rPr lang="en-GB" smtClean="0"/>
              <a:t>‹#›</a:t>
            </a:fld>
            <a:endParaRPr lang="en-GB"/>
          </a:p>
        </p:txBody>
      </p:sp>
    </p:spTree>
    <p:extLst>
      <p:ext uri="{BB962C8B-B14F-4D97-AF65-F5344CB8AC3E}">
        <p14:creationId xmlns:p14="http://schemas.microsoft.com/office/powerpoint/2010/main" val="932831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ECB2F4-F73F-45B5-B1FA-EDF3651A7F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0E4C4C0-D746-4198-8009-EE385FCC09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8A765E-AA87-46CA-B4D0-41E46EF540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4E666-10C6-4F94-9E05-0FD347966DA4}" type="datetimeFigureOut">
              <a:rPr lang="en-GB" smtClean="0"/>
              <a:t>02/11/2024</a:t>
            </a:fld>
            <a:endParaRPr lang="en-GB"/>
          </a:p>
        </p:txBody>
      </p:sp>
      <p:sp>
        <p:nvSpPr>
          <p:cNvPr id="5" name="Footer Placeholder 4">
            <a:extLst>
              <a:ext uri="{FF2B5EF4-FFF2-40B4-BE49-F238E27FC236}">
                <a16:creationId xmlns:a16="http://schemas.microsoft.com/office/drawing/2014/main" id="{7DC07865-BC85-4B0B-8BDD-0FA7C325EA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C9589C1-8EA0-4A98-AA3E-74F4CC68F0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F011F3-A94D-4A3D-AB40-784C3AB4E491}" type="slidenum">
              <a:rPr lang="en-GB" smtClean="0"/>
              <a:t>‹#›</a:t>
            </a:fld>
            <a:endParaRPr lang="en-GB"/>
          </a:p>
        </p:txBody>
      </p:sp>
    </p:spTree>
    <p:extLst>
      <p:ext uri="{BB962C8B-B14F-4D97-AF65-F5344CB8AC3E}">
        <p14:creationId xmlns:p14="http://schemas.microsoft.com/office/powerpoint/2010/main" val="26292638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hyperlink" Target="https://code.earthengine.google.com/?accept_repo=users/ahtshamm214/lulc" TargetMode="Externa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hyperlink" Target="https://www.javatpoint.com/machine-learning-support-vector-machine-algorithm" TargetMode="Externa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8" Type="http://schemas.openxmlformats.org/officeDocument/2006/relationships/hyperlink" Target="https://code.earthengine.google.com/?accept_repo=users/ahtshamm214/lulc" TargetMode="External"/><Relationship Id="rId3" Type="http://schemas.openxmlformats.org/officeDocument/2006/relationships/image" Target="../media/image3.png"/><Relationship Id="rId7" Type="http://schemas.openxmlformats.org/officeDocument/2006/relationships/hyperlink" Target="https://www.javatpoint.com/machine-learning-support-vector-machine-algorithm" TargetMode="Externa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hyperlink" Target="https://www.datainsightonline.com/post/decision-tree-cart-algorithm" TargetMode="Externa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hyperlink" Target="https://www.datainsightonline.com/post/decision-tree-cart-algorithm" TargetMode="Externa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hyperlink" Target="https://www.datainsightonline.com/post/decision-tree-cart-algorithm" TargetMode="Externa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8" Type="http://schemas.openxmlformats.org/officeDocument/2006/relationships/hyperlink" Target="https://code.earthengine.google.com/?accept_repo=users/ahtshamm214/lulc" TargetMode="External"/><Relationship Id="rId3" Type="http://schemas.openxmlformats.org/officeDocument/2006/relationships/image" Target="../media/image3.png"/><Relationship Id="rId7" Type="http://schemas.openxmlformats.org/officeDocument/2006/relationships/hyperlink" Target="https://www.javatpoint.com/machine-learning-support-vector-machine-algorithm" TargetMode="Externa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hyperlink" Target="https://www.datainsightonline.com/post/decision-tree-cart-algorithm"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code.earthengine.google.com/?accept_repo=users/ahtshamm214/lulc" TargetMode="External"/><Relationship Id="rId3" Type="http://schemas.openxmlformats.org/officeDocument/2006/relationships/image" Target="../media/image3.png"/><Relationship Id="rId7" Type="http://schemas.openxmlformats.org/officeDocument/2006/relationships/hyperlink" Target="https://www.javatpoint.com/machine-learning-support-vector-machine-algorithm" TargetMode="Externa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jp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hyperlink" Target="https://www.datainsightonline.com/post/decision-tree-cart-algorithm" TargetMode="Externa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8" Type="http://schemas.openxmlformats.org/officeDocument/2006/relationships/hyperlink" Target="https://code.earthengine.google.com/?accept_repo=users/ahtshamm214/lulc" TargetMode="External"/><Relationship Id="rId3" Type="http://schemas.openxmlformats.org/officeDocument/2006/relationships/image" Target="../media/image3.png"/><Relationship Id="rId7" Type="http://schemas.openxmlformats.org/officeDocument/2006/relationships/hyperlink" Target="https://www.javatpoint.com/machine-learning-support-vector-machine-algorithm" TargetMode="Externa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31.jpg"/><Relationship Id="rId5" Type="http://schemas.openxmlformats.org/officeDocument/2006/relationships/image" Target="../media/image30.jpg"/><Relationship Id="rId4" Type="http://schemas.openxmlformats.org/officeDocument/2006/relationships/image" Target="../media/image29.jp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code.earthengine.google.com/?accept_repo=users/ahtshamm214/lulc" TargetMode="Externa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36.jpg"/><Relationship Id="rId5" Type="http://schemas.openxmlformats.org/officeDocument/2006/relationships/image" Target="../media/image35.jpg"/><Relationship Id="rId4" Type="http://schemas.openxmlformats.org/officeDocument/2006/relationships/image" Target="../media/image34.jp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0.jp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39.jpg"/><Relationship Id="rId5" Type="http://schemas.openxmlformats.org/officeDocument/2006/relationships/image" Target="../media/image38.jp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3.jp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42.jpg"/><Relationship Id="rId5" Type="http://schemas.openxmlformats.org/officeDocument/2006/relationships/image" Target="../media/image41.jpg"/><Relationship Id="rId4" Type="http://schemas.openxmlformats.org/officeDocument/2006/relationships/hyperlink" Target="https://code.earthengine.google.com/?accept_repo=users/ahtshamm214/lulc"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6.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45.gif"/><Relationship Id="rId5" Type="http://schemas.openxmlformats.org/officeDocument/2006/relationships/hyperlink" Target="https://towardsdatascience.com/intuitively-understanding-convolutions-for-deep-learning-1f6f42faee1" TargetMode="External"/><Relationship Id="rId4" Type="http://schemas.openxmlformats.org/officeDocument/2006/relationships/image" Target="../media/image44.gif"/></Relationships>
</file>

<file path=ppt/slides/_rels/slide41.xml.rels><?xml version="1.0" encoding="UTF-8" standalone="yes"?>
<Relationships xmlns="http://schemas.openxmlformats.org/package/2006/relationships"><Relationship Id="rId8" Type="http://schemas.openxmlformats.org/officeDocument/2006/relationships/image" Target="../media/image51.jpg"/><Relationship Id="rId13" Type="http://schemas.openxmlformats.org/officeDocument/2006/relationships/image" Target="../media/image56.jpg"/><Relationship Id="rId18" Type="http://schemas.openxmlformats.org/officeDocument/2006/relationships/image" Target="../media/image61.jpg"/><Relationship Id="rId3" Type="http://schemas.openxmlformats.org/officeDocument/2006/relationships/image" Target="../media/image3.png"/><Relationship Id="rId21" Type="http://schemas.openxmlformats.org/officeDocument/2006/relationships/image" Target="../media/image64.jpg"/><Relationship Id="rId7" Type="http://schemas.openxmlformats.org/officeDocument/2006/relationships/image" Target="../media/image50.jpg"/><Relationship Id="rId12" Type="http://schemas.openxmlformats.org/officeDocument/2006/relationships/image" Target="../media/image55.jpg"/><Relationship Id="rId17" Type="http://schemas.openxmlformats.org/officeDocument/2006/relationships/image" Target="../media/image60.jpg"/><Relationship Id="rId2" Type="http://schemas.openxmlformats.org/officeDocument/2006/relationships/image" Target="../media/image2.jpeg"/><Relationship Id="rId16" Type="http://schemas.openxmlformats.org/officeDocument/2006/relationships/image" Target="../media/image59.jpg"/><Relationship Id="rId20" Type="http://schemas.openxmlformats.org/officeDocument/2006/relationships/image" Target="../media/image63.jpg"/><Relationship Id="rId1" Type="http://schemas.openxmlformats.org/officeDocument/2006/relationships/slideLayout" Target="../slideLayouts/slideLayout7.xml"/><Relationship Id="rId6" Type="http://schemas.openxmlformats.org/officeDocument/2006/relationships/image" Target="../media/image49.jpg"/><Relationship Id="rId11" Type="http://schemas.openxmlformats.org/officeDocument/2006/relationships/image" Target="../media/image54.jpg"/><Relationship Id="rId5" Type="http://schemas.openxmlformats.org/officeDocument/2006/relationships/image" Target="../media/image48.jpg"/><Relationship Id="rId15" Type="http://schemas.openxmlformats.org/officeDocument/2006/relationships/image" Target="../media/image58.jpg"/><Relationship Id="rId10" Type="http://schemas.openxmlformats.org/officeDocument/2006/relationships/image" Target="../media/image53.jpg"/><Relationship Id="rId19" Type="http://schemas.openxmlformats.org/officeDocument/2006/relationships/image" Target="../media/image62.jpg"/><Relationship Id="rId4" Type="http://schemas.openxmlformats.org/officeDocument/2006/relationships/image" Target="../media/image47.jpg"/><Relationship Id="rId9" Type="http://schemas.openxmlformats.org/officeDocument/2006/relationships/image" Target="../media/image52.jpg"/><Relationship Id="rId14" Type="http://schemas.openxmlformats.org/officeDocument/2006/relationships/image" Target="../media/image57.jp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8.jp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7.jpg"/><Relationship Id="rId5" Type="http://schemas.openxmlformats.org/officeDocument/2006/relationships/image" Target="../media/image66.jpg"/><Relationship Id="rId4" Type="http://schemas.openxmlformats.org/officeDocument/2006/relationships/image" Target="../media/image65.jp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2.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6.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7.png"/></Relationships>
</file>

<file path=ppt/slides/_rels/slide46.xml.rels><?xml version="1.0" encoding="UTF-8" standalone="yes"?>
<Relationships xmlns="http://schemas.openxmlformats.org/package/2006/relationships"><Relationship Id="rId8" Type="http://schemas.openxmlformats.org/officeDocument/2006/relationships/chart" Target="../charts/chart9.xml"/><Relationship Id="rId3" Type="http://schemas.openxmlformats.org/officeDocument/2006/relationships/image" Target="../media/image3.png"/><Relationship Id="rId7" Type="http://schemas.openxmlformats.org/officeDocument/2006/relationships/chart" Target="../charts/chart8.xm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 Id="rId9" Type="http://schemas.openxmlformats.org/officeDocument/2006/relationships/chart" Target="../charts/chart10.xml"/></Relationships>
</file>

<file path=ppt/slides/_rels/slide47.xml.rels><?xml version="1.0" encoding="UTF-8" standalone="yes"?>
<Relationships xmlns="http://schemas.openxmlformats.org/package/2006/relationships"><Relationship Id="rId8" Type="http://schemas.openxmlformats.org/officeDocument/2006/relationships/chart" Target="../charts/chart14.xml"/><Relationship Id="rId3" Type="http://schemas.openxmlformats.org/officeDocument/2006/relationships/image" Target="../media/image3.png"/><Relationship Id="rId7" Type="http://schemas.openxmlformats.org/officeDocument/2006/relationships/chart" Target="../charts/chart13.xm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image" Target="../media/image79.emf"/></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B4F3EF-52BD-4C54-802B-524757F266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0815" cy="6858000"/>
          </a:xfrm>
          <a:prstGeom prst="rect">
            <a:avLst/>
          </a:prstGeom>
        </p:spPr>
      </p:pic>
    </p:spTree>
    <p:extLst>
      <p:ext uri="{BB962C8B-B14F-4D97-AF65-F5344CB8AC3E}">
        <p14:creationId xmlns:p14="http://schemas.microsoft.com/office/powerpoint/2010/main" val="1644794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558DCD1-F787-438E-9494-AB3098E744EA}"/>
              </a:ext>
            </a:extLst>
          </p:cNvPr>
          <p:cNvGrpSpPr/>
          <p:nvPr/>
        </p:nvGrpSpPr>
        <p:grpSpPr>
          <a:xfrm>
            <a:off x="362871" y="160989"/>
            <a:ext cx="11466253" cy="6393042"/>
            <a:chOff x="362871" y="91539"/>
            <a:chExt cx="11466253" cy="6393042"/>
          </a:xfrm>
        </p:grpSpPr>
        <p:sp>
          <p:nvSpPr>
            <p:cNvPr id="6" name="Title 2">
              <a:extLst>
                <a:ext uri="{FF2B5EF4-FFF2-40B4-BE49-F238E27FC236}">
                  <a16:creationId xmlns:a16="http://schemas.microsoft.com/office/drawing/2014/main" id="{D362C493-0703-320F-9222-66EBA7C178C4}"/>
                </a:ext>
              </a:extLst>
            </p:cNvPr>
            <p:cNvSpPr txBox="1">
              <a:spLocks/>
            </p:cNvSpPr>
            <p:nvPr/>
          </p:nvSpPr>
          <p:spPr>
            <a:xfrm>
              <a:off x="362871" y="91539"/>
              <a:ext cx="11466253" cy="1200329"/>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algn="ctr">
                <a:lnSpc>
                  <a:spcPct val="200000"/>
                </a:lnSpc>
                <a:spcBef>
                  <a:spcPts val="500"/>
                </a:spcBef>
                <a:spcAft>
                  <a:spcPts val="500"/>
                </a:spcAft>
              </a:pPr>
              <a:r>
                <a:rPr lang="en-GB" sz="2000" b="1" dirty="0">
                  <a:effectLst/>
                  <a:latin typeface="+mn-lt"/>
                  <a:ea typeface="Calibri" panose="020F0502020204030204" pitchFamily="34" charset="0"/>
                  <a:cs typeface="Times New Roman" panose="02020603050405020304" pitchFamily="18" charset="0"/>
                </a:rPr>
                <a:t>Comparison of Machine Learning Classifiers for Land Use Land Cover Change Detection and its Relationship with Land Surface Temperature</a:t>
              </a:r>
              <a:endParaRPr lang="en-GB" sz="2000" dirty="0">
                <a:effectLst/>
                <a:latin typeface="+mn-lt"/>
                <a:ea typeface="Calibri" panose="020F0502020204030204" pitchFamily="34" charset="0"/>
                <a:cs typeface="Poppins" panose="00000500000000000000" pitchFamily="2" charset="0"/>
              </a:endParaRPr>
            </a:p>
          </p:txBody>
        </p:sp>
        <p:sp>
          <p:nvSpPr>
            <p:cNvPr id="2" name="Title 2">
              <a:extLst>
                <a:ext uri="{FF2B5EF4-FFF2-40B4-BE49-F238E27FC236}">
                  <a16:creationId xmlns:a16="http://schemas.microsoft.com/office/drawing/2014/main" id="{21CF9FE7-47FE-D9E7-302D-945DE6F14344}"/>
                </a:ext>
              </a:extLst>
            </p:cNvPr>
            <p:cNvSpPr txBox="1">
              <a:spLocks/>
            </p:cNvSpPr>
            <p:nvPr/>
          </p:nvSpPr>
          <p:spPr>
            <a:xfrm>
              <a:off x="1495865" y="5055443"/>
              <a:ext cx="9200269" cy="1429138"/>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lgn="ctr">
                <a:spcBef>
                  <a:spcPts val="0"/>
                </a:spcBef>
                <a:spcAft>
                  <a:spcPts val="0"/>
                </a:spcAft>
              </a:pPr>
              <a:r>
                <a:rPr lang="en-US" sz="2400" b="0" i="0" dirty="0">
                  <a:solidFill>
                    <a:srgbClr val="000000"/>
                  </a:solidFill>
                  <a:effectLst/>
                  <a:latin typeface="Arial" panose="020B0604020202020204" pitchFamily="34" charset="0"/>
                </a:rPr>
                <a:t>Institute of Geographical Information Systems  (IGIS)</a:t>
              </a:r>
              <a:endParaRPr lang="en-US" sz="2400" b="0" i="0" dirty="0">
                <a:solidFill>
                  <a:srgbClr val="000000"/>
                </a:solidFill>
                <a:effectLst/>
                <a:latin typeface="Calibri" panose="020F0502020204030204" pitchFamily="34" charset="0"/>
              </a:endParaRPr>
            </a:p>
            <a:p>
              <a:pPr marL="0" marR="0" algn="ctr">
                <a:spcBef>
                  <a:spcPts val="0"/>
                </a:spcBef>
                <a:spcAft>
                  <a:spcPts val="0"/>
                </a:spcAft>
              </a:pPr>
              <a:r>
                <a:rPr lang="en-US" sz="2400" b="0" i="0" dirty="0">
                  <a:solidFill>
                    <a:srgbClr val="000000"/>
                  </a:solidFill>
                  <a:effectLst/>
                  <a:latin typeface="Arial" panose="020B0604020202020204" pitchFamily="34" charset="0"/>
                </a:rPr>
                <a:t>School of Civil and Environmental Engineering (SCEE)</a:t>
              </a:r>
              <a:endParaRPr lang="en-US" sz="2400" b="0" i="0" dirty="0">
                <a:solidFill>
                  <a:srgbClr val="000000"/>
                </a:solidFill>
                <a:effectLst/>
                <a:latin typeface="Calibri" panose="020F0502020204030204" pitchFamily="34" charset="0"/>
              </a:endParaRPr>
            </a:p>
            <a:p>
              <a:pPr marL="0" marR="0" algn="ctr">
                <a:spcBef>
                  <a:spcPts val="0"/>
                </a:spcBef>
                <a:spcAft>
                  <a:spcPts val="0"/>
                </a:spcAft>
              </a:pPr>
              <a:r>
                <a:rPr lang="en-US" sz="2400" b="0" i="0" dirty="0">
                  <a:solidFill>
                    <a:srgbClr val="000000"/>
                  </a:solidFill>
                  <a:effectLst/>
                  <a:latin typeface="Arial" panose="020B0604020202020204" pitchFamily="34" charset="0"/>
                </a:rPr>
                <a:t>National University of Sciences and Technology (NUST)</a:t>
              </a:r>
              <a:endParaRPr lang="en-US" sz="2400" b="0" i="0" dirty="0">
                <a:solidFill>
                  <a:srgbClr val="000000"/>
                </a:solidFill>
                <a:effectLst/>
                <a:latin typeface="Calibri" panose="020F0502020204030204" pitchFamily="34" charset="0"/>
              </a:endParaRPr>
            </a:p>
          </p:txBody>
        </p:sp>
        <p:sp>
          <p:nvSpPr>
            <p:cNvPr id="3" name="TextBox 1">
              <a:extLst>
                <a:ext uri="{FF2B5EF4-FFF2-40B4-BE49-F238E27FC236}">
                  <a16:creationId xmlns:a16="http://schemas.microsoft.com/office/drawing/2014/main" id="{860BE571-FE0C-7ACC-60BA-6AE061E889C8}"/>
                </a:ext>
              </a:extLst>
            </p:cNvPr>
            <p:cNvSpPr txBox="1"/>
            <p:nvPr/>
          </p:nvSpPr>
          <p:spPr>
            <a:xfrm>
              <a:off x="3612092" y="3624316"/>
              <a:ext cx="4967810"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0"/>
                </a:spcBef>
                <a:defRPr/>
              </a:pPr>
              <a:r>
                <a:rPr lang="en-GB" altLang="ko-KR" sz="2400" dirty="0">
                  <a:latin typeface="+mn-lt"/>
                  <a:cs typeface="Amiri" panose="00000500000000000000" pitchFamily="2" charset="-78"/>
                </a:rPr>
                <a:t>By</a:t>
              </a:r>
            </a:p>
            <a:p>
              <a:pPr algn="ctr">
                <a:spcBef>
                  <a:spcPts val="0"/>
                </a:spcBef>
                <a:defRPr/>
              </a:pPr>
              <a:endParaRPr lang="en-GB" altLang="ko-KR" sz="2400" dirty="0">
                <a:latin typeface="+mn-lt"/>
                <a:cs typeface="Amiri" panose="00000500000000000000" pitchFamily="2" charset="-78"/>
              </a:endParaRPr>
            </a:p>
            <a:p>
              <a:pPr algn="ctr">
                <a:spcBef>
                  <a:spcPts val="0"/>
                </a:spcBef>
                <a:defRPr/>
              </a:pPr>
              <a:r>
                <a:rPr lang="en-GB" altLang="ko-KR" sz="2400" dirty="0">
                  <a:latin typeface="+mn-lt"/>
                  <a:cs typeface="Amiri" panose="00000500000000000000" pitchFamily="2" charset="-78"/>
                </a:rPr>
                <a:t>Ahtsham Mustafa Awan – MS 2021</a:t>
              </a:r>
            </a:p>
          </p:txBody>
        </p:sp>
        <p:pic>
          <p:nvPicPr>
            <p:cNvPr id="7" name="Picture 6">
              <a:extLst>
                <a:ext uri="{FF2B5EF4-FFF2-40B4-BE49-F238E27FC236}">
                  <a16:creationId xmlns:a16="http://schemas.microsoft.com/office/drawing/2014/main" id="{775A6744-09BE-4CDB-9E3B-B7BDD36293F2}"/>
                </a:ext>
              </a:extLst>
            </p:cNvPr>
            <p:cNvPicPr/>
            <p:nvPr/>
          </p:nvPicPr>
          <p:blipFill>
            <a:blip r:embed="rId2"/>
            <a:srcRect/>
            <a:stretch>
              <a:fillRect/>
            </a:stretch>
          </p:blipFill>
          <p:spPr bwMode="auto">
            <a:xfrm>
              <a:off x="5106148" y="1582469"/>
              <a:ext cx="1979701" cy="1979701"/>
            </a:xfrm>
            <a:prstGeom prst="rect">
              <a:avLst/>
            </a:prstGeom>
            <a:noFill/>
            <a:ln w="9525">
              <a:noFill/>
              <a:miter lim="800000"/>
              <a:headEnd/>
              <a:tailEnd/>
            </a:ln>
          </p:spPr>
        </p:pic>
      </p:grpSp>
    </p:spTree>
    <p:extLst>
      <p:ext uri="{BB962C8B-B14F-4D97-AF65-F5344CB8AC3E}">
        <p14:creationId xmlns:p14="http://schemas.microsoft.com/office/powerpoint/2010/main" val="600490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038031"/>
            <a:ext cx="11152414" cy="4893647"/>
          </a:xfrm>
          <a:prstGeom prst="rect">
            <a:avLst/>
          </a:prstGeom>
          <a:noFill/>
        </p:spPr>
        <p:txBody>
          <a:bodyPr wrap="square">
            <a:spAutoFit/>
          </a:bodyPr>
          <a:lstStyle/>
          <a:p>
            <a:pPr marL="342900" indent="-342900" algn="l" rtl="0" fontAlgn="base">
              <a:buFont typeface="Wingdings" panose="05000000000000000000" pitchFamily="2" charset="2"/>
              <a:buChar char="Ø"/>
            </a:pPr>
            <a:r>
              <a:rPr lang="en-US" sz="2400" b="1" i="0" u="none" strike="noStrike" dirty="0">
                <a:effectLst/>
              </a:rPr>
              <a:t>Introduction</a:t>
            </a:r>
            <a:r>
              <a:rPr lang="en-US" sz="2400" b="0" i="0" dirty="0">
                <a:effectLst/>
              </a:rPr>
              <a:t>​</a:t>
            </a:r>
          </a:p>
          <a:p>
            <a:pPr marL="800100" lvl="1" indent="-342900" fontAlgn="base">
              <a:buFont typeface="Arial" panose="020B0604020202020204" pitchFamily="34" charset="0"/>
              <a:buChar char="•"/>
            </a:pPr>
            <a:r>
              <a:rPr lang="en-US" sz="2400" b="0" i="0" u="none" strike="noStrike" dirty="0">
                <a:effectLst/>
              </a:rPr>
              <a:t>Background</a:t>
            </a:r>
            <a:r>
              <a:rPr lang="en-US" sz="2400" b="0" i="0" dirty="0">
                <a:effectLst/>
              </a:rPr>
              <a:t>​</a:t>
            </a:r>
          </a:p>
          <a:p>
            <a:pPr marL="800100" lvl="1" indent="-342900" fontAlgn="base">
              <a:buFont typeface="Arial" panose="020B0604020202020204" pitchFamily="34" charset="0"/>
              <a:buChar char="•"/>
            </a:pPr>
            <a:r>
              <a:rPr lang="en-US" sz="2400" b="0" i="0" u="none" strike="noStrike" dirty="0">
                <a:effectLst/>
              </a:rPr>
              <a:t>Literature Review</a:t>
            </a:r>
            <a:r>
              <a:rPr lang="en-US" sz="2400" b="0" i="0" dirty="0">
                <a:effectLst/>
              </a:rPr>
              <a:t>​</a:t>
            </a:r>
          </a:p>
          <a:p>
            <a:pPr marL="800100" lvl="1" indent="-342900" fontAlgn="base">
              <a:buFont typeface="Arial" panose="020B0604020202020204" pitchFamily="34" charset="0"/>
              <a:buChar char="•"/>
            </a:pPr>
            <a:r>
              <a:rPr lang="en-US" sz="2400" dirty="0"/>
              <a:t>Research Gap</a:t>
            </a:r>
            <a:endParaRPr lang="en-US" sz="2400" b="0" i="0" dirty="0">
              <a:effectLst/>
            </a:endParaRPr>
          </a:p>
          <a:p>
            <a:pPr marL="800100" lvl="1" indent="-342900" fontAlgn="base">
              <a:buFont typeface="Arial" panose="020B0604020202020204" pitchFamily="34" charset="0"/>
              <a:buChar char="•"/>
            </a:pPr>
            <a:r>
              <a:rPr lang="en-US" sz="2400" b="0" i="0" u="none" strike="noStrike" dirty="0">
                <a:effectLst/>
              </a:rPr>
              <a:t>Objectives</a:t>
            </a:r>
            <a:r>
              <a:rPr lang="en-US" sz="2400" b="0" i="0" dirty="0">
                <a:effectLst/>
              </a:rPr>
              <a:t>​</a:t>
            </a:r>
          </a:p>
          <a:p>
            <a:pPr marL="342900" indent="-342900" algn="l" rtl="0" fontAlgn="base">
              <a:buFont typeface="Wingdings" panose="05000000000000000000" pitchFamily="2" charset="2"/>
              <a:buChar char="Ø"/>
            </a:pPr>
            <a:r>
              <a:rPr lang="en-US" sz="2400" b="1" i="0" u="none" strike="noStrike" dirty="0">
                <a:effectLst/>
              </a:rPr>
              <a:t>Materials and Methods </a:t>
            </a:r>
            <a:r>
              <a:rPr lang="en-US" sz="2400" b="0" i="0" dirty="0">
                <a:effectLst/>
              </a:rPr>
              <a:t>​</a:t>
            </a:r>
          </a:p>
          <a:p>
            <a:pPr marL="800100" lvl="1" indent="-342900" fontAlgn="base">
              <a:buFont typeface="Arial" panose="020B0604020202020204" pitchFamily="34" charset="0"/>
              <a:buChar char="•"/>
            </a:pPr>
            <a:r>
              <a:rPr lang="en-US" sz="2400" b="0" i="0" u="none" strike="noStrike" dirty="0">
                <a:effectLst/>
              </a:rPr>
              <a:t>Study Area </a:t>
            </a:r>
            <a:r>
              <a:rPr lang="en-US" sz="2400" b="0" i="0" dirty="0">
                <a:effectLst/>
              </a:rPr>
              <a:t>​</a:t>
            </a:r>
          </a:p>
          <a:p>
            <a:pPr marL="800100" lvl="1" indent="-342900" fontAlgn="base">
              <a:buFont typeface="Arial" panose="020B0604020202020204" pitchFamily="34" charset="0"/>
              <a:buChar char="•"/>
            </a:pPr>
            <a:r>
              <a:rPr lang="en-US" sz="2400" b="0" i="0" u="none" strike="noStrike" dirty="0">
                <a:effectLst/>
              </a:rPr>
              <a:t>Data to be used </a:t>
            </a:r>
            <a:r>
              <a:rPr lang="en-US" sz="2400" b="0" i="0" dirty="0">
                <a:effectLst/>
              </a:rPr>
              <a:t>​</a:t>
            </a:r>
          </a:p>
          <a:p>
            <a:pPr marL="800100" lvl="1" indent="-342900" fontAlgn="base">
              <a:buFont typeface="Arial" panose="020B0604020202020204" pitchFamily="34" charset="0"/>
              <a:buChar char="•"/>
            </a:pPr>
            <a:r>
              <a:rPr lang="en-US" sz="2400" b="0" i="0" u="none" strike="noStrike" dirty="0">
                <a:effectLst/>
              </a:rPr>
              <a:t>Flow Diagram</a:t>
            </a:r>
            <a:r>
              <a:rPr lang="en-US" sz="2400" b="0" i="0" dirty="0">
                <a:effectLst/>
              </a:rPr>
              <a:t>​</a:t>
            </a:r>
          </a:p>
          <a:p>
            <a:pPr marL="342900" indent="-342900" fontAlgn="base">
              <a:buFont typeface="Wingdings" panose="05000000000000000000" pitchFamily="2" charset="2"/>
              <a:buChar char="Ø"/>
            </a:pPr>
            <a:r>
              <a:rPr lang="en-US" sz="2400" b="1" dirty="0"/>
              <a:t>Results</a:t>
            </a:r>
          </a:p>
          <a:p>
            <a:pPr marL="800100" lvl="1" indent="-342900" fontAlgn="base">
              <a:buFont typeface="Wingdings" panose="05000000000000000000" pitchFamily="2" charset="2"/>
              <a:buChar char="Ø"/>
            </a:pPr>
            <a:r>
              <a:rPr lang="en-US" sz="2400" b="0" i="0" u="none" strike="noStrike" dirty="0">
                <a:effectLst/>
              </a:rPr>
              <a:t>LULC, LST, Spectral Indices, Terrain Analysis, Online Survey, Correlation</a:t>
            </a:r>
            <a:endParaRPr lang="en-US" sz="2400" b="1" dirty="0"/>
          </a:p>
          <a:p>
            <a:pPr marL="342900" indent="-342900" fontAlgn="base">
              <a:buFont typeface="Wingdings" panose="05000000000000000000" pitchFamily="2" charset="2"/>
              <a:buChar char="Ø"/>
            </a:pPr>
            <a:r>
              <a:rPr lang="en-US" sz="2400" b="1" i="0" u="none" strike="noStrike" dirty="0">
                <a:effectLst/>
              </a:rPr>
              <a:t>Conclusions</a:t>
            </a:r>
          </a:p>
          <a:p>
            <a:pPr marL="342900" indent="-342900" algn="l" rtl="0" fontAlgn="base">
              <a:buFont typeface="Wingdings" panose="05000000000000000000" pitchFamily="2" charset="2"/>
              <a:buChar char="Ø"/>
            </a:pPr>
            <a:r>
              <a:rPr lang="en-US" sz="2400" b="1" i="0" u="none" strike="noStrike" dirty="0">
                <a:effectLst/>
              </a:rPr>
              <a:t>References</a:t>
            </a:r>
            <a:r>
              <a:rPr lang="en-US" sz="2400" b="0" i="0" dirty="0">
                <a:effectLst/>
              </a:rPr>
              <a:t>​</a:t>
            </a: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Contents</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9" name="Picture 8">
            <a:extLst>
              <a:ext uri="{FF2B5EF4-FFF2-40B4-BE49-F238E27FC236}">
                <a16:creationId xmlns:a16="http://schemas.microsoft.com/office/drawing/2014/main" id="{82A703B4-9FBE-47F6-918D-A298A56D5E29}"/>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13" name="Picture 12">
            <a:extLst>
              <a:ext uri="{FF2B5EF4-FFF2-40B4-BE49-F238E27FC236}">
                <a16:creationId xmlns:a16="http://schemas.microsoft.com/office/drawing/2014/main" id="{FE51F496-C479-4369-9E8C-5BE16534E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1583217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7"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7" presetClass="entr" presetSubtype="0"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2" presetID="47" presetClass="entr" presetSubtype="0" fill="hold"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1000"/>
                                        <p:tgtEl>
                                          <p:spTgt spid="3">
                                            <p:txEl>
                                              <p:pRg st="7" end="7"/>
                                            </p:txEl>
                                          </p:spTgt>
                                        </p:tgtEl>
                                      </p:cBhvr>
                                    </p:animEffect>
                                    <p:anim calcmode="lin" valueType="num">
                                      <p:cBhvr>
                                        <p:cTn id="4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7" presetID="47" presetClass="entr" presetSubtype="0" fill="hold" nodeType="with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7" presetClass="entr" presetSubtype="0" fill="hold" nodeType="click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fade">
                                      <p:cBhvr>
                                        <p:cTn id="56" dur="1000"/>
                                        <p:tgtEl>
                                          <p:spTgt spid="3">
                                            <p:txEl>
                                              <p:pRg st="9" end="9"/>
                                            </p:txEl>
                                          </p:spTgt>
                                        </p:tgtEl>
                                      </p:cBhvr>
                                    </p:animEffect>
                                    <p:anim calcmode="lin" valueType="num">
                                      <p:cBhvr>
                                        <p:cTn id="5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9" presetID="47" presetClass="entr" presetSubtype="0" fill="hold" nodeType="with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Effect transition="in" filter="fade">
                                      <p:cBhvr>
                                        <p:cTn id="61" dur="1000"/>
                                        <p:tgtEl>
                                          <p:spTgt spid="3">
                                            <p:txEl>
                                              <p:pRg st="10" end="10"/>
                                            </p:txEl>
                                          </p:spTgt>
                                        </p:tgtEl>
                                      </p:cBhvr>
                                    </p:animEffect>
                                    <p:anim calcmode="lin" valueType="num">
                                      <p:cBhvr>
                                        <p:cTn id="62"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64" presetID="47" presetClass="entr" presetSubtype="0" fill="hold" nodeType="with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Effect transition="in" filter="fade">
                                      <p:cBhvr>
                                        <p:cTn id="66" dur="1000"/>
                                        <p:tgtEl>
                                          <p:spTgt spid="3">
                                            <p:txEl>
                                              <p:pRg st="11" end="11"/>
                                            </p:txEl>
                                          </p:spTgt>
                                        </p:tgtEl>
                                      </p:cBhvr>
                                    </p:animEffect>
                                    <p:anim calcmode="lin" valueType="num">
                                      <p:cBhvr>
                                        <p:cTn id="6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69" presetID="47" presetClass="entr" presetSubtype="0" fill="hold" nodeType="withEffect">
                                  <p:stCondLst>
                                    <p:cond delay="0"/>
                                  </p:stCondLst>
                                  <p:childTnLst>
                                    <p:set>
                                      <p:cBhvr>
                                        <p:cTn id="70" dur="1" fill="hold">
                                          <p:stCondLst>
                                            <p:cond delay="0"/>
                                          </p:stCondLst>
                                        </p:cTn>
                                        <p:tgtEl>
                                          <p:spTgt spid="3">
                                            <p:txEl>
                                              <p:pRg st="12" end="12"/>
                                            </p:txEl>
                                          </p:spTgt>
                                        </p:tgtEl>
                                        <p:attrNameLst>
                                          <p:attrName>style.visibility</p:attrName>
                                        </p:attrNameLst>
                                      </p:cBhvr>
                                      <p:to>
                                        <p:strVal val="visible"/>
                                      </p:to>
                                    </p:set>
                                    <p:animEffect transition="in" filter="fade">
                                      <p:cBhvr>
                                        <p:cTn id="71" dur="1000"/>
                                        <p:tgtEl>
                                          <p:spTgt spid="3">
                                            <p:txEl>
                                              <p:pRg st="12" end="12"/>
                                            </p:txEl>
                                          </p:spTgt>
                                        </p:tgtEl>
                                      </p:cBhvr>
                                    </p:animEffect>
                                    <p:anim calcmode="lin" valueType="num">
                                      <p:cBhvr>
                                        <p:cTn id="7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7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2A703B4-9FBE-47F6-918D-A298A56D5E29}"/>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13" name="Picture 12">
            <a:extLst>
              <a:ext uri="{FF2B5EF4-FFF2-40B4-BE49-F238E27FC236}">
                <a16:creationId xmlns:a16="http://schemas.microsoft.com/office/drawing/2014/main" id="{FE51F496-C479-4369-9E8C-5BE16534E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4935" y="-150535"/>
            <a:ext cx="2014053" cy="1132905"/>
          </a:xfrm>
          <a:prstGeom prst="rect">
            <a:avLst/>
          </a:prstGeom>
        </p:spPr>
      </p:pic>
      <p:pic>
        <p:nvPicPr>
          <p:cNvPr id="6" name="Picture 5">
            <a:extLst>
              <a:ext uri="{FF2B5EF4-FFF2-40B4-BE49-F238E27FC236}">
                <a16:creationId xmlns:a16="http://schemas.microsoft.com/office/drawing/2014/main" id="{25CF2B09-DD9A-4DDA-80BC-E9711D74BA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6346" y="0"/>
            <a:ext cx="8214623" cy="6858000"/>
          </a:xfrm>
          <a:prstGeom prst="rect">
            <a:avLst/>
          </a:prstGeom>
        </p:spPr>
      </p:pic>
      <p:sp>
        <p:nvSpPr>
          <p:cNvPr id="7" name="TextBox 6">
            <a:extLst>
              <a:ext uri="{FF2B5EF4-FFF2-40B4-BE49-F238E27FC236}">
                <a16:creationId xmlns:a16="http://schemas.microsoft.com/office/drawing/2014/main" id="{01198433-FBE3-4E07-8652-3FEEBDAA4473}"/>
              </a:ext>
            </a:extLst>
          </p:cNvPr>
          <p:cNvSpPr txBox="1"/>
          <p:nvPr/>
        </p:nvSpPr>
        <p:spPr>
          <a:xfrm>
            <a:off x="163418" y="2413337"/>
            <a:ext cx="1899915" cy="2031325"/>
          </a:xfrm>
          <a:prstGeom prst="rect">
            <a:avLst/>
          </a:prstGeom>
          <a:noFill/>
        </p:spPr>
        <p:txBody>
          <a:bodyPr wrap="square" rtlCol="0">
            <a:spAutoFit/>
          </a:bodyPr>
          <a:lstStyle/>
          <a:p>
            <a:r>
              <a:rPr lang="en-GB" sz="1800" b="1" dirty="0"/>
              <a:t>Research Paper Submitted to the ‘Journal of Applied Remote Sensing’ for a potential Publication</a:t>
            </a:r>
          </a:p>
        </p:txBody>
      </p:sp>
    </p:spTree>
    <p:extLst>
      <p:ext uri="{BB962C8B-B14F-4D97-AF65-F5344CB8AC3E}">
        <p14:creationId xmlns:p14="http://schemas.microsoft.com/office/powerpoint/2010/main" val="3070007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23220"/>
          </a:xfrm>
          <a:prstGeom prst="rect">
            <a:avLst/>
          </a:prstGeom>
          <a:noFill/>
        </p:spPr>
        <p:txBody>
          <a:bodyPr wrap="square">
            <a:spAutoFit/>
          </a:bodyPr>
          <a:lstStyle/>
          <a:p>
            <a:pPr algn="ctr"/>
            <a:r>
              <a:rPr lang="en-US" sz="2800" b="1" dirty="0">
                <a:latin typeface="Calibri "/>
                <a:cs typeface="Amiri" panose="00000500000000000000" pitchFamily="2" charset="-78"/>
              </a:rPr>
              <a:t>Graphical Abstract</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9" name="Picture 8">
            <a:extLst>
              <a:ext uri="{FF2B5EF4-FFF2-40B4-BE49-F238E27FC236}">
                <a16:creationId xmlns:a16="http://schemas.microsoft.com/office/drawing/2014/main" id="{82A703B4-9FBE-47F6-918D-A298A56D5E29}"/>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13" name="Picture 12">
            <a:extLst>
              <a:ext uri="{FF2B5EF4-FFF2-40B4-BE49-F238E27FC236}">
                <a16:creationId xmlns:a16="http://schemas.microsoft.com/office/drawing/2014/main" id="{FE51F496-C479-4369-9E8C-5BE16534E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11" name="TextBox 10">
            <a:extLst>
              <a:ext uri="{FF2B5EF4-FFF2-40B4-BE49-F238E27FC236}">
                <a16:creationId xmlns:a16="http://schemas.microsoft.com/office/drawing/2014/main" id="{6B6B7C45-5390-4305-9D4E-08EDE21B9FC6}"/>
              </a:ext>
            </a:extLst>
          </p:cNvPr>
          <p:cNvSpPr txBox="1"/>
          <p:nvPr/>
        </p:nvSpPr>
        <p:spPr>
          <a:xfrm>
            <a:off x="426876" y="1835787"/>
            <a:ext cx="4204055" cy="3785652"/>
          </a:xfrm>
          <a:prstGeom prst="rect">
            <a:avLst/>
          </a:prstGeom>
          <a:noFill/>
        </p:spPr>
        <p:txBody>
          <a:bodyPr wrap="square">
            <a:spAutoFit/>
          </a:bodyPr>
          <a:lstStyle/>
          <a:p>
            <a:pPr marL="342900" indent="-342900" algn="l" rtl="0" fontAlgn="base">
              <a:buFont typeface="Wingdings" panose="05000000000000000000" pitchFamily="2" charset="2"/>
              <a:buChar char="Ø"/>
            </a:pPr>
            <a:r>
              <a:rPr lang="en-US" sz="2000" i="0" u="none" strike="noStrike" dirty="0">
                <a:effectLst/>
              </a:rPr>
              <a:t>Performance of RF, SVM, GTB, and CART</a:t>
            </a:r>
            <a:endParaRPr lang="en-US" sz="2000" i="0" dirty="0">
              <a:effectLst/>
            </a:endParaRPr>
          </a:p>
          <a:p>
            <a:pPr algn="l" rtl="0" fontAlgn="base"/>
            <a:endParaRPr lang="en-US" sz="2000" i="0" dirty="0">
              <a:effectLst/>
            </a:endParaRPr>
          </a:p>
          <a:p>
            <a:pPr marL="342900" indent="-342900" fontAlgn="base">
              <a:buFont typeface="Wingdings" panose="05000000000000000000" pitchFamily="2" charset="2"/>
              <a:buChar char="Ø"/>
            </a:pPr>
            <a:r>
              <a:rPr lang="en-US" sz="2000" dirty="0"/>
              <a:t>Spectral Indices and Terrain Analysis</a:t>
            </a:r>
          </a:p>
          <a:p>
            <a:pPr fontAlgn="base"/>
            <a:endParaRPr lang="en-US" sz="2000" dirty="0"/>
          </a:p>
          <a:p>
            <a:pPr marL="342900" indent="-342900" fontAlgn="base">
              <a:buFont typeface="Wingdings" panose="05000000000000000000" pitchFamily="2" charset="2"/>
              <a:buChar char="Ø"/>
            </a:pPr>
            <a:r>
              <a:rPr lang="en-US" sz="2000" dirty="0"/>
              <a:t>LST, UHI, UTFVI, UDI</a:t>
            </a:r>
          </a:p>
          <a:p>
            <a:pPr marL="342900" indent="-342900" fontAlgn="base">
              <a:buFont typeface="Wingdings" panose="05000000000000000000" pitchFamily="2" charset="2"/>
              <a:buChar char="Ø"/>
            </a:pPr>
            <a:endParaRPr lang="en-US" sz="2000" dirty="0"/>
          </a:p>
          <a:p>
            <a:pPr marL="342900" indent="-342900" fontAlgn="base">
              <a:buFont typeface="Wingdings" panose="05000000000000000000" pitchFamily="2" charset="2"/>
              <a:buChar char="Ø"/>
            </a:pPr>
            <a:r>
              <a:rPr lang="en-US" sz="2000" dirty="0"/>
              <a:t>Socio-economic Survey</a:t>
            </a:r>
          </a:p>
          <a:p>
            <a:pPr marL="342900" indent="-342900" fontAlgn="base">
              <a:buFont typeface="Wingdings" panose="05000000000000000000" pitchFamily="2" charset="2"/>
              <a:buChar char="Ø"/>
            </a:pPr>
            <a:endParaRPr lang="en-US" sz="2000" dirty="0"/>
          </a:p>
          <a:p>
            <a:pPr marL="342900" indent="-342900" fontAlgn="base">
              <a:buFont typeface="Wingdings" panose="05000000000000000000" pitchFamily="2" charset="2"/>
              <a:buChar char="Ø"/>
            </a:pPr>
            <a:r>
              <a:rPr lang="en-US" sz="2000" dirty="0"/>
              <a:t>Correlation Analyses</a:t>
            </a:r>
          </a:p>
          <a:p>
            <a:pPr fontAlgn="base"/>
            <a:endParaRPr lang="en-US" sz="2000" dirty="0"/>
          </a:p>
        </p:txBody>
      </p:sp>
      <p:pic>
        <p:nvPicPr>
          <p:cNvPr id="3" name="Picture 2">
            <a:extLst>
              <a:ext uri="{FF2B5EF4-FFF2-40B4-BE49-F238E27FC236}">
                <a16:creationId xmlns:a16="http://schemas.microsoft.com/office/drawing/2014/main" id="{8BAFF517-5A0D-4AC6-BED4-3D1A401D37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3738" y="879477"/>
            <a:ext cx="7266734" cy="5479766"/>
          </a:xfrm>
          <a:prstGeom prst="rect">
            <a:avLst/>
          </a:prstGeom>
        </p:spPr>
      </p:pic>
    </p:spTree>
    <p:extLst>
      <p:ext uri="{BB962C8B-B14F-4D97-AF65-F5344CB8AC3E}">
        <p14:creationId xmlns:p14="http://schemas.microsoft.com/office/powerpoint/2010/main" val="2510205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animEffect transition="in" filter="fade">
                                      <p:cBhvr>
                                        <p:cTn id="17" dur="500"/>
                                        <p:tgtEl>
                                          <p:spTgt spid="1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6" end="6"/>
                                            </p:txEl>
                                          </p:spTgt>
                                        </p:tgtEl>
                                        <p:attrNameLst>
                                          <p:attrName>style.visibility</p:attrName>
                                        </p:attrNameLst>
                                      </p:cBhvr>
                                      <p:to>
                                        <p:strVal val="visible"/>
                                      </p:to>
                                    </p:set>
                                    <p:animEffect transition="in" filter="fade">
                                      <p:cBhvr>
                                        <p:cTn id="22" dur="500"/>
                                        <p:tgtEl>
                                          <p:spTgt spid="11">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8" end="8"/>
                                            </p:txEl>
                                          </p:spTgt>
                                        </p:tgtEl>
                                        <p:attrNameLst>
                                          <p:attrName>style.visibility</p:attrName>
                                        </p:attrNameLst>
                                      </p:cBhvr>
                                      <p:to>
                                        <p:strVal val="visible"/>
                                      </p:to>
                                    </p:set>
                                    <p:animEffect transition="in" filter="fade">
                                      <p:cBhvr>
                                        <p:cTn id="27"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52414" cy="5021055"/>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GB" sz="2400" b="0" i="0" dirty="0">
                <a:effectLst/>
                <a:latin typeface="Calibri "/>
              </a:rPr>
              <a:t>Land use and land cover concepts are pivotal in environmental studies, urban planning, and land management, providing fundamental insights into ecosystems, urban development, and resource utilization.</a:t>
            </a:r>
          </a:p>
          <a:p>
            <a:pPr marL="342900" indent="-342900" algn="just">
              <a:lnSpc>
                <a:spcPct val="150000"/>
              </a:lnSpc>
              <a:buFont typeface="Wingdings" panose="05000000000000000000" pitchFamily="2" charset="2"/>
              <a:buChar char="Ø"/>
            </a:pPr>
            <a:endParaRPr lang="en-GB" sz="2400" b="0" i="0" dirty="0">
              <a:effectLst/>
              <a:latin typeface="Calibri "/>
            </a:endParaRPr>
          </a:p>
          <a:p>
            <a:pPr marL="342900" indent="-342900" algn="just">
              <a:lnSpc>
                <a:spcPct val="150000"/>
              </a:lnSpc>
              <a:buFont typeface="Wingdings" panose="05000000000000000000" pitchFamily="2" charset="2"/>
              <a:buChar char="Ø"/>
            </a:pPr>
            <a:r>
              <a:rPr lang="en-GB" sz="2400" b="0" i="0" dirty="0">
                <a:effectLst/>
                <a:latin typeface="Calibri "/>
              </a:rPr>
              <a:t>Monitoring Land Use Land Cover (LULC) alterations, including urban expansion, and deforestation, is imperative due to their far-reaching impacts on the natural environment, including disruptions to habitats, alterations in hydrological processes, effects on biodiversity, and contributions to urban heat islands.</a:t>
            </a:r>
          </a:p>
          <a:p>
            <a:pPr marL="342900" lvl="0" indent="-342900" algn="just">
              <a:lnSpc>
                <a:spcPct val="150000"/>
              </a:lnSpc>
              <a:buFont typeface="Wingdings" panose="05000000000000000000" pitchFamily="2" charset="2"/>
              <a:buChar char="Ø"/>
            </a:pPr>
            <a:endParaRPr lang="en-GB" sz="2400" dirty="0">
              <a:latin typeface="Calibri "/>
              <a:cs typeface="Amiri" panose="00000500000000000000" pitchFamily="2" charset="-78"/>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Background</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3901775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52414" cy="4467057"/>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GB" sz="2400" b="0" i="0" dirty="0">
                <a:effectLst/>
                <a:latin typeface="Calibri "/>
              </a:rPr>
              <a:t>These transformations underscore the critical importance of timely identification and tracking of landscape dynamics, serving as a foundational element for informed decision-making, sustainable land governance, and the preservation of environmental integrity.</a:t>
            </a:r>
          </a:p>
          <a:p>
            <a:pPr marL="342900" indent="-342900" algn="just">
              <a:lnSpc>
                <a:spcPct val="150000"/>
              </a:lnSpc>
              <a:buFont typeface="Wingdings" panose="05000000000000000000" pitchFamily="2" charset="2"/>
              <a:buChar char="Ø"/>
            </a:pPr>
            <a:r>
              <a:rPr lang="en-GB" sz="2400" b="0" i="0" dirty="0">
                <a:effectLst/>
                <a:latin typeface="Söhne"/>
              </a:rPr>
              <a:t>Rapid urbanization in Asia and Pakistan has caused significant land use and land cover changes and alterations in Land Surface Temperature (LST).</a:t>
            </a:r>
          </a:p>
          <a:p>
            <a:pPr marL="342900" indent="-342900" algn="just">
              <a:lnSpc>
                <a:spcPct val="150000"/>
              </a:lnSpc>
              <a:buFont typeface="Wingdings" panose="05000000000000000000" pitchFamily="2" charset="2"/>
              <a:buChar char="Ø"/>
            </a:pPr>
            <a:endParaRPr lang="en-GB" sz="2400" b="0" i="0" dirty="0">
              <a:effectLst/>
              <a:latin typeface="Calibri "/>
            </a:endParaRPr>
          </a:p>
          <a:p>
            <a:pPr marL="342900" lvl="0" indent="-342900" algn="just">
              <a:lnSpc>
                <a:spcPct val="150000"/>
              </a:lnSpc>
              <a:buFont typeface="Wingdings" panose="05000000000000000000" pitchFamily="2" charset="2"/>
              <a:buChar char="Ø"/>
            </a:pPr>
            <a:endParaRPr lang="en-GB" sz="2400" dirty="0">
              <a:latin typeface="Calibri "/>
              <a:cs typeface="Amiri" panose="00000500000000000000" pitchFamily="2" charset="-78"/>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Background</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3476896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Background</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Synopsis Defense; 29 March, 2023</a:t>
            </a:r>
          </a:p>
        </p:txBody>
      </p:sp>
      <p:pic>
        <p:nvPicPr>
          <p:cNvPr id="13" name="Picture 12">
            <a:extLst>
              <a:ext uri="{FF2B5EF4-FFF2-40B4-BE49-F238E27FC236}">
                <a16:creationId xmlns:a16="http://schemas.microsoft.com/office/drawing/2014/main" id="{068BBC9A-6EDE-4932-9DFE-C6B62EA1F6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9230" y="1124273"/>
            <a:ext cx="6530060" cy="4609454"/>
          </a:xfrm>
          <a:prstGeom prst="rect">
            <a:avLst/>
          </a:prstGeom>
          <a:ln>
            <a:solidFill>
              <a:schemeClr val="tx1"/>
            </a:solidFill>
          </a:ln>
        </p:spPr>
      </p:pic>
      <p:sp>
        <p:nvSpPr>
          <p:cNvPr id="17" name="TextBox 16">
            <a:extLst>
              <a:ext uri="{FF2B5EF4-FFF2-40B4-BE49-F238E27FC236}">
                <a16:creationId xmlns:a16="http://schemas.microsoft.com/office/drawing/2014/main" id="{44520A5D-7CEE-4CE7-BA86-7878E0BEBE49}"/>
              </a:ext>
            </a:extLst>
          </p:cNvPr>
          <p:cNvSpPr txBox="1"/>
          <p:nvPr/>
        </p:nvSpPr>
        <p:spPr>
          <a:xfrm>
            <a:off x="426876" y="1124273"/>
            <a:ext cx="4500231" cy="4893647"/>
          </a:xfrm>
          <a:prstGeom prst="rect">
            <a:avLst/>
          </a:prstGeom>
          <a:noFill/>
        </p:spPr>
        <p:txBody>
          <a:bodyPr wrap="square">
            <a:spAutoFit/>
          </a:bodyPr>
          <a:lstStyle/>
          <a:p>
            <a:pPr marL="342900" indent="-342900" algn="just">
              <a:buFont typeface="Wingdings" panose="05000000000000000000" pitchFamily="2" charset="2"/>
              <a:buChar char="Ø"/>
            </a:pPr>
            <a:r>
              <a:rPr lang="en-GB" sz="2400" dirty="0"/>
              <a:t>The rise in land surface temperature (LST) in Pakistan can be attributed to the combined effects of climate change and rapid urbanization, including the expansion of built-up. </a:t>
            </a:r>
          </a:p>
          <a:p>
            <a:pPr marL="342900" indent="-342900" algn="just">
              <a:buFont typeface="Wingdings" panose="05000000000000000000" pitchFamily="2" charset="2"/>
              <a:buChar char="Ø"/>
            </a:pPr>
            <a:endParaRPr lang="en-GB" sz="2400" dirty="0"/>
          </a:p>
          <a:p>
            <a:pPr marL="342900" indent="-342900" algn="just">
              <a:buFont typeface="Wingdings" panose="05000000000000000000" pitchFamily="2" charset="2"/>
              <a:buChar char="Ø"/>
            </a:pPr>
            <a:r>
              <a:rPr lang="en-GB" sz="2400" dirty="0"/>
              <a:t>These factors have led to the urban heat island effect, resulting in higher LST, which has adverse effects on the environment and public health.</a:t>
            </a:r>
          </a:p>
        </p:txBody>
      </p:sp>
      <p:pic>
        <p:nvPicPr>
          <p:cNvPr id="18" name="Picture 17">
            <a:extLst>
              <a:ext uri="{FF2B5EF4-FFF2-40B4-BE49-F238E27FC236}">
                <a16:creationId xmlns:a16="http://schemas.microsoft.com/office/drawing/2014/main" id="{BB062FEA-80BC-4C7C-93D2-09B5258F3A15}"/>
              </a:ext>
            </a:extLst>
          </p:cNvPr>
          <p:cNvPicPr/>
          <p:nvPr/>
        </p:nvPicPr>
        <p:blipFill>
          <a:blip r:embed="rId3"/>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00D0BA12-C7DA-433C-A5A7-58FED32680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3399261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52414" cy="5021055"/>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GB" sz="2400" b="0" i="0" dirty="0">
                <a:effectLst/>
                <a:latin typeface="Söhne"/>
              </a:rPr>
              <a:t>Factors like rural-urban migration, industrialization, economic development, and population growth contribute to these changes.</a:t>
            </a:r>
          </a:p>
          <a:p>
            <a:pPr marL="342900" indent="-342900" algn="just">
              <a:lnSpc>
                <a:spcPct val="150000"/>
              </a:lnSpc>
              <a:buFont typeface="Wingdings" panose="05000000000000000000" pitchFamily="2" charset="2"/>
              <a:buChar char="Ø"/>
            </a:pPr>
            <a:r>
              <a:rPr lang="en-GB" sz="2400" b="0" i="0" dirty="0">
                <a:effectLst/>
                <a:latin typeface="Söhne"/>
              </a:rPr>
              <a:t>Urbanization has increased from 17% in the 1950s to 49% in 2018 in Asia and from 17% in 1951 to 36% in 2017 in Pakistan.</a:t>
            </a:r>
          </a:p>
          <a:p>
            <a:pPr marL="342900" indent="-342900" algn="just">
              <a:lnSpc>
                <a:spcPct val="150000"/>
              </a:lnSpc>
              <a:buFont typeface="Wingdings" panose="05000000000000000000" pitchFamily="2" charset="2"/>
              <a:buChar char="Ø"/>
            </a:pPr>
            <a:r>
              <a:rPr lang="en-GB" sz="2400" b="0" i="0" dirty="0">
                <a:effectLst/>
                <a:latin typeface="Söhne"/>
              </a:rPr>
              <a:t>These shifts in LULC contribute to the urban heat island effect, negatively impacting the environment, public health, and socio-economic development.</a:t>
            </a:r>
          </a:p>
          <a:p>
            <a:pPr marL="342900" indent="-342900" algn="just">
              <a:lnSpc>
                <a:spcPct val="150000"/>
              </a:lnSpc>
              <a:buFont typeface="Wingdings" panose="05000000000000000000" pitchFamily="2" charset="2"/>
              <a:buChar char="Ø"/>
            </a:pPr>
            <a:r>
              <a:rPr lang="en-GB" sz="2400" b="0" i="0" dirty="0">
                <a:effectLst/>
                <a:latin typeface="Söhne"/>
              </a:rPr>
              <a:t>Azad Kashmir (AJK) is no exception, making it crucial to analyze the impacts of landscape dynamics on LST, and socio-economic development in the region.</a:t>
            </a:r>
          </a:p>
          <a:p>
            <a:pPr marL="342900" lvl="0" indent="-342900" algn="just">
              <a:lnSpc>
                <a:spcPct val="150000"/>
              </a:lnSpc>
              <a:buFont typeface="Wingdings" panose="05000000000000000000" pitchFamily="2" charset="2"/>
              <a:buChar char="Ø"/>
            </a:pPr>
            <a:endParaRPr lang="en-GB" sz="2400" dirty="0">
              <a:cs typeface="Amiri" panose="00000500000000000000" pitchFamily="2" charset="-78"/>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Background</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9ECE808C-DB2D-4AD2-9EAF-FFF212AB5F85}"/>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CC4E8851-107E-4EE5-A796-4AB8C49B2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3303382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52414" cy="4893647"/>
          </a:xfrm>
          <a:prstGeom prst="rect">
            <a:avLst/>
          </a:prstGeom>
          <a:noFill/>
        </p:spPr>
        <p:txBody>
          <a:bodyPr wrap="square">
            <a:spAutoFit/>
          </a:bodyPr>
          <a:lstStyle/>
          <a:p>
            <a:pPr marL="342900" indent="-342900" algn="just">
              <a:buFont typeface="Wingdings" panose="05000000000000000000" pitchFamily="2" charset="2"/>
              <a:buChar char="Ø"/>
            </a:pPr>
            <a:r>
              <a:rPr lang="en-GB" sz="2400" b="0" i="0" dirty="0">
                <a:effectLst/>
              </a:rPr>
              <a:t>A study by Roy et al. (2022) explores how spectral indices derived from Landsat imagery of Sylhet </a:t>
            </a:r>
            <a:r>
              <a:rPr lang="en-GB" sz="2400" b="0" i="0" dirty="0" err="1">
                <a:effectLst/>
              </a:rPr>
              <a:t>Sadar</a:t>
            </a:r>
            <a:r>
              <a:rPr lang="en-GB" sz="2400" b="0" i="0" dirty="0">
                <a:effectLst/>
              </a:rPr>
              <a:t> </a:t>
            </a:r>
            <a:r>
              <a:rPr lang="en-GB" sz="2400" b="0" i="0" dirty="0" err="1">
                <a:effectLst/>
              </a:rPr>
              <a:t>Upazila</a:t>
            </a:r>
            <a:r>
              <a:rPr lang="en-GB" sz="2400" b="0" i="0" dirty="0">
                <a:effectLst/>
              </a:rPr>
              <a:t> (2000–2018) relate to land surface temperature (LST). It finds LST changes between -6°C and +4°C, with the northeast, featuring higher vegetation and forests, experiencing the most significant temperature variations. Notably, NDVI and NDBI show correlations with LST ranging from -0.52 to +0.57.</a:t>
            </a:r>
          </a:p>
          <a:p>
            <a:pPr marL="342900" indent="-342900" algn="just">
              <a:buFont typeface="Wingdings" panose="05000000000000000000" pitchFamily="2" charset="2"/>
              <a:buChar char="Ø"/>
            </a:pPr>
            <a:endParaRPr lang="en-GB" sz="2400" b="0" i="0" dirty="0">
              <a:effectLst/>
            </a:endParaRPr>
          </a:p>
          <a:p>
            <a:pPr marL="342900" indent="-342900" algn="just">
              <a:buFont typeface="Wingdings" panose="05000000000000000000" pitchFamily="2" charset="2"/>
              <a:buChar char="Ø"/>
            </a:pPr>
            <a:r>
              <a:rPr lang="en-GB" sz="2400" b="0" i="0" dirty="0">
                <a:effectLst/>
                <a:latin typeface="Söhne"/>
              </a:rPr>
              <a:t>Basher et al. (2022) conducted a study to assess LULC classification performance in Charlottetown, Canada, comparing ArcGIS Pro and Google Earth Engine with various satellite datasets. SVM classifiers consistently achieve the highest accuracy, with SVM in ArcGIS Pro reaching 94% accuracy with Planet data, and SVM in Google Earth Engine achieving 92% accuracy with Sentinel 2 data. The study also identifies significant forest-to-bare land and urbanization changes, aiding in the selection of remote sensing classifiers and satellite imagery for accurate LULC mapping.</a:t>
            </a:r>
            <a:endParaRPr lang="en-GB" sz="2400" dirty="0">
              <a:cs typeface="Amiri" panose="00000500000000000000" pitchFamily="2" charset="-78"/>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Literature Review</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9ECE808C-DB2D-4AD2-9EAF-FFF212AB5F85}"/>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9FCA045E-D3D5-4265-B0FC-416BC0FBF7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2858450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52414" cy="5632311"/>
          </a:xfrm>
          <a:prstGeom prst="rect">
            <a:avLst/>
          </a:prstGeom>
          <a:noFill/>
        </p:spPr>
        <p:txBody>
          <a:bodyPr wrap="square">
            <a:spAutoFit/>
          </a:bodyPr>
          <a:lstStyle/>
          <a:p>
            <a:pPr marL="342900" indent="-342900" algn="just">
              <a:buFont typeface="Wingdings" panose="05000000000000000000" pitchFamily="2" charset="2"/>
              <a:buChar char="Ø"/>
            </a:pPr>
            <a:r>
              <a:rPr lang="en-GB" sz="2400" dirty="0">
                <a:cs typeface="Amiri" panose="00000500000000000000" pitchFamily="2" charset="-78"/>
              </a:rPr>
              <a:t>Mathew et al. (2019) predicted land surface temperatures (LSTs) for the assessment of the urban heat island (UHI) effect in the area surrounding Chandigarh city. Remote sensing data from MODIS and ASTER GDEM were used, and a support vector regression (SVR) model was developed using LST values from the previous three years, along with enhanced vegetation index (EVI), road density (RD), and elevation as input parameters to predict LST. The results showed that the SVR model was a significant tool to predict LST for the assessment of the heat island effect, with higher efficacy compared to the artificial neural networks (ANN) model.</a:t>
            </a:r>
          </a:p>
          <a:p>
            <a:pPr marL="342900" indent="-342900" algn="just">
              <a:buFont typeface="Wingdings" panose="05000000000000000000" pitchFamily="2" charset="2"/>
              <a:buChar char="Ø"/>
            </a:pPr>
            <a:endParaRPr lang="en-GB" sz="2400" dirty="0">
              <a:cs typeface="Amiri" panose="00000500000000000000" pitchFamily="2" charset="-78"/>
            </a:endParaRPr>
          </a:p>
          <a:p>
            <a:pPr marL="342900" indent="-342900" algn="just">
              <a:buFont typeface="Wingdings" panose="05000000000000000000" pitchFamily="2" charset="2"/>
              <a:buChar char="Ø"/>
            </a:pPr>
            <a:r>
              <a:rPr lang="en-GB" sz="2400" dirty="0">
                <a:cs typeface="Amiri" panose="00000500000000000000" pitchFamily="2" charset="-78"/>
              </a:rPr>
              <a:t>Hui et al. (2020). utilized remote sensing techniques to estimate Land Surface Temperature (LST) in district Malakand, Pakistan using LANDSAT-8 data. The study highlighted the potential of GIS tools and offers accurate information that can guide land use planning, ecological restoration, and sustainable development in the district.</a:t>
            </a:r>
          </a:p>
          <a:p>
            <a:pPr marL="342900" indent="-342900" algn="just">
              <a:buFont typeface="Wingdings" panose="05000000000000000000" pitchFamily="2" charset="2"/>
              <a:buChar char="Ø"/>
            </a:pPr>
            <a:endParaRPr lang="en-GB" sz="2400" dirty="0">
              <a:cs typeface="Amiri" panose="00000500000000000000" pitchFamily="2" charset="-78"/>
            </a:endParaRPr>
          </a:p>
          <a:p>
            <a:pPr marL="342900" indent="-342900" algn="just">
              <a:buFont typeface="Wingdings" panose="05000000000000000000" pitchFamily="2" charset="2"/>
              <a:buChar char="Ø"/>
            </a:pPr>
            <a:endParaRPr lang="en-GB" sz="2400" dirty="0">
              <a:cs typeface="Amiri" panose="00000500000000000000" pitchFamily="2" charset="-78"/>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Literature Review</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9ECE808C-DB2D-4AD2-9EAF-FFF212AB5F85}"/>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9FCA045E-D3D5-4265-B0FC-416BC0FBF7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2498837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52414" cy="5262979"/>
          </a:xfrm>
          <a:prstGeom prst="rect">
            <a:avLst/>
          </a:prstGeom>
          <a:noFill/>
        </p:spPr>
        <p:txBody>
          <a:bodyPr wrap="square">
            <a:spAutoFit/>
          </a:bodyPr>
          <a:lstStyle/>
          <a:p>
            <a:pPr marL="342900" indent="-342900" algn="just">
              <a:buFont typeface="Wingdings" panose="05000000000000000000" pitchFamily="2" charset="2"/>
              <a:buChar char="Ø"/>
            </a:pPr>
            <a:r>
              <a:rPr lang="en-GB" sz="2400" dirty="0">
                <a:cs typeface="Amiri" panose="00000500000000000000" pitchFamily="2" charset="-78"/>
              </a:rPr>
              <a:t>Mustafa et al., (2020) compared four soft computing models for predicting land surface temperature (LST) changes in Beijing using statistical analysis, with the ANFIS model showing the highest performance. The study emphasized the impact of climate change and urban development on LST and highlights the importance of considering topographic changes and previously recorded temperature changes in LST prediction models.</a:t>
            </a:r>
          </a:p>
          <a:p>
            <a:pPr marL="342900" indent="-342900" algn="just">
              <a:buFont typeface="Wingdings" panose="05000000000000000000" pitchFamily="2" charset="2"/>
              <a:buChar char="Ø"/>
            </a:pPr>
            <a:endParaRPr lang="en-GB" sz="2400" dirty="0">
              <a:cs typeface="Amiri" panose="00000500000000000000" pitchFamily="2" charset="-78"/>
            </a:endParaRPr>
          </a:p>
          <a:p>
            <a:pPr marL="342900" indent="-342900" algn="just">
              <a:buFont typeface="Wingdings" panose="05000000000000000000" pitchFamily="2" charset="2"/>
              <a:buChar char="Ø"/>
            </a:pPr>
            <a:r>
              <a:rPr lang="en-GB" sz="2400" dirty="0" err="1">
                <a:cs typeface="Amiri" panose="00000500000000000000" pitchFamily="2" charset="-78"/>
              </a:rPr>
              <a:t>Shahfahad</a:t>
            </a:r>
            <a:r>
              <a:rPr lang="en-GB" sz="2400" dirty="0">
                <a:cs typeface="Amiri" panose="00000500000000000000" pitchFamily="2" charset="-78"/>
              </a:rPr>
              <a:t> et al. (2022) conducted a research to </a:t>
            </a:r>
            <a:r>
              <a:rPr lang="en-GB" sz="2400" dirty="0" err="1">
                <a:cs typeface="Amiri" panose="00000500000000000000" pitchFamily="2" charset="-78"/>
              </a:rPr>
              <a:t>analyze</a:t>
            </a:r>
            <a:r>
              <a:rPr lang="en-GB" sz="2400" dirty="0">
                <a:cs typeface="Amiri" panose="00000500000000000000" pitchFamily="2" charset="-78"/>
              </a:rPr>
              <a:t> land use/land cover changes and their impact on land surface temperature in Khanewal district, Pakistan, using remote-sensing techniques. The study found that the built-up area increased from 1.75% in 1980 to 5.27% in 2020, while the vegetation area decreased by 4.12% during the same period. As a result of these changes, the land surface temperature increased by 0.50°C from 1980 to 2020. </a:t>
            </a:r>
          </a:p>
          <a:p>
            <a:pPr marL="342900" indent="-342900" algn="just">
              <a:buFont typeface="Wingdings" panose="05000000000000000000" pitchFamily="2" charset="2"/>
              <a:buChar char="Ø"/>
            </a:pPr>
            <a:endParaRPr lang="en-GB" sz="2400" dirty="0">
              <a:cs typeface="Amiri" panose="00000500000000000000" pitchFamily="2" charset="-78"/>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Literature Review</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9ECE808C-DB2D-4AD2-9EAF-FFF212AB5F85}"/>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9A005D6D-ABD2-4EAF-ADDA-C6028D81E0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306202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52414" cy="5632311"/>
          </a:xfrm>
          <a:prstGeom prst="rect">
            <a:avLst/>
          </a:prstGeom>
          <a:noFill/>
        </p:spPr>
        <p:txBody>
          <a:bodyPr wrap="square">
            <a:spAutoFit/>
          </a:bodyPr>
          <a:lstStyle/>
          <a:p>
            <a:pPr marL="342900" lvl="0" indent="-342900" algn="just">
              <a:buFont typeface="Wingdings" panose="05000000000000000000" pitchFamily="2" charset="2"/>
              <a:buChar char="Ø"/>
            </a:pPr>
            <a:r>
              <a:rPr lang="en-GB" sz="2400" dirty="0">
                <a:cs typeface="Amiri" panose="00000500000000000000" pitchFamily="2" charset="-78"/>
              </a:rPr>
              <a:t>Mehmood et al. (2022) investigated the changes in surface Urban Heat Island Intensity (SUHII) in six major cities in Punjab, Pakistan from 2006 to 2020 using MODIS land surface temperature data. Results indicate an increase in SUHII for both daytime and night-time in all seasons and annually, with the greatest increase occurring during the spring season. The ARIMA model forecast predicts a continued rise in SUHII until 2030.</a:t>
            </a:r>
          </a:p>
          <a:p>
            <a:pPr marL="342900" lvl="0" indent="-342900" algn="just">
              <a:buFont typeface="Wingdings" panose="05000000000000000000" pitchFamily="2" charset="2"/>
              <a:buChar char="Ø"/>
            </a:pPr>
            <a:endParaRPr lang="en-GB" sz="2400" dirty="0">
              <a:cs typeface="Amiri" panose="00000500000000000000" pitchFamily="2" charset="-78"/>
            </a:endParaRPr>
          </a:p>
          <a:p>
            <a:pPr marL="342900" lvl="0" indent="-342900" algn="just">
              <a:buFont typeface="Wingdings" panose="05000000000000000000" pitchFamily="2" charset="2"/>
              <a:buChar char="Ø"/>
            </a:pPr>
            <a:r>
              <a:rPr lang="en-GB" sz="2400" dirty="0">
                <a:cs typeface="Amiri" panose="00000500000000000000" pitchFamily="2" charset="-78"/>
              </a:rPr>
              <a:t>Nasir et al. (2022)  examined the relationship between urban land-use dynamics and land surface temperature in Kohat City, Pakistan using satellite imagery from 1998 to 2018. Results showed that built-up areas increased, and land surface temperature rose, especially in densely populated areas, highlighting the importance of monitoring and managing urban land-use to mitigate the negative impacts on the environment and human health.</a:t>
            </a:r>
          </a:p>
          <a:p>
            <a:pPr marL="342900" lvl="0" indent="-342900" algn="just">
              <a:buFont typeface="Wingdings" panose="05000000000000000000" pitchFamily="2" charset="2"/>
              <a:buChar char="Ø"/>
            </a:pPr>
            <a:endParaRPr lang="en-GB" sz="2400" dirty="0">
              <a:cs typeface="Amiri" panose="00000500000000000000" pitchFamily="2" charset="-78"/>
            </a:endParaRPr>
          </a:p>
          <a:p>
            <a:pPr marL="342900" lvl="0" indent="-342900" algn="just">
              <a:buFont typeface="Wingdings" panose="05000000000000000000" pitchFamily="2" charset="2"/>
              <a:buChar char="Ø"/>
            </a:pPr>
            <a:endParaRPr lang="en-GB" sz="2400" dirty="0">
              <a:cs typeface="Amiri" panose="00000500000000000000" pitchFamily="2" charset="-78"/>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Literature Review</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9ECE808C-DB2D-4AD2-9EAF-FFF212AB5F85}"/>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BC86707C-A993-426E-AACB-8774732E08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2577052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52414" cy="2677656"/>
          </a:xfrm>
          <a:prstGeom prst="rect">
            <a:avLst/>
          </a:prstGeom>
          <a:noFill/>
        </p:spPr>
        <p:txBody>
          <a:bodyPr wrap="square">
            <a:spAutoFit/>
          </a:bodyPr>
          <a:lstStyle/>
          <a:p>
            <a:pPr marL="342900" lvl="0" indent="-342900" algn="just">
              <a:buFont typeface="Wingdings" panose="05000000000000000000" pitchFamily="2" charset="2"/>
              <a:buChar char="Ø"/>
            </a:pPr>
            <a:r>
              <a:rPr lang="en-GB" sz="2400" b="0" i="0" dirty="0">
                <a:effectLst/>
                <a:latin typeface="Söhne"/>
              </a:rPr>
              <a:t>Previous research lacks a comprehensive comparison of machine learning techniques for analysing Land Use Land Cover Changes, and assessing their efficiency is crucial for robust and accurate results.</a:t>
            </a:r>
          </a:p>
          <a:p>
            <a:pPr marL="342900" lvl="0" indent="-342900" algn="just">
              <a:buFont typeface="Wingdings" panose="05000000000000000000" pitchFamily="2" charset="2"/>
              <a:buChar char="Ø"/>
            </a:pPr>
            <a:endParaRPr lang="en-GB" sz="2400" b="0" i="0" dirty="0">
              <a:effectLst/>
              <a:latin typeface="Söhne"/>
            </a:endParaRPr>
          </a:p>
          <a:p>
            <a:pPr marL="342900" lvl="0" indent="-342900" algn="just">
              <a:buFont typeface="Wingdings" panose="05000000000000000000" pitchFamily="2" charset="2"/>
              <a:buChar char="Ø"/>
            </a:pPr>
            <a:r>
              <a:rPr lang="en-GB" sz="2400" dirty="0">
                <a:latin typeface="Söhne"/>
              </a:rPr>
              <a:t>I</a:t>
            </a:r>
            <a:r>
              <a:rPr lang="en-GB" sz="2400" b="0" i="0" dirty="0">
                <a:effectLst/>
                <a:latin typeface="Söhne"/>
              </a:rPr>
              <a:t>nsufficient emphasis on socioeconomic impacts and an underexplored consideration of the correlation with topographic factors indicates a need for a more comprehensive understanding.</a:t>
            </a:r>
            <a:endParaRPr lang="en-GB" sz="2400" dirty="0">
              <a:latin typeface="Calibri "/>
              <a:cs typeface="Amiri" panose="00000500000000000000" pitchFamily="2" charset="-78"/>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Research Gap</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9ECE808C-DB2D-4AD2-9EAF-FFF212AB5F85}"/>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4D3E7A21-F5B3-4C5B-856C-E96519E92D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3242813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52414" cy="3682226"/>
          </a:xfrm>
          <a:prstGeom prst="rect">
            <a:avLst/>
          </a:prstGeom>
          <a:noFill/>
        </p:spPr>
        <p:txBody>
          <a:bodyPr wrap="square">
            <a:spAutoFit/>
          </a:bodyPr>
          <a:lstStyle/>
          <a:p>
            <a:pPr marL="342900" lvl="0" indent="-342900" algn="just">
              <a:lnSpc>
                <a:spcPct val="200000"/>
              </a:lnSpc>
              <a:spcBef>
                <a:spcPts val="500"/>
              </a:spcBef>
              <a:buFont typeface="+mj-lt"/>
              <a:buAutoNum type="arabicPeriod"/>
            </a:pPr>
            <a:r>
              <a:rPr lang="en-GB" sz="2400" dirty="0">
                <a:effectLst/>
                <a:ea typeface="Calibri" panose="020F0502020204030204" pitchFamily="34" charset="0"/>
                <a:cs typeface="Poppins" panose="00000500000000000000" pitchFamily="2" charset="0"/>
              </a:rPr>
              <a:t>Comparison of performance of four ML </a:t>
            </a:r>
            <a:r>
              <a:rPr lang="en-GB" sz="2400" dirty="0">
                <a:ea typeface="Calibri" panose="020F0502020204030204" pitchFamily="34" charset="0"/>
                <a:cs typeface="Poppins" panose="00000500000000000000" pitchFamily="2" charset="0"/>
              </a:rPr>
              <a:t>classifiers</a:t>
            </a:r>
            <a:r>
              <a:rPr lang="en-GB" sz="2400" dirty="0">
                <a:effectLst/>
                <a:ea typeface="Calibri" panose="020F0502020204030204" pitchFamily="34" charset="0"/>
                <a:cs typeface="Poppins" panose="00000500000000000000" pitchFamily="2" charset="0"/>
              </a:rPr>
              <a:t> </a:t>
            </a:r>
            <a:r>
              <a:rPr lang="en-GB" sz="2400" dirty="0">
                <a:ea typeface="Calibri" panose="020F0502020204030204" pitchFamily="34" charset="0"/>
                <a:cs typeface="Poppins" panose="00000500000000000000" pitchFamily="2" charset="0"/>
              </a:rPr>
              <a:t>(</a:t>
            </a:r>
            <a:r>
              <a:rPr lang="en-GB" sz="2400" dirty="0">
                <a:effectLst/>
                <a:ea typeface="Calibri" panose="020F0502020204030204" pitchFamily="34" charset="0"/>
                <a:cs typeface="Poppins" panose="00000500000000000000" pitchFamily="2" charset="0"/>
              </a:rPr>
              <a:t>Random Forest, Support Vector Machine, Gradient Tree Boost, and Classification and Regression Trees) for LULC Classification.</a:t>
            </a:r>
          </a:p>
          <a:p>
            <a:pPr marL="342900" lvl="0" indent="-342900" algn="just">
              <a:lnSpc>
                <a:spcPct val="200000"/>
              </a:lnSpc>
              <a:spcAft>
                <a:spcPts val="500"/>
              </a:spcAft>
              <a:buFont typeface="+mj-lt"/>
              <a:buAutoNum type="arabicPeriod"/>
            </a:pPr>
            <a:r>
              <a:rPr lang="en-GB" sz="2400" dirty="0">
                <a:effectLst/>
                <a:ea typeface="Calibri" panose="020F0502020204030204" pitchFamily="34" charset="0"/>
                <a:cs typeface="Poppins" panose="00000500000000000000" pitchFamily="2" charset="0"/>
              </a:rPr>
              <a:t>Modelling relationship between LULC Change, LST, Socio-economic Indicators, and Topographic Variables. </a:t>
            </a: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Objectives</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9ECE808C-DB2D-4AD2-9EAF-FFF212AB5F85}"/>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CE75E2D8-F3A8-4462-857F-5EDA89C9F2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3349825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Study Area – Muzaffarabad AJK</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 </a:t>
            </a:r>
          </a:p>
        </p:txBody>
      </p:sp>
      <p:pic>
        <p:nvPicPr>
          <p:cNvPr id="9" name="Picture 8">
            <a:extLst>
              <a:ext uri="{FF2B5EF4-FFF2-40B4-BE49-F238E27FC236}">
                <a16:creationId xmlns:a16="http://schemas.microsoft.com/office/drawing/2014/main" id="{82A703B4-9FBE-47F6-918D-A298A56D5E29}"/>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13" name="Picture 12">
            <a:extLst>
              <a:ext uri="{FF2B5EF4-FFF2-40B4-BE49-F238E27FC236}">
                <a16:creationId xmlns:a16="http://schemas.microsoft.com/office/drawing/2014/main" id="{FE51F496-C479-4369-9E8C-5BE16534E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pic>
        <p:nvPicPr>
          <p:cNvPr id="3" name="Picture 2">
            <a:extLst>
              <a:ext uri="{FF2B5EF4-FFF2-40B4-BE49-F238E27FC236}">
                <a16:creationId xmlns:a16="http://schemas.microsoft.com/office/drawing/2014/main" id="{9E3CC0A3-A585-453B-A668-A21B8CE992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7157" y="1070667"/>
            <a:ext cx="7020000" cy="4680000"/>
          </a:xfrm>
          <a:prstGeom prst="rect">
            <a:avLst/>
          </a:prstGeom>
        </p:spPr>
      </p:pic>
      <p:sp>
        <p:nvSpPr>
          <p:cNvPr id="12" name="TextBox 11">
            <a:extLst>
              <a:ext uri="{FF2B5EF4-FFF2-40B4-BE49-F238E27FC236}">
                <a16:creationId xmlns:a16="http://schemas.microsoft.com/office/drawing/2014/main" id="{CB8DB0CE-9028-4653-A201-5A39B677E778}"/>
              </a:ext>
            </a:extLst>
          </p:cNvPr>
          <p:cNvSpPr txBox="1"/>
          <p:nvPr/>
        </p:nvSpPr>
        <p:spPr>
          <a:xfrm>
            <a:off x="426876" y="1263018"/>
            <a:ext cx="4490281" cy="4524315"/>
          </a:xfrm>
          <a:prstGeom prst="rect">
            <a:avLst/>
          </a:prstGeom>
          <a:noFill/>
        </p:spPr>
        <p:txBody>
          <a:bodyPr wrap="square">
            <a:spAutoFit/>
          </a:bodyPr>
          <a:lstStyle/>
          <a:p>
            <a:pPr marL="342900" lvl="0" indent="-342900" algn="just">
              <a:buFont typeface="Wingdings" panose="05000000000000000000" pitchFamily="2" charset="2"/>
              <a:buChar char="Ø"/>
            </a:pPr>
            <a:r>
              <a:rPr lang="en-GB" sz="1800" dirty="0">
                <a:cs typeface="Amiri" panose="00000500000000000000" pitchFamily="2" charset="-78"/>
              </a:rPr>
              <a:t>Capital of Azad Jammu and Kashmir</a:t>
            </a:r>
          </a:p>
          <a:p>
            <a:pPr marL="342900" lvl="0" indent="-342900" algn="just">
              <a:buFont typeface="Wingdings" panose="05000000000000000000" pitchFamily="2" charset="2"/>
              <a:buChar char="Ø"/>
            </a:pPr>
            <a:endParaRPr lang="en-GB" sz="1800" dirty="0">
              <a:cs typeface="Amiri" panose="00000500000000000000" pitchFamily="2" charset="-78"/>
            </a:endParaRPr>
          </a:p>
          <a:p>
            <a:pPr marL="342900" lvl="0" indent="-342900" algn="just">
              <a:buFont typeface="Wingdings" panose="05000000000000000000" pitchFamily="2" charset="2"/>
              <a:buChar char="Ø"/>
            </a:pPr>
            <a:r>
              <a:rPr lang="en-GB" sz="1800" dirty="0">
                <a:cs typeface="Amiri" panose="00000500000000000000" pitchFamily="2" charset="-78"/>
              </a:rPr>
              <a:t>Tehsil Muzaffarabad has a total area of 729.677 Square Km, and  population of 498230 according to 2017 census.</a:t>
            </a:r>
          </a:p>
          <a:p>
            <a:pPr marL="342900" lvl="0" indent="-342900" algn="just">
              <a:buFont typeface="Wingdings" panose="05000000000000000000" pitchFamily="2" charset="2"/>
              <a:buChar char="Ø"/>
            </a:pPr>
            <a:endParaRPr lang="en-GB" sz="1800" dirty="0">
              <a:cs typeface="Amiri" panose="00000500000000000000" pitchFamily="2" charset="-78"/>
            </a:endParaRPr>
          </a:p>
          <a:p>
            <a:pPr marL="342900" lvl="0" indent="-342900" algn="just">
              <a:buFont typeface="Wingdings" panose="05000000000000000000" pitchFamily="2" charset="2"/>
              <a:buChar char="Ø"/>
            </a:pPr>
            <a:r>
              <a:rPr lang="en-GB" sz="1800" dirty="0">
                <a:cs typeface="Amiri" panose="00000500000000000000" pitchFamily="2" charset="-78"/>
              </a:rPr>
              <a:t>Located between 34.37°N and 73.47°E at an 737 m (2,418 ft) m above mean sea level.</a:t>
            </a:r>
          </a:p>
          <a:p>
            <a:pPr marL="342900" lvl="0" indent="-342900" algn="just">
              <a:buFont typeface="Wingdings" panose="05000000000000000000" pitchFamily="2" charset="2"/>
              <a:buChar char="Ø"/>
            </a:pPr>
            <a:endParaRPr lang="en-GB" sz="1800" dirty="0">
              <a:cs typeface="Amiri" panose="00000500000000000000" pitchFamily="2" charset="-78"/>
            </a:endParaRPr>
          </a:p>
          <a:p>
            <a:pPr marL="342900" lvl="0" indent="-342900" algn="just">
              <a:buFont typeface="Wingdings" panose="05000000000000000000" pitchFamily="2" charset="2"/>
              <a:buChar char="Ø"/>
            </a:pPr>
            <a:r>
              <a:rPr lang="en-GB" sz="1800" dirty="0">
                <a:cs typeface="Amiri" panose="00000500000000000000" pitchFamily="2" charset="-78"/>
              </a:rPr>
              <a:t>Mean annual temperature between 3°C to 16°C in winters and 23°C to 37°C in summers.</a:t>
            </a:r>
          </a:p>
          <a:p>
            <a:pPr marL="342900" lvl="0" indent="-342900" algn="just">
              <a:buFont typeface="Wingdings" panose="05000000000000000000" pitchFamily="2" charset="2"/>
              <a:buChar char="Ø"/>
            </a:pPr>
            <a:endParaRPr lang="en-GB" sz="1800" dirty="0">
              <a:cs typeface="Amiri" panose="00000500000000000000" pitchFamily="2" charset="-78"/>
            </a:endParaRPr>
          </a:p>
          <a:p>
            <a:pPr marL="342900" lvl="0" indent="-342900" algn="just">
              <a:buFont typeface="Wingdings" panose="05000000000000000000" pitchFamily="2" charset="2"/>
              <a:buChar char="Ø"/>
            </a:pPr>
            <a:r>
              <a:rPr lang="en-GB" sz="1800" dirty="0">
                <a:cs typeface="Amiri" panose="00000500000000000000" pitchFamily="2" charset="-78"/>
              </a:rPr>
              <a:t>Average yearly precipitation of 1511 mm and a relative humidity of around 73%.</a:t>
            </a:r>
          </a:p>
        </p:txBody>
      </p:sp>
      <p:sp>
        <p:nvSpPr>
          <p:cNvPr id="11" name="TextBox 10">
            <a:extLst>
              <a:ext uri="{FF2B5EF4-FFF2-40B4-BE49-F238E27FC236}">
                <a16:creationId xmlns:a16="http://schemas.microsoft.com/office/drawing/2014/main" id="{A856CB32-2CA1-4257-B945-E86463217C04}"/>
              </a:ext>
            </a:extLst>
          </p:cNvPr>
          <p:cNvSpPr txBox="1"/>
          <p:nvPr/>
        </p:nvSpPr>
        <p:spPr>
          <a:xfrm>
            <a:off x="5127985" y="5774407"/>
            <a:ext cx="6809172" cy="307777"/>
          </a:xfrm>
          <a:prstGeom prst="rect">
            <a:avLst/>
          </a:prstGeom>
          <a:noFill/>
        </p:spPr>
        <p:txBody>
          <a:bodyPr wrap="square" rtlCol="0">
            <a:spAutoFit/>
          </a:bodyPr>
          <a:lstStyle/>
          <a:p>
            <a:r>
              <a:rPr lang="en-GB" sz="1400" dirty="0"/>
              <a:t>Figure: Study Area Map Muzaffarabad Azad Jammu and Kashmir</a:t>
            </a:r>
          </a:p>
        </p:txBody>
      </p:sp>
    </p:spTree>
    <p:extLst>
      <p:ext uri="{BB962C8B-B14F-4D97-AF65-F5344CB8AC3E}">
        <p14:creationId xmlns:p14="http://schemas.microsoft.com/office/powerpoint/2010/main" val="3800757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Data Used</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9" name="Picture 8">
            <a:extLst>
              <a:ext uri="{FF2B5EF4-FFF2-40B4-BE49-F238E27FC236}">
                <a16:creationId xmlns:a16="http://schemas.microsoft.com/office/drawing/2014/main" id="{82A703B4-9FBE-47F6-918D-A298A56D5E29}"/>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13" name="Picture 12">
            <a:extLst>
              <a:ext uri="{FF2B5EF4-FFF2-40B4-BE49-F238E27FC236}">
                <a16:creationId xmlns:a16="http://schemas.microsoft.com/office/drawing/2014/main" id="{FE51F496-C479-4369-9E8C-5BE16534E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aphicFrame>
        <p:nvGraphicFramePr>
          <p:cNvPr id="3" name="Table 2">
            <a:extLst>
              <a:ext uri="{FF2B5EF4-FFF2-40B4-BE49-F238E27FC236}">
                <a16:creationId xmlns:a16="http://schemas.microsoft.com/office/drawing/2014/main" id="{9E9B5985-A26A-4A5B-BDA1-A753AB644533}"/>
              </a:ext>
            </a:extLst>
          </p:cNvPr>
          <p:cNvGraphicFramePr>
            <a:graphicFrameLocks noGrp="1"/>
          </p:cNvGraphicFramePr>
          <p:nvPr>
            <p:extLst>
              <p:ext uri="{D42A27DB-BD31-4B8C-83A1-F6EECF244321}">
                <p14:modId xmlns:p14="http://schemas.microsoft.com/office/powerpoint/2010/main" val="3860872487"/>
              </p:ext>
            </p:extLst>
          </p:nvPr>
        </p:nvGraphicFramePr>
        <p:xfrm>
          <a:off x="711327" y="997420"/>
          <a:ext cx="10583512" cy="5122441"/>
        </p:xfrm>
        <a:graphic>
          <a:graphicData uri="http://schemas.openxmlformats.org/drawingml/2006/table">
            <a:tbl>
              <a:tblPr/>
              <a:tblGrid>
                <a:gridCol w="690075">
                  <a:extLst>
                    <a:ext uri="{9D8B030D-6E8A-4147-A177-3AD203B41FA5}">
                      <a16:colId xmlns:a16="http://schemas.microsoft.com/office/drawing/2014/main" val="4108521548"/>
                    </a:ext>
                  </a:extLst>
                </a:gridCol>
                <a:gridCol w="1735448">
                  <a:extLst>
                    <a:ext uri="{9D8B030D-6E8A-4147-A177-3AD203B41FA5}">
                      <a16:colId xmlns:a16="http://schemas.microsoft.com/office/drawing/2014/main" val="1950845037"/>
                    </a:ext>
                  </a:extLst>
                </a:gridCol>
                <a:gridCol w="1972503">
                  <a:extLst>
                    <a:ext uri="{9D8B030D-6E8A-4147-A177-3AD203B41FA5}">
                      <a16:colId xmlns:a16="http://schemas.microsoft.com/office/drawing/2014/main" val="1730861328"/>
                    </a:ext>
                  </a:extLst>
                </a:gridCol>
                <a:gridCol w="2561447">
                  <a:extLst>
                    <a:ext uri="{9D8B030D-6E8A-4147-A177-3AD203B41FA5}">
                      <a16:colId xmlns:a16="http://schemas.microsoft.com/office/drawing/2014/main" val="80638943"/>
                    </a:ext>
                  </a:extLst>
                </a:gridCol>
                <a:gridCol w="1443547">
                  <a:extLst>
                    <a:ext uri="{9D8B030D-6E8A-4147-A177-3AD203B41FA5}">
                      <a16:colId xmlns:a16="http://schemas.microsoft.com/office/drawing/2014/main" val="2391236117"/>
                    </a:ext>
                  </a:extLst>
                </a:gridCol>
                <a:gridCol w="2180492">
                  <a:extLst>
                    <a:ext uri="{9D8B030D-6E8A-4147-A177-3AD203B41FA5}">
                      <a16:colId xmlns:a16="http://schemas.microsoft.com/office/drawing/2014/main" val="1325839953"/>
                    </a:ext>
                  </a:extLst>
                </a:gridCol>
              </a:tblGrid>
              <a:tr h="443078">
                <a:tc>
                  <a:txBody>
                    <a:bodyPr/>
                    <a:lstStyle/>
                    <a:p>
                      <a:pPr algn="ctr" fontAlgn="base">
                        <a:lnSpc>
                          <a:spcPct val="150000"/>
                        </a:lnSpc>
                        <a:spcBef>
                          <a:spcPts val="500"/>
                        </a:spcBef>
                        <a:spcAft>
                          <a:spcPts val="500"/>
                        </a:spcAft>
                      </a:pPr>
                      <a:r>
                        <a:rPr lang="en-US" sz="1800" b="1" kern="1200" dirty="0">
                          <a:solidFill>
                            <a:srgbClr val="000000"/>
                          </a:solidFill>
                          <a:effectLst/>
                          <a:latin typeface="+mn-lt"/>
                          <a:ea typeface="Times New Roman" panose="02020603050405020304" pitchFamily="18" charset="0"/>
                          <a:cs typeface="Times New Roman" panose="02020603050405020304" pitchFamily="18" charset="0"/>
                        </a:rPr>
                        <a:t>No</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b="1" kern="1200">
                          <a:solidFill>
                            <a:srgbClr val="000000"/>
                          </a:solidFill>
                          <a:effectLst/>
                          <a:latin typeface="+mn-lt"/>
                          <a:ea typeface="Times New Roman" panose="02020603050405020304" pitchFamily="18" charset="0"/>
                          <a:cs typeface="Times New Roman" panose="02020603050405020304" pitchFamily="18" charset="0"/>
                        </a:rPr>
                        <a:t>Data</a:t>
                      </a:r>
                      <a:r>
                        <a:rPr lang="en-US" sz="1800" kern="1200">
                          <a:solidFill>
                            <a:srgbClr val="000000"/>
                          </a:solidFill>
                          <a:effectLst/>
                          <a:latin typeface="+mn-lt"/>
                          <a:ea typeface="Times New Roman" panose="02020603050405020304" pitchFamily="18" charset="0"/>
                          <a:cs typeface="Times New Roman" panose="02020603050405020304" pitchFamily="18" charset="0"/>
                        </a:rPr>
                        <a:t>​</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b="1" kern="1200">
                          <a:solidFill>
                            <a:srgbClr val="000000"/>
                          </a:solidFill>
                          <a:effectLst/>
                          <a:latin typeface="+mn-lt"/>
                          <a:ea typeface="Times New Roman" panose="02020603050405020304" pitchFamily="18" charset="0"/>
                          <a:cs typeface="Times New Roman" panose="02020603050405020304" pitchFamily="18" charset="0"/>
                        </a:rPr>
                        <a:t>Specification</a:t>
                      </a:r>
                      <a:r>
                        <a:rPr lang="en-US" sz="1800" kern="1200">
                          <a:solidFill>
                            <a:srgbClr val="000000"/>
                          </a:solidFill>
                          <a:effectLst/>
                          <a:latin typeface="+mn-lt"/>
                          <a:ea typeface="Times New Roman" panose="02020603050405020304" pitchFamily="18" charset="0"/>
                          <a:cs typeface="Times New Roman" panose="02020603050405020304" pitchFamily="18" charset="0"/>
                        </a:rPr>
                        <a:t>​</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b="1" kern="1200" dirty="0">
                          <a:solidFill>
                            <a:srgbClr val="000000"/>
                          </a:solidFill>
                          <a:effectLst/>
                          <a:latin typeface="+mn-lt"/>
                          <a:ea typeface="Times New Roman" panose="02020603050405020304" pitchFamily="18" charset="0"/>
                          <a:cs typeface="Times New Roman" panose="02020603050405020304" pitchFamily="18" charset="0"/>
                        </a:rPr>
                        <a:t>Source</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b="1" kern="1200">
                          <a:solidFill>
                            <a:srgbClr val="000000"/>
                          </a:solidFill>
                          <a:effectLst/>
                          <a:latin typeface="+mn-lt"/>
                          <a:ea typeface="Times New Roman" panose="02020603050405020304" pitchFamily="18" charset="0"/>
                          <a:cs typeface="Times New Roman" panose="02020603050405020304" pitchFamily="18" charset="0"/>
                        </a:rPr>
                        <a:t>Cloud Cover</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800" b="1" kern="1200">
                          <a:solidFill>
                            <a:srgbClr val="000000"/>
                          </a:solidFill>
                          <a:effectLst/>
                          <a:latin typeface="+mn-lt"/>
                          <a:ea typeface="Times New Roman" panose="02020603050405020304" pitchFamily="18" charset="0"/>
                          <a:cs typeface="Times New Roman" panose="02020603050405020304" pitchFamily="18" charset="0"/>
                        </a:rPr>
                        <a:t>Date of Acquisition</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3686386"/>
                  </a:ext>
                </a:extLst>
              </a:tr>
              <a:tr h="839098">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01</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kern="1200" dirty="0">
                          <a:solidFill>
                            <a:srgbClr val="000000"/>
                          </a:solidFill>
                          <a:effectLst/>
                          <a:latin typeface="+mn-lt"/>
                          <a:ea typeface="Calibri" panose="020F0502020204030204" pitchFamily="34" charset="0"/>
                          <a:cs typeface="Times New Roman" panose="02020603050405020304" pitchFamily="18" charset="0"/>
                        </a:rPr>
                        <a:t>Study Area Shapefile</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kern="1200">
                          <a:solidFill>
                            <a:srgbClr val="000000"/>
                          </a:solidFill>
                          <a:effectLst/>
                          <a:latin typeface="+mn-lt"/>
                          <a:ea typeface="Times New Roman" panose="02020603050405020304" pitchFamily="18" charset="0"/>
                          <a:cs typeface="Times New Roman" panose="02020603050405020304" pitchFamily="18" charset="0"/>
                        </a:rPr>
                        <a:t>GeoRef PDF</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P&amp;D AJK</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N/A</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22-08-2023</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8522510"/>
                  </a:ext>
                </a:extLst>
              </a:tr>
              <a:tr h="714271">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02</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kern="1200">
                          <a:solidFill>
                            <a:srgbClr val="000000"/>
                          </a:solidFill>
                          <a:effectLst/>
                          <a:latin typeface="+mn-lt"/>
                          <a:ea typeface="Times New Roman" panose="02020603050405020304" pitchFamily="18" charset="0"/>
                          <a:cs typeface="Times New Roman" panose="02020603050405020304" pitchFamily="18" charset="0"/>
                        </a:rPr>
                        <a:t>Landsat 5 TM</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kern="1200" dirty="0">
                          <a:solidFill>
                            <a:srgbClr val="000000"/>
                          </a:solidFill>
                          <a:effectLst/>
                          <a:latin typeface="+mn-lt"/>
                          <a:ea typeface="Times New Roman" panose="02020603050405020304" pitchFamily="18" charset="0"/>
                          <a:cs typeface="Times New Roman" panose="02020603050405020304" pitchFamily="18" charset="0"/>
                        </a:rPr>
                        <a:t>SR_B1-B5, B7, B6</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dirty="0">
                          <a:solidFill>
                            <a:srgbClr val="000000"/>
                          </a:solidFill>
                          <a:effectLst/>
                          <a:latin typeface="+mn-lt"/>
                          <a:ea typeface="Times New Roman" panose="02020603050405020304" pitchFamily="18" charset="0"/>
                          <a:cs typeface="Times New Roman" panose="02020603050405020304" pitchFamily="18" charset="0"/>
                        </a:rPr>
                        <a:t>USGS – GEE Catalog​</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dirty="0">
                          <a:solidFill>
                            <a:srgbClr val="000000"/>
                          </a:solidFill>
                          <a:effectLst/>
                          <a:latin typeface="+mn-lt"/>
                          <a:ea typeface="Times New Roman" panose="02020603050405020304" pitchFamily="18" charset="0"/>
                          <a:cs typeface="Times New Roman" panose="02020603050405020304" pitchFamily="18" charset="0"/>
                        </a:rPr>
                        <a:t>2%</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kern="1200">
                          <a:solidFill>
                            <a:srgbClr val="000000"/>
                          </a:solidFill>
                          <a:effectLst/>
                          <a:latin typeface="+mn-lt"/>
                          <a:ea typeface="Times New Roman" panose="02020603050405020304" pitchFamily="18" charset="0"/>
                          <a:cs typeface="Times New Roman" panose="02020603050405020304" pitchFamily="18" charset="0"/>
                        </a:rPr>
                        <a:t>12-06-2002</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2318250"/>
                  </a:ext>
                </a:extLst>
              </a:tr>
              <a:tr h="839098">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03​</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Landsat 8 OLI</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dirty="0">
                          <a:solidFill>
                            <a:srgbClr val="000000"/>
                          </a:solidFill>
                          <a:effectLst/>
                          <a:latin typeface="+mn-lt"/>
                          <a:ea typeface="Times New Roman" panose="02020603050405020304" pitchFamily="18" charset="0"/>
                          <a:cs typeface="Times New Roman" panose="02020603050405020304" pitchFamily="18" charset="0"/>
                        </a:rPr>
                        <a:t>​</a:t>
                      </a:r>
                      <a:r>
                        <a:rPr lang="de-DE" sz="1800" kern="1200" dirty="0">
                          <a:solidFill>
                            <a:srgbClr val="000000"/>
                          </a:solidFill>
                          <a:effectLst/>
                          <a:latin typeface="+mn-lt"/>
                          <a:ea typeface="Times New Roman" panose="02020603050405020304" pitchFamily="18" charset="0"/>
                          <a:cs typeface="Times New Roman" panose="02020603050405020304" pitchFamily="18" charset="0"/>
                        </a:rPr>
                        <a:t>SR_B2 – B7, B6, B10,11</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dirty="0">
                          <a:solidFill>
                            <a:srgbClr val="000000"/>
                          </a:solidFill>
                          <a:effectLst/>
                          <a:latin typeface="+mn-lt"/>
                          <a:ea typeface="Times New Roman" panose="02020603050405020304" pitchFamily="18" charset="0"/>
                          <a:cs typeface="Times New Roman" panose="02020603050405020304" pitchFamily="18" charset="0"/>
                        </a:rPr>
                        <a:t>USGS – GEE Catalog</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3.4%</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19-06-2013</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7439812"/>
                  </a:ext>
                </a:extLst>
              </a:tr>
              <a:tr h="443078">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04</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dirty="0">
                          <a:solidFill>
                            <a:srgbClr val="000000"/>
                          </a:solidFill>
                          <a:effectLst/>
                          <a:latin typeface="+mn-lt"/>
                          <a:ea typeface="Times New Roman" panose="02020603050405020304" pitchFamily="18" charset="0"/>
                          <a:cs typeface="Times New Roman" panose="02020603050405020304" pitchFamily="18" charset="0"/>
                        </a:rPr>
                        <a:t>Sentinel 2A MSI</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B2, B3, B4, B8</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dirty="0">
                          <a:solidFill>
                            <a:srgbClr val="000000"/>
                          </a:solidFill>
                          <a:effectLst/>
                          <a:latin typeface="+mn-lt"/>
                          <a:ea typeface="Times New Roman" panose="02020603050405020304" pitchFamily="18" charset="0"/>
                          <a:cs typeface="Times New Roman" panose="02020603050405020304" pitchFamily="18" charset="0"/>
                        </a:rPr>
                        <a:t>COAH – GEE Catalog</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kern="1200">
                          <a:solidFill>
                            <a:srgbClr val="000000"/>
                          </a:solidFill>
                          <a:effectLst/>
                          <a:latin typeface="+mn-lt"/>
                          <a:ea typeface="Times New Roman" panose="02020603050405020304" pitchFamily="18" charset="0"/>
                          <a:cs typeface="Times New Roman" panose="02020603050405020304" pitchFamily="18" charset="0"/>
                        </a:rPr>
                        <a:t> 0.386%</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kern="1200">
                          <a:solidFill>
                            <a:srgbClr val="000000"/>
                          </a:solidFill>
                          <a:effectLst/>
                          <a:latin typeface="+mn-lt"/>
                          <a:ea typeface="Times New Roman" panose="02020603050405020304" pitchFamily="18" charset="0"/>
                          <a:cs typeface="Times New Roman" panose="02020603050405020304" pitchFamily="18" charset="0"/>
                        </a:rPr>
                        <a:t>24-06-2022</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3692403"/>
                  </a:ext>
                </a:extLst>
              </a:tr>
              <a:tr h="839098">
                <a:tc>
                  <a:txBody>
                    <a:bodyPr/>
                    <a:lstStyle/>
                    <a:p>
                      <a:pPr algn="ctr" fontAlgn="base">
                        <a:lnSpc>
                          <a:spcPct val="150000"/>
                        </a:lnSpc>
                        <a:spcBef>
                          <a:spcPts val="500"/>
                        </a:spcBef>
                        <a:spcAft>
                          <a:spcPts val="500"/>
                        </a:spcAft>
                      </a:pPr>
                      <a:r>
                        <a:rPr lang="en-US" sz="1800" kern="1200" dirty="0">
                          <a:solidFill>
                            <a:srgbClr val="000000"/>
                          </a:solidFill>
                          <a:effectLst/>
                          <a:latin typeface="+mn-lt"/>
                          <a:ea typeface="Times New Roman" panose="02020603050405020304" pitchFamily="18" charset="0"/>
                          <a:cs typeface="Times New Roman" panose="02020603050405020304" pitchFamily="18" charset="0"/>
                        </a:rPr>
                        <a:t>05</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dirty="0">
                          <a:solidFill>
                            <a:srgbClr val="000000"/>
                          </a:solidFill>
                          <a:effectLst/>
                          <a:latin typeface="+mn-lt"/>
                          <a:ea typeface="Times New Roman" panose="02020603050405020304" pitchFamily="18" charset="0"/>
                          <a:cs typeface="Times New Roman" panose="02020603050405020304" pitchFamily="18" charset="0"/>
                        </a:rPr>
                        <a:t>SRTM DEM</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30m (Terrain Analysis)</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US" sz="1800" kern="1200">
                          <a:solidFill>
                            <a:srgbClr val="000000"/>
                          </a:solidFill>
                          <a:effectLst/>
                          <a:latin typeface="+mn-lt"/>
                          <a:ea typeface="Times New Roman" panose="02020603050405020304" pitchFamily="18" charset="0"/>
                          <a:cs typeface="Times New Roman" panose="02020603050405020304" pitchFamily="18" charset="0"/>
                        </a:rPr>
                        <a:t>GEE Catalogue (USGS)</a:t>
                      </a:r>
                      <a:endParaRPr lang="en-GB" sz="180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kern="1200" dirty="0">
                          <a:solidFill>
                            <a:srgbClr val="000000"/>
                          </a:solidFill>
                          <a:effectLst/>
                          <a:latin typeface="+mn-lt"/>
                          <a:ea typeface="Times New Roman" panose="02020603050405020304" pitchFamily="18" charset="0"/>
                          <a:cs typeface="Times New Roman" panose="02020603050405020304" pitchFamily="18" charset="0"/>
                        </a:rPr>
                        <a:t>N/A</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kern="1200" dirty="0">
                          <a:solidFill>
                            <a:srgbClr val="000000"/>
                          </a:solidFill>
                          <a:effectLst/>
                          <a:latin typeface="+mn-lt"/>
                          <a:ea typeface="Times New Roman" panose="02020603050405020304" pitchFamily="18" charset="0"/>
                          <a:cs typeface="Times New Roman" panose="02020603050405020304" pitchFamily="18" charset="0"/>
                        </a:rPr>
                        <a:t>22-11-2023</a:t>
                      </a:r>
                      <a:endParaRPr lang="en-GB" sz="1800" dirty="0">
                        <a:effectLst/>
                        <a:latin typeface="+mn-lt"/>
                        <a:ea typeface="Calibri" panose="020F0502020204030204" pitchFamily="34" charset="0"/>
                        <a:cs typeface="Poppins" panose="00000500000000000000" pitchFamily="2"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9289215"/>
                  </a:ext>
                </a:extLst>
              </a:tr>
              <a:tr h="839098">
                <a:tc>
                  <a:txBody>
                    <a:bodyPr/>
                    <a:lstStyle/>
                    <a:p>
                      <a:pPr algn="ctr" fontAlgn="base">
                        <a:lnSpc>
                          <a:spcPct val="150000"/>
                        </a:lnSpc>
                        <a:spcBef>
                          <a:spcPts val="500"/>
                        </a:spcBef>
                        <a:spcAft>
                          <a:spcPts val="500"/>
                        </a:spcAft>
                      </a:pPr>
                      <a:r>
                        <a:rPr lang="en-GB" sz="1800" dirty="0">
                          <a:effectLst/>
                          <a:latin typeface="+mn-lt"/>
                          <a:ea typeface="Calibri" panose="020F0502020204030204" pitchFamily="34" charset="0"/>
                          <a:cs typeface="Poppins" panose="00000500000000000000" pitchFamily="2" charset="0"/>
                        </a:rPr>
                        <a:t>06</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dirty="0">
                          <a:effectLst/>
                          <a:latin typeface="+mn-lt"/>
                          <a:ea typeface="Calibri" panose="020F0502020204030204" pitchFamily="34" charset="0"/>
                          <a:cs typeface="Poppins" panose="00000500000000000000" pitchFamily="2" charset="0"/>
                        </a:rPr>
                        <a:t>Online Survey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dirty="0">
                          <a:effectLst/>
                          <a:latin typeface="+mn-lt"/>
                          <a:ea typeface="Calibri" panose="020F0502020204030204" pitchFamily="34" charset="0"/>
                          <a:cs typeface="Poppins" panose="00000500000000000000" pitchFamily="2" charset="0"/>
                        </a:rPr>
                        <a:t>Socio-Economic Indicators</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dirty="0">
                          <a:effectLst/>
                          <a:latin typeface="+mn-lt"/>
                          <a:ea typeface="Calibri" panose="020F0502020204030204" pitchFamily="34" charset="0"/>
                          <a:cs typeface="Poppins" panose="00000500000000000000" pitchFamily="2" charset="0"/>
                        </a:rPr>
                        <a:t>Google Forms Responses</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dirty="0">
                          <a:effectLst/>
                          <a:latin typeface="+mn-lt"/>
                          <a:ea typeface="Calibri" panose="020F0502020204030204" pitchFamily="34" charset="0"/>
                          <a:cs typeface="Poppins" panose="00000500000000000000" pitchFamily="2" charset="0"/>
                        </a:rPr>
                        <a:t>N/A</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Bef>
                          <a:spcPts val="500"/>
                        </a:spcBef>
                        <a:spcAft>
                          <a:spcPts val="500"/>
                        </a:spcAft>
                      </a:pPr>
                      <a:r>
                        <a:rPr lang="en-GB" sz="1800" dirty="0">
                          <a:effectLst/>
                          <a:latin typeface="+mn-lt"/>
                          <a:ea typeface="Calibri" panose="020F0502020204030204" pitchFamily="34" charset="0"/>
                          <a:cs typeface="Poppins" panose="00000500000000000000" pitchFamily="2" charset="0"/>
                        </a:rPr>
                        <a:t>N/A</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936289"/>
                  </a:ext>
                </a:extLst>
              </a:tr>
            </a:tbl>
          </a:graphicData>
        </a:graphic>
      </p:graphicFrame>
    </p:spTree>
    <p:extLst>
      <p:ext uri="{BB962C8B-B14F-4D97-AF65-F5344CB8AC3E}">
        <p14:creationId xmlns:p14="http://schemas.microsoft.com/office/powerpoint/2010/main" val="3646754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Methodology Flow Chart Diagram</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9" name="Picture 8">
            <a:extLst>
              <a:ext uri="{FF2B5EF4-FFF2-40B4-BE49-F238E27FC236}">
                <a16:creationId xmlns:a16="http://schemas.microsoft.com/office/drawing/2014/main" id="{82A703B4-9FBE-47F6-918D-A298A56D5E29}"/>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13" name="Picture 12">
            <a:extLst>
              <a:ext uri="{FF2B5EF4-FFF2-40B4-BE49-F238E27FC236}">
                <a16:creationId xmlns:a16="http://schemas.microsoft.com/office/drawing/2014/main" id="{FE51F496-C479-4369-9E8C-5BE16534E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pic>
        <p:nvPicPr>
          <p:cNvPr id="3" name="Picture 2">
            <a:extLst>
              <a:ext uri="{FF2B5EF4-FFF2-40B4-BE49-F238E27FC236}">
                <a16:creationId xmlns:a16="http://schemas.microsoft.com/office/drawing/2014/main" id="{69B11B49-07A4-44DB-83B4-E613329645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06" y="982370"/>
            <a:ext cx="5445646" cy="5167796"/>
          </a:xfrm>
          <a:prstGeom prst="rect">
            <a:avLst/>
          </a:prstGeom>
        </p:spPr>
      </p:pic>
      <p:pic>
        <p:nvPicPr>
          <p:cNvPr id="10" name="Picture 9">
            <a:extLst>
              <a:ext uri="{FF2B5EF4-FFF2-40B4-BE49-F238E27FC236}">
                <a16:creationId xmlns:a16="http://schemas.microsoft.com/office/drawing/2014/main" id="{6F430507-9B30-4486-B9BC-FFC2A5D966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26758" y="1052023"/>
            <a:ext cx="3866188" cy="3268169"/>
          </a:xfrm>
          <a:prstGeom prst="rect">
            <a:avLst/>
          </a:prstGeom>
        </p:spPr>
      </p:pic>
      <p:grpSp>
        <p:nvGrpSpPr>
          <p:cNvPr id="97" name="Group 96">
            <a:extLst>
              <a:ext uri="{FF2B5EF4-FFF2-40B4-BE49-F238E27FC236}">
                <a16:creationId xmlns:a16="http://schemas.microsoft.com/office/drawing/2014/main" id="{B7820C5A-2E7C-4CB9-A88E-1667245D2A1E}"/>
              </a:ext>
            </a:extLst>
          </p:cNvPr>
          <p:cNvGrpSpPr/>
          <p:nvPr/>
        </p:nvGrpSpPr>
        <p:grpSpPr>
          <a:xfrm>
            <a:off x="3314700" y="3308343"/>
            <a:ext cx="6593856" cy="2454282"/>
            <a:chOff x="3314700" y="3308343"/>
            <a:chExt cx="6593856" cy="2454282"/>
          </a:xfrm>
        </p:grpSpPr>
        <p:sp>
          <p:nvSpPr>
            <p:cNvPr id="16" name="Rectangle 15">
              <a:extLst>
                <a:ext uri="{FF2B5EF4-FFF2-40B4-BE49-F238E27FC236}">
                  <a16:creationId xmlns:a16="http://schemas.microsoft.com/office/drawing/2014/main" id="{DC5192A2-A13A-488F-9EE3-84C495970081}"/>
                </a:ext>
              </a:extLst>
            </p:cNvPr>
            <p:cNvSpPr/>
            <p:nvPr/>
          </p:nvSpPr>
          <p:spPr>
            <a:xfrm>
              <a:off x="6786261" y="4389845"/>
              <a:ext cx="1452864" cy="277772"/>
            </a:xfrm>
            <a:prstGeom prst="rect">
              <a:avLst/>
            </a:prstGeom>
            <a:solidFill>
              <a:srgbClr val="9BCFF1"/>
            </a:solidFill>
            <a:ln w="31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latin typeface="+mj-lt"/>
                </a:rPr>
                <a:t>Online Survey</a:t>
              </a:r>
            </a:p>
          </p:txBody>
        </p:sp>
        <p:cxnSp>
          <p:nvCxnSpPr>
            <p:cNvPr id="30" name="Connector: Elbow 29">
              <a:extLst>
                <a:ext uri="{FF2B5EF4-FFF2-40B4-BE49-F238E27FC236}">
                  <a16:creationId xmlns:a16="http://schemas.microsoft.com/office/drawing/2014/main" id="{E60240F9-9F1F-4597-9627-212BC7679F53}"/>
                </a:ext>
              </a:extLst>
            </p:cNvPr>
            <p:cNvCxnSpPr>
              <a:cxnSpLocks/>
              <a:endCxn id="16" idx="1"/>
            </p:cNvCxnSpPr>
            <p:nvPr/>
          </p:nvCxnSpPr>
          <p:spPr>
            <a:xfrm flipV="1">
              <a:off x="3314700" y="4528731"/>
              <a:ext cx="3471561" cy="1233894"/>
            </a:xfrm>
            <a:prstGeom prst="bentConnector3">
              <a:avLst>
                <a:gd name="adj1" fmla="val 62336"/>
              </a:avLst>
            </a:prstGeom>
            <a:ln>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561ACE1D-2682-45F9-8CA0-5EAFB810BBC5}"/>
                </a:ext>
              </a:extLst>
            </p:cNvPr>
            <p:cNvCxnSpPr>
              <a:cxnSpLocks/>
              <a:stCxn id="16" idx="3"/>
              <a:endCxn id="58" idx="1"/>
            </p:cNvCxnSpPr>
            <p:nvPr/>
          </p:nvCxnSpPr>
          <p:spPr>
            <a:xfrm flipV="1">
              <a:off x="8239125" y="3308343"/>
              <a:ext cx="1669431" cy="1220388"/>
            </a:xfrm>
            <a:prstGeom prst="bentConnector3">
              <a:avLst/>
            </a:prstGeom>
            <a:ln>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E08D2D3-400D-40CD-BBB4-837B4AC15ABB}"/>
                </a:ext>
              </a:extLst>
            </p:cNvPr>
            <p:cNvCxnSpPr>
              <a:cxnSpLocks/>
              <a:endCxn id="16" idx="0"/>
            </p:cNvCxnSpPr>
            <p:nvPr/>
          </p:nvCxnSpPr>
          <p:spPr>
            <a:xfrm>
              <a:off x="7512693" y="4094480"/>
              <a:ext cx="0" cy="295365"/>
            </a:xfrm>
            <a:prstGeom prst="line">
              <a:avLst/>
            </a:prstGeom>
            <a:ln>
              <a:solidFill>
                <a:srgbClr val="474747"/>
              </a:solidFill>
            </a:ln>
          </p:spPr>
          <p:style>
            <a:lnRef idx="1">
              <a:schemeClr val="accent1"/>
            </a:lnRef>
            <a:fillRef idx="0">
              <a:schemeClr val="accent1"/>
            </a:fillRef>
            <a:effectRef idx="0">
              <a:schemeClr val="accent1"/>
            </a:effectRef>
            <a:fontRef idx="minor">
              <a:schemeClr val="tx1"/>
            </a:fontRef>
          </p:style>
        </p:cxnSp>
      </p:grpSp>
      <p:grpSp>
        <p:nvGrpSpPr>
          <p:cNvPr id="96" name="Group 95">
            <a:extLst>
              <a:ext uri="{FF2B5EF4-FFF2-40B4-BE49-F238E27FC236}">
                <a16:creationId xmlns:a16="http://schemas.microsoft.com/office/drawing/2014/main" id="{6F024D77-F17B-4A4E-8E61-0DDC8893AE32}"/>
              </a:ext>
            </a:extLst>
          </p:cNvPr>
          <p:cNvGrpSpPr/>
          <p:nvPr/>
        </p:nvGrpSpPr>
        <p:grpSpPr>
          <a:xfrm>
            <a:off x="9305335" y="1561495"/>
            <a:ext cx="2075719" cy="1949721"/>
            <a:chOff x="9305335" y="1561495"/>
            <a:chExt cx="2075719" cy="1949721"/>
          </a:xfrm>
        </p:grpSpPr>
        <p:grpSp>
          <p:nvGrpSpPr>
            <p:cNvPr id="59" name="Group 58">
              <a:extLst>
                <a:ext uri="{FF2B5EF4-FFF2-40B4-BE49-F238E27FC236}">
                  <a16:creationId xmlns:a16="http://schemas.microsoft.com/office/drawing/2014/main" id="{73E96491-86A4-4F5F-B956-1298CE9398D3}"/>
                </a:ext>
              </a:extLst>
            </p:cNvPr>
            <p:cNvGrpSpPr/>
            <p:nvPr/>
          </p:nvGrpSpPr>
          <p:grpSpPr>
            <a:xfrm>
              <a:off x="9305335" y="1561495"/>
              <a:ext cx="2075719" cy="1949721"/>
              <a:chOff x="9305335" y="1120110"/>
              <a:chExt cx="2075719" cy="1949721"/>
            </a:xfrm>
          </p:grpSpPr>
          <p:sp>
            <p:nvSpPr>
              <p:cNvPr id="50" name="Rectangle 49">
                <a:extLst>
                  <a:ext uri="{FF2B5EF4-FFF2-40B4-BE49-F238E27FC236}">
                    <a16:creationId xmlns:a16="http://schemas.microsoft.com/office/drawing/2014/main" id="{0D2E0EBD-EF7C-4F4F-A53B-EC16CE3A3B68}"/>
                  </a:ext>
                </a:extLst>
              </p:cNvPr>
              <p:cNvSpPr/>
              <p:nvPr/>
            </p:nvSpPr>
            <p:spPr>
              <a:xfrm>
                <a:off x="9305335" y="1133963"/>
                <a:ext cx="981665" cy="277772"/>
              </a:xfrm>
              <a:prstGeom prst="rect">
                <a:avLst/>
              </a:prstGeom>
              <a:noFill/>
              <a:ln w="6350">
                <a:solidFill>
                  <a:srgbClr val="4747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SRTM DEM</a:t>
                </a:r>
              </a:p>
            </p:txBody>
          </p:sp>
          <p:sp>
            <p:nvSpPr>
              <p:cNvPr id="51" name="Rectangle 50">
                <a:extLst>
                  <a:ext uri="{FF2B5EF4-FFF2-40B4-BE49-F238E27FC236}">
                    <a16:creationId xmlns:a16="http://schemas.microsoft.com/office/drawing/2014/main" id="{A596C0FD-6711-439F-9083-08FDF1EDA831}"/>
                  </a:ext>
                </a:extLst>
              </p:cNvPr>
              <p:cNvSpPr/>
              <p:nvPr/>
            </p:nvSpPr>
            <p:spPr>
              <a:xfrm>
                <a:off x="10399389" y="1120110"/>
                <a:ext cx="981665" cy="277772"/>
              </a:xfrm>
              <a:prstGeom prst="rect">
                <a:avLst/>
              </a:prstGeom>
              <a:noFill/>
              <a:ln w="6350">
                <a:solidFill>
                  <a:srgbClr val="4747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NDVI</a:t>
                </a:r>
              </a:p>
            </p:txBody>
          </p:sp>
          <p:sp>
            <p:nvSpPr>
              <p:cNvPr id="52" name="Rectangle 51">
                <a:extLst>
                  <a:ext uri="{FF2B5EF4-FFF2-40B4-BE49-F238E27FC236}">
                    <a16:creationId xmlns:a16="http://schemas.microsoft.com/office/drawing/2014/main" id="{15EC4D31-4966-4E07-9091-F99811CD52B7}"/>
                  </a:ext>
                </a:extLst>
              </p:cNvPr>
              <p:cNvSpPr/>
              <p:nvPr/>
            </p:nvSpPr>
            <p:spPr>
              <a:xfrm>
                <a:off x="9305335" y="1499511"/>
                <a:ext cx="981665" cy="277772"/>
              </a:xfrm>
              <a:prstGeom prst="rect">
                <a:avLst/>
              </a:prstGeom>
              <a:noFill/>
              <a:ln w="6350">
                <a:solidFill>
                  <a:srgbClr val="4747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Elevation</a:t>
                </a:r>
              </a:p>
            </p:txBody>
          </p:sp>
          <p:sp>
            <p:nvSpPr>
              <p:cNvPr id="53" name="Rectangle 52">
                <a:extLst>
                  <a:ext uri="{FF2B5EF4-FFF2-40B4-BE49-F238E27FC236}">
                    <a16:creationId xmlns:a16="http://schemas.microsoft.com/office/drawing/2014/main" id="{23846EF3-33C4-436F-ABF0-7BF4E50FFF9B}"/>
                  </a:ext>
                </a:extLst>
              </p:cNvPr>
              <p:cNvSpPr/>
              <p:nvPr/>
            </p:nvSpPr>
            <p:spPr>
              <a:xfrm>
                <a:off x="10399389" y="1485658"/>
                <a:ext cx="981665" cy="277772"/>
              </a:xfrm>
              <a:prstGeom prst="rect">
                <a:avLst/>
              </a:prstGeom>
              <a:noFill/>
              <a:ln w="6350">
                <a:solidFill>
                  <a:srgbClr val="4747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NDBI</a:t>
                </a:r>
              </a:p>
            </p:txBody>
          </p:sp>
          <p:sp>
            <p:nvSpPr>
              <p:cNvPr id="54" name="Rectangle 53">
                <a:extLst>
                  <a:ext uri="{FF2B5EF4-FFF2-40B4-BE49-F238E27FC236}">
                    <a16:creationId xmlns:a16="http://schemas.microsoft.com/office/drawing/2014/main" id="{07212AB6-219F-413E-BDE7-DF6506BC3440}"/>
                  </a:ext>
                </a:extLst>
              </p:cNvPr>
              <p:cNvSpPr/>
              <p:nvPr/>
            </p:nvSpPr>
            <p:spPr>
              <a:xfrm>
                <a:off x="9305335" y="1878912"/>
                <a:ext cx="981665" cy="277772"/>
              </a:xfrm>
              <a:prstGeom prst="rect">
                <a:avLst/>
              </a:prstGeom>
              <a:noFill/>
              <a:ln w="6350">
                <a:solidFill>
                  <a:srgbClr val="4747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Slope</a:t>
                </a:r>
              </a:p>
            </p:txBody>
          </p:sp>
          <p:sp>
            <p:nvSpPr>
              <p:cNvPr id="55" name="Rectangle 54">
                <a:extLst>
                  <a:ext uri="{FF2B5EF4-FFF2-40B4-BE49-F238E27FC236}">
                    <a16:creationId xmlns:a16="http://schemas.microsoft.com/office/drawing/2014/main" id="{82E8CDFB-4703-4C25-ADEE-65E166A1CD12}"/>
                  </a:ext>
                </a:extLst>
              </p:cNvPr>
              <p:cNvSpPr/>
              <p:nvPr/>
            </p:nvSpPr>
            <p:spPr>
              <a:xfrm>
                <a:off x="10399389" y="1865059"/>
                <a:ext cx="981665" cy="277772"/>
              </a:xfrm>
              <a:prstGeom prst="rect">
                <a:avLst/>
              </a:prstGeom>
              <a:noFill/>
              <a:ln w="6350">
                <a:solidFill>
                  <a:srgbClr val="4747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NWI</a:t>
                </a:r>
              </a:p>
            </p:txBody>
          </p:sp>
          <p:sp>
            <p:nvSpPr>
              <p:cNvPr id="56" name="Rectangle 55">
                <a:extLst>
                  <a:ext uri="{FF2B5EF4-FFF2-40B4-BE49-F238E27FC236}">
                    <a16:creationId xmlns:a16="http://schemas.microsoft.com/office/drawing/2014/main" id="{B6392B81-129C-4145-B6DA-B26992C4A817}"/>
                  </a:ext>
                </a:extLst>
              </p:cNvPr>
              <p:cNvSpPr/>
              <p:nvPr/>
            </p:nvSpPr>
            <p:spPr>
              <a:xfrm>
                <a:off x="9305335" y="2244460"/>
                <a:ext cx="981665" cy="277772"/>
              </a:xfrm>
              <a:prstGeom prst="rect">
                <a:avLst/>
              </a:prstGeom>
              <a:noFill/>
              <a:ln w="6350">
                <a:solidFill>
                  <a:srgbClr val="4747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Aspect</a:t>
                </a:r>
              </a:p>
            </p:txBody>
          </p:sp>
          <p:sp>
            <p:nvSpPr>
              <p:cNvPr id="57" name="Rectangle 56">
                <a:extLst>
                  <a:ext uri="{FF2B5EF4-FFF2-40B4-BE49-F238E27FC236}">
                    <a16:creationId xmlns:a16="http://schemas.microsoft.com/office/drawing/2014/main" id="{DA612DF5-58B1-4CEB-AFD9-449C5D0785BA}"/>
                  </a:ext>
                </a:extLst>
              </p:cNvPr>
              <p:cNvSpPr/>
              <p:nvPr/>
            </p:nvSpPr>
            <p:spPr>
              <a:xfrm>
                <a:off x="10399389" y="2230607"/>
                <a:ext cx="981665" cy="277772"/>
              </a:xfrm>
              <a:prstGeom prst="rect">
                <a:avLst/>
              </a:prstGeom>
              <a:noFill/>
              <a:ln w="6350">
                <a:solidFill>
                  <a:srgbClr val="4747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UDI</a:t>
                </a:r>
              </a:p>
            </p:txBody>
          </p:sp>
          <p:sp>
            <p:nvSpPr>
              <p:cNvPr id="58" name="Rectangle 57">
                <a:extLst>
                  <a:ext uri="{FF2B5EF4-FFF2-40B4-BE49-F238E27FC236}">
                    <a16:creationId xmlns:a16="http://schemas.microsoft.com/office/drawing/2014/main" id="{4FC789CE-F3A8-4E4C-9573-E97509470A5A}"/>
                  </a:ext>
                </a:extLst>
              </p:cNvPr>
              <p:cNvSpPr/>
              <p:nvPr/>
            </p:nvSpPr>
            <p:spPr>
              <a:xfrm>
                <a:off x="9908556" y="2664084"/>
                <a:ext cx="981665" cy="405747"/>
              </a:xfrm>
              <a:prstGeom prst="rect">
                <a:avLst/>
              </a:prstGeom>
              <a:solidFill>
                <a:srgbClr val="9BCFF1"/>
              </a:solidFill>
              <a:ln w="6350">
                <a:solidFill>
                  <a:srgbClr val="4747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Correlation with LST</a:t>
                </a:r>
              </a:p>
            </p:txBody>
          </p:sp>
        </p:grpSp>
        <p:cxnSp>
          <p:nvCxnSpPr>
            <p:cNvPr id="62" name="Straight Connector 61">
              <a:extLst>
                <a:ext uri="{FF2B5EF4-FFF2-40B4-BE49-F238E27FC236}">
                  <a16:creationId xmlns:a16="http://schemas.microsoft.com/office/drawing/2014/main" id="{FABE19A4-BB1C-417F-A31F-B7B65E603FC2}"/>
                </a:ext>
              </a:extLst>
            </p:cNvPr>
            <p:cNvCxnSpPr>
              <a:cxnSpLocks/>
              <a:stCxn id="52" idx="0"/>
              <a:endCxn id="50" idx="2"/>
            </p:cNvCxnSpPr>
            <p:nvPr/>
          </p:nvCxnSpPr>
          <p:spPr>
            <a:xfrm flipV="1">
              <a:off x="9796168" y="1853120"/>
              <a:ext cx="0" cy="87776"/>
            </a:xfrm>
            <a:prstGeom prst="line">
              <a:avLst/>
            </a:prstGeom>
            <a:ln>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ABC25E1-5F8D-407D-A0B9-D72430FF7346}"/>
                </a:ext>
              </a:extLst>
            </p:cNvPr>
            <p:cNvCxnSpPr>
              <a:cxnSpLocks/>
            </p:cNvCxnSpPr>
            <p:nvPr/>
          </p:nvCxnSpPr>
          <p:spPr>
            <a:xfrm flipV="1">
              <a:off x="10890221" y="1839267"/>
              <a:ext cx="0" cy="87776"/>
            </a:xfrm>
            <a:prstGeom prst="line">
              <a:avLst/>
            </a:prstGeom>
            <a:ln>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CCE19D3-82B8-4B5C-9DB1-0C29E7A46DA9}"/>
                </a:ext>
              </a:extLst>
            </p:cNvPr>
            <p:cNvCxnSpPr>
              <a:cxnSpLocks/>
              <a:stCxn id="54" idx="0"/>
            </p:cNvCxnSpPr>
            <p:nvPr/>
          </p:nvCxnSpPr>
          <p:spPr>
            <a:xfrm flipV="1">
              <a:off x="9796168" y="2218669"/>
              <a:ext cx="0" cy="101628"/>
            </a:xfrm>
            <a:prstGeom prst="line">
              <a:avLst/>
            </a:prstGeom>
            <a:ln>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6C8AD94-1568-4B3F-8CEC-6D9487E94B6D}"/>
                </a:ext>
              </a:extLst>
            </p:cNvPr>
            <p:cNvCxnSpPr>
              <a:cxnSpLocks/>
              <a:stCxn id="55" idx="0"/>
            </p:cNvCxnSpPr>
            <p:nvPr/>
          </p:nvCxnSpPr>
          <p:spPr>
            <a:xfrm flipH="1" flipV="1">
              <a:off x="10887652" y="2204816"/>
              <a:ext cx="2570" cy="101628"/>
            </a:xfrm>
            <a:prstGeom prst="line">
              <a:avLst/>
            </a:prstGeom>
            <a:ln>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0536469-444F-4DCE-868C-ABD98FD9B1E3}"/>
                </a:ext>
              </a:extLst>
            </p:cNvPr>
            <p:cNvCxnSpPr>
              <a:cxnSpLocks/>
            </p:cNvCxnSpPr>
            <p:nvPr/>
          </p:nvCxnSpPr>
          <p:spPr>
            <a:xfrm flipV="1">
              <a:off x="10065408" y="2963617"/>
              <a:ext cx="0" cy="141852"/>
            </a:xfrm>
            <a:prstGeom prst="line">
              <a:avLst/>
            </a:prstGeom>
            <a:ln>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2D280976-AA69-4C1E-A7B4-7520BC57A8E5}"/>
                </a:ext>
              </a:extLst>
            </p:cNvPr>
            <p:cNvCxnSpPr>
              <a:cxnSpLocks/>
              <a:stCxn id="57" idx="0"/>
              <a:endCxn id="55" idx="2"/>
            </p:cNvCxnSpPr>
            <p:nvPr/>
          </p:nvCxnSpPr>
          <p:spPr>
            <a:xfrm flipV="1">
              <a:off x="10890222" y="2584216"/>
              <a:ext cx="0" cy="87776"/>
            </a:xfrm>
            <a:prstGeom prst="line">
              <a:avLst/>
            </a:prstGeom>
            <a:ln>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D2A7C1E-3B14-4C45-AE3D-BA408B595EE6}"/>
                </a:ext>
              </a:extLst>
            </p:cNvPr>
            <p:cNvCxnSpPr>
              <a:cxnSpLocks/>
            </p:cNvCxnSpPr>
            <p:nvPr/>
          </p:nvCxnSpPr>
          <p:spPr>
            <a:xfrm flipV="1">
              <a:off x="10581028" y="2949764"/>
              <a:ext cx="0" cy="155705"/>
            </a:xfrm>
            <a:prstGeom prst="line">
              <a:avLst/>
            </a:prstGeom>
            <a:ln>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4867CDFF-4B32-44BC-AE53-10F0AAF0B8DF}"/>
                </a:ext>
              </a:extLst>
            </p:cNvPr>
            <p:cNvCxnSpPr>
              <a:cxnSpLocks/>
            </p:cNvCxnSpPr>
            <p:nvPr/>
          </p:nvCxnSpPr>
          <p:spPr>
            <a:xfrm flipV="1">
              <a:off x="9802490" y="2598069"/>
              <a:ext cx="0" cy="87776"/>
            </a:xfrm>
            <a:prstGeom prst="line">
              <a:avLst/>
            </a:prstGeom>
            <a:ln>
              <a:solidFill>
                <a:srgbClr val="47474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76419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97"/>
                                        </p:tgtEl>
                                        <p:attrNameLst>
                                          <p:attrName>style.visibility</p:attrName>
                                        </p:attrNameLst>
                                      </p:cBhvr>
                                      <p:to>
                                        <p:strVal val="visible"/>
                                      </p:to>
                                    </p:set>
                                    <p:animEffect transition="in" filter="fade">
                                      <p:cBhvr>
                                        <p:cTn id="21" dur="1000"/>
                                        <p:tgtEl>
                                          <p:spTgt spid="97"/>
                                        </p:tgtEl>
                                      </p:cBhvr>
                                    </p:animEffect>
                                    <p:anim calcmode="lin" valueType="num">
                                      <p:cBhvr>
                                        <p:cTn id="22" dur="1000" fill="hold"/>
                                        <p:tgtEl>
                                          <p:spTgt spid="97"/>
                                        </p:tgtEl>
                                        <p:attrNameLst>
                                          <p:attrName>ppt_x</p:attrName>
                                        </p:attrNameLst>
                                      </p:cBhvr>
                                      <p:tavLst>
                                        <p:tav tm="0">
                                          <p:val>
                                            <p:strVal val="#ppt_x"/>
                                          </p:val>
                                        </p:tav>
                                        <p:tav tm="100000">
                                          <p:val>
                                            <p:strVal val="#ppt_x"/>
                                          </p:val>
                                        </p:tav>
                                      </p:tavLst>
                                    </p:anim>
                                    <p:anim calcmode="lin" valueType="num">
                                      <p:cBhvr>
                                        <p:cTn id="23" dur="1000" fill="hold"/>
                                        <p:tgtEl>
                                          <p:spTgt spid="9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96"/>
                                        </p:tgtEl>
                                        <p:attrNameLst>
                                          <p:attrName>style.visibility</p:attrName>
                                        </p:attrNameLst>
                                      </p:cBhvr>
                                      <p:to>
                                        <p:strVal val="visible"/>
                                      </p:to>
                                    </p:set>
                                    <p:animEffect transition="in" filter="fade">
                                      <p:cBhvr>
                                        <p:cTn id="28" dur="1000"/>
                                        <p:tgtEl>
                                          <p:spTgt spid="96"/>
                                        </p:tgtEl>
                                      </p:cBhvr>
                                    </p:animEffect>
                                    <p:anim calcmode="lin" valueType="num">
                                      <p:cBhvr>
                                        <p:cTn id="29" dur="1000" fill="hold"/>
                                        <p:tgtEl>
                                          <p:spTgt spid="96"/>
                                        </p:tgtEl>
                                        <p:attrNameLst>
                                          <p:attrName>ppt_x</p:attrName>
                                        </p:attrNameLst>
                                      </p:cBhvr>
                                      <p:tavLst>
                                        <p:tav tm="0">
                                          <p:val>
                                            <p:strVal val="#ppt_x"/>
                                          </p:val>
                                        </p:tav>
                                        <p:tav tm="100000">
                                          <p:val>
                                            <p:strVal val="#ppt_x"/>
                                          </p:val>
                                        </p:tav>
                                      </p:tavLst>
                                    </p:anim>
                                    <p:anim calcmode="lin" valueType="num">
                                      <p:cBhvr>
                                        <p:cTn id="30" dur="1000" fill="hold"/>
                                        <p:tgtEl>
                                          <p:spTgt spid="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Google Earth Engine</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9" name="Picture 8">
            <a:extLst>
              <a:ext uri="{FF2B5EF4-FFF2-40B4-BE49-F238E27FC236}">
                <a16:creationId xmlns:a16="http://schemas.microsoft.com/office/drawing/2014/main" id="{82A703B4-9FBE-47F6-918D-A298A56D5E29}"/>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13" name="Picture 12">
            <a:extLst>
              <a:ext uri="{FF2B5EF4-FFF2-40B4-BE49-F238E27FC236}">
                <a16:creationId xmlns:a16="http://schemas.microsoft.com/office/drawing/2014/main" id="{FE51F496-C479-4369-9E8C-5BE16534E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11" name="TextBox 10">
            <a:extLst>
              <a:ext uri="{FF2B5EF4-FFF2-40B4-BE49-F238E27FC236}">
                <a16:creationId xmlns:a16="http://schemas.microsoft.com/office/drawing/2014/main" id="{5A5B46A2-910B-4A71-9E9C-0E54BEBC4A83}"/>
              </a:ext>
            </a:extLst>
          </p:cNvPr>
          <p:cNvSpPr txBox="1"/>
          <p:nvPr/>
        </p:nvSpPr>
        <p:spPr>
          <a:xfrm>
            <a:off x="426876" y="1636337"/>
            <a:ext cx="11152414" cy="3359061"/>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GB" sz="2400" b="0" i="0" dirty="0">
                <a:effectLst/>
                <a:latin typeface="Söhne"/>
              </a:rPr>
              <a:t>Cloud based </a:t>
            </a:r>
          </a:p>
          <a:p>
            <a:pPr marL="342900" indent="-342900" algn="just">
              <a:lnSpc>
                <a:spcPct val="150000"/>
              </a:lnSpc>
              <a:buFont typeface="Wingdings" panose="05000000000000000000" pitchFamily="2" charset="2"/>
              <a:buChar char="Ø"/>
            </a:pPr>
            <a:r>
              <a:rPr lang="en-GB" sz="2400" dirty="0">
                <a:latin typeface="Söhne"/>
              </a:rPr>
              <a:t>Catalogue – 90 PB of ARD</a:t>
            </a:r>
          </a:p>
          <a:p>
            <a:pPr marL="342900" indent="-342900" algn="just">
              <a:lnSpc>
                <a:spcPct val="150000"/>
              </a:lnSpc>
              <a:buFont typeface="Wingdings" panose="05000000000000000000" pitchFamily="2" charset="2"/>
              <a:buChar char="Ø"/>
            </a:pPr>
            <a:r>
              <a:rPr lang="en-GB" sz="2400" b="0" i="0" dirty="0">
                <a:effectLst/>
              </a:rPr>
              <a:t>Cloud-Based Processing</a:t>
            </a:r>
          </a:p>
          <a:p>
            <a:pPr marL="342900" indent="-342900" algn="just">
              <a:lnSpc>
                <a:spcPct val="150000"/>
              </a:lnSpc>
              <a:buFont typeface="Wingdings" panose="05000000000000000000" pitchFamily="2" charset="2"/>
              <a:buChar char="Ø"/>
            </a:pPr>
            <a:r>
              <a:rPr lang="en-GB" sz="2400" dirty="0"/>
              <a:t>Data Visualization</a:t>
            </a:r>
          </a:p>
          <a:p>
            <a:pPr marL="342900" indent="-342900" algn="just">
              <a:lnSpc>
                <a:spcPct val="150000"/>
              </a:lnSpc>
              <a:buFont typeface="Wingdings" panose="05000000000000000000" pitchFamily="2" charset="2"/>
              <a:buChar char="Ø"/>
            </a:pPr>
            <a:r>
              <a:rPr lang="en-GB" sz="2400" b="0" i="0" dirty="0">
                <a:effectLst/>
              </a:rPr>
              <a:t>Code Edit</a:t>
            </a:r>
            <a:r>
              <a:rPr lang="en-GB" sz="2400" dirty="0"/>
              <a:t>or</a:t>
            </a:r>
          </a:p>
          <a:p>
            <a:pPr marL="342900" indent="-342900" algn="just">
              <a:lnSpc>
                <a:spcPct val="150000"/>
              </a:lnSpc>
              <a:buFont typeface="Wingdings" panose="05000000000000000000" pitchFamily="2" charset="2"/>
              <a:buChar char="Ø"/>
            </a:pPr>
            <a:r>
              <a:rPr lang="en-GB" sz="2400" b="0" i="0" dirty="0">
                <a:effectLst/>
              </a:rPr>
              <a:t>Applications</a:t>
            </a:r>
          </a:p>
        </p:txBody>
      </p:sp>
      <p:pic>
        <p:nvPicPr>
          <p:cNvPr id="10" name="Picture 9">
            <a:extLst>
              <a:ext uri="{FF2B5EF4-FFF2-40B4-BE49-F238E27FC236}">
                <a16:creationId xmlns:a16="http://schemas.microsoft.com/office/drawing/2014/main" id="{17C383BB-5226-4E00-BDA8-05FDF2BAC25F}"/>
              </a:ext>
            </a:extLst>
          </p:cNvPr>
          <p:cNvPicPr>
            <a:picLocks noChangeAspect="1"/>
          </p:cNvPicPr>
          <p:nvPr/>
        </p:nvPicPr>
        <p:blipFill>
          <a:blip r:embed="rId4"/>
          <a:stretch>
            <a:fillRect/>
          </a:stretch>
        </p:blipFill>
        <p:spPr>
          <a:xfrm>
            <a:off x="4272167" y="1952147"/>
            <a:ext cx="7518789" cy="2727443"/>
          </a:xfrm>
          <a:prstGeom prst="rect">
            <a:avLst/>
          </a:prstGeom>
          <a:ln>
            <a:solidFill>
              <a:schemeClr val="tx1"/>
            </a:solidFill>
          </a:ln>
        </p:spPr>
      </p:pic>
      <p:sp>
        <p:nvSpPr>
          <p:cNvPr id="14" name="TextBox 13">
            <a:extLst>
              <a:ext uri="{FF2B5EF4-FFF2-40B4-BE49-F238E27FC236}">
                <a16:creationId xmlns:a16="http://schemas.microsoft.com/office/drawing/2014/main" id="{0B6B9688-5454-4B90-8845-8597BEAE4D82}"/>
              </a:ext>
            </a:extLst>
          </p:cNvPr>
          <p:cNvSpPr txBox="1"/>
          <p:nvPr/>
        </p:nvSpPr>
        <p:spPr>
          <a:xfrm>
            <a:off x="3627963" y="5836495"/>
            <a:ext cx="6403804" cy="369332"/>
          </a:xfrm>
          <a:prstGeom prst="rect">
            <a:avLst/>
          </a:prstGeom>
          <a:noFill/>
        </p:spPr>
        <p:txBody>
          <a:bodyPr wrap="none" rtlCol="0">
            <a:spAutoFit/>
          </a:bodyPr>
          <a:lstStyle/>
          <a:p>
            <a:pPr algn="ctr"/>
            <a:r>
              <a:rPr lang="en-GB" dirty="0">
                <a:hlinkClick r:id="rId5">
                  <a:extLst>
                    <a:ext uri="{A12FA001-AC4F-418D-AE19-62706E023703}">
                      <ahyp:hlinkClr xmlns:ahyp="http://schemas.microsoft.com/office/drawing/2018/hyperlinkcolor" val="tx"/>
                    </a:ext>
                  </a:extLst>
                </a:hlinkClick>
              </a:rPr>
              <a:t>Google Earth Engine: </a:t>
            </a:r>
            <a:r>
              <a:rPr lang="en-GB" dirty="0">
                <a:solidFill>
                  <a:srgbClr val="954F72"/>
                </a:solidFill>
              </a:rPr>
              <a:t>https://developers.google.com/earth-engine</a:t>
            </a:r>
            <a:endParaRPr lang="en-GB" dirty="0"/>
          </a:p>
        </p:txBody>
      </p:sp>
    </p:spTree>
    <p:extLst>
      <p:ext uri="{BB962C8B-B14F-4D97-AF65-F5344CB8AC3E}">
        <p14:creationId xmlns:p14="http://schemas.microsoft.com/office/powerpoint/2010/main" val="1694022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ML Models Workflow in Google Earth Engine</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9" name="Picture 8">
            <a:extLst>
              <a:ext uri="{FF2B5EF4-FFF2-40B4-BE49-F238E27FC236}">
                <a16:creationId xmlns:a16="http://schemas.microsoft.com/office/drawing/2014/main" id="{82A703B4-9FBE-47F6-918D-A298A56D5E29}"/>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13" name="Picture 12">
            <a:extLst>
              <a:ext uri="{FF2B5EF4-FFF2-40B4-BE49-F238E27FC236}">
                <a16:creationId xmlns:a16="http://schemas.microsoft.com/office/drawing/2014/main" id="{FE51F496-C479-4369-9E8C-5BE16534E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15" name="TextBox 14">
            <a:extLst>
              <a:ext uri="{FF2B5EF4-FFF2-40B4-BE49-F238E27FC236}">
                <a16:creationId xmlns:a16="http://schemas.microsoft.com/office/drawing/2014/main" id="{84A7C6BA-4FDB-49C0-971D-D0A85272F51A}"/>
              </a:ext>
            </a:extLst>
          </p:cNvPr>
          <p:cNvSpPr txBox="1"/>
          <p:nvPr/>
        </p:nvSpPr>
        <p:spPr>
          <a:xfrm>
            <a:off x="426876" y="1263018"/>
            <a:ext cx="4204055" cy="5016758"/>
          </a:xfrm>
          <a:prstGeom prst="rect">
            <a:avLst/>
          </a:prstGeom>
          <a:noFill/>
        </p:spPr>
        <p:txBody>
          <a:bodyPr wrap="square">
            <a:spAutoFit/>
          </a:bodyPr>
          <a:lstStyle/>
          <a:p>
            <a:pPr marL="342900" indent="-342900" algn="l" rtl="0" fontAlgn="base">
              <a:buFont typeface="Wingdings" panose="05000000000000000000" pitchFamily="2" charset="2"/>
              <a:buChar char="Ø"/>
            </a:pPr>
            <a:r>
              <a:rPr lang="en-US" sz="2000" i="0" u="none" strike="noStrike" dirty="0">
                <a:effectLst/>
              </a:rPr>
              <a:t>Loading, Filtering</a:t>
            </a:r>
          </a:p>
          <a:p>
            <a:pPr marL="342900" indent="-342900" algn="l" rtl="0" fontAlgn="base">
              <a:buFont typeface="Wingdings" panose="05000000000000000000" pitchFamily="2" charset="2"/>
              <a:buChar char="Ø"/>
            </a:pPr>
            <a:endParaRPr lang="en-US" sz="2000" i="0" u="none" strike="noStrike" dirty="0">
              <a:effectLst/>
            </a:endParaRPr>
          </a:p>
          <a:p>
            <a:pPr marL="342900" indent="-342900" algn="l" rtl="0" fontAlgn="base">
              <a:buFont typeface="Wingdings" panose="05000000000000000000" pitchFamily="2" charset="2"/>
              <a:buChar char="Ø"/>
            </a:pPr>
            <a:r>
              <a:rPr lang="en-US" sz="2000" dirty="0"/>
              <a:t>Spatial Class Segregation</a:t>
            </a:r>
          </a:p>
          <a:p>
            <a:pPr marL="342900" indent="-342900" algn="l" rtl="0" fontAlgn="base">
              <a:buFont typeface="Wingdings" panose="05000000000000000000" pitchFamily="2" charset="2"/>
              <a:buChar char="Ø"/>
            </a:pPr>
            <a:endParaRPr lang="en-US" sz="2000" dirty="0"/>
          </a:p>
          <a:p>
            <a:pPr marL="342900" indent="-342900" algn="l" rtl="0" fontAlgn="base">
              <a:buFont typeface="Wingdings" panose="05000000000000000000" pitchFamily="2" charset="2"/>
              <a:buChar char="Ø"/>
            </a:pPr>
            <a:r>
              <a:rPr lang="en-US" sz="2000" dirty="0"/>
              <a:t>Train Test Split</a:t>
            </a:r>
          </a:p>
          <a:p>
            <a:pPr marL="342900" indent="-342900" algn="l" rtl="0" fontAlgn="base">
              <a:buFont typeface="Wingdings" panose="05000000000000000000" pitchFamily="2" charset="2"/>
              <a:buChar char="Ø"/>
            </a:pPr>
            <a:endParaRPr lang="en-US" sz="2000" dirty="0"/>
          </a:p>
          <a:p>
            <a:pPr marL="342900" indent="-342900" algn="l" rtl="0" fontAlgn="base">
              <a:buFont typeface="Wingdings" panose="05000000000000000000" pitchFamily="2" charset="2"/>
              <a:buChar char="Ø"/>
            </a:pPr>
            <a:r>
              <a:rPr lang="en-US" sz="2000" dirty="0"/>
              <a:t>Model Selection</a:t>
            </a:r>
          </a:p>
          <a:p>
            <a:pPr marL="342900" indent="-342900" algn="l" rtl="0" fontAlgn="base">
              <a:buFont typeface="Wingdings" panose="05000000000000000000" pitchFamily="2" charset="2"/>
              <a:buChar char="Ø"/>
            </a:pPr>
            <a:endParaRPr lang="en-US" sz="2000" dirty="0"/>
          </a:p>
          <a:p>
            <a:pPr marL="342900" indent="-342900" algn="l" rtl="0" fontAlgn="base">
              <a:buFont typeface="Wingdings" panose="05000000000000000000" pitchFamily="2" charset="2"/>
              <a:buChar char="Ø"/>
            </a:pPr>
            <a:r>
              <a:rPr lang="en-US" sz="2000" dirty="0"/>
              <a:t>Model Training</a:t>
            </a:r>
          </a:p>
          <a:p>
            <a:pPr marL="342900" indent="-342900" algn="l" rtl="0" fontAlgn="base">
              <a:buFont typeface="Wingdings" panose="05000000000000000000" pitchFamily="2" charset="2"/>
              <a:buChar char="Ø"/>
            </a:pPr>
            <a:endParaRPr lang="en-US" sz="2000" dirty="0"/>
          </a:p>
          <a:p>
            <a:pPr marL="342900" indent="-342900" algn="l" rtl="0" fontAlgn="base">
              <a:buFont typeface="Wingdings" panose="05000000000000000000" pitchFamily="2" charset="2"/>
              <a:buChar char="Ø"/>
            </a:pPr>
            <a:r>
              <a:rPr lang="en-US" sz="2000" dirty="0"/>
              <a:t>Prediction</a:t>
            </a:r>
          </a:p>
          <a:p>
            <a:pPr marL="342900" indent="-342900" algn="l" rtl="0" fontAlgn="base">
              <a:buFont typeface="Wingdings" panose="05000000000000000000" pitchFamily="2" charset="2"/>
              <a:buChar char="Ø"/>
            </a:pPr>
            <a:endParaRPr lang="en-US" sz="2000" dirty="0"/>
          </a:p>
          <a:p>
            <a:pPr marL="342900" indent="-342900" algn="l" rtl="0" fontAlgn="base">
              <a:buFont typeface="Wingdings" panose="05000000000000000000" pitchFamily="2" charset="2"/>
              <a:buChar char="Ø"/>
            </a:pPr>
            <a:r>
              <a:rPr lang="en-US" sz="2000" dirty="0"/>
              <a:t>Model Evaluation</a:t>
            </a:r>
          </a:p>
          <a:p>
            <a:pPr marL="342900" indent="-342900" algn="l" rtl="0" fontAlgn="base">
              <a:buFont typeface="Wingdings" panose="05000000000000000000" pitchFamily="2" charset="2"/>
              <a:buChar char="Ø"/>
            </a:pPr>
            <a:endParaRPr lang="en-US" sz="2000" dirty="0"/>
          </a:p>
          <a:p>
            <a:pPr marL="342900" indent="-342900" algn="l" rtl="0" fontAlgn="base">
              <a:buFont typeface="Wingdings" panose="05000000000000000000" pitchFamily="2" charset="2"/>
              <a:buChar char="Ø"/>
            </a:pPr>
            <a:r>
              <a:rPr lang="en-US" sz="2000" dirty="0"/>
              <a:t>Final LULC Maps</a:t>
            </a:r>
          </a:p>
          <a:p>
            <a:pPr fontAlgn="base"/>
            <a:endParaRPr lang="en-US" sz="2000" dirty="0"/>
          </a:p>
        </p:txBody>
      </p:sp>
      <p:grpSp>
        <p:nvGrpSpPr>
          <p:cNvPr id="18" name="Group 17">
            <a:extLst>
              <a:ext uri="{FF2B5EF4-FFF2-40B4-BE49-F238E27FC236}">
                <a16:creationId xmlns:a16="http://schemas.microsoft.com/office/drawing/2014/main" id="{00952759-61B6-45F7-9703-2A8966E67649}"/>
              </a:ext>
            </a:extLst>
          </p:cNvPr>
          <p:cNvGrpSpPr/>
          <p:nvPr/>
        </p:nvGrpSpPr>
        <p:grpSpPr>
          <a:xfrm>
            <a:off x="4025058" y="1007886"/>
            <a:ext cx="7544071" cy="5213615"/>
            <a:chOff x="4025058" y="973161"/>
            <a:chExt cx="7544071" cy="5213615"/>
          </a:xfrm>
        </p:grpSpPr>
        <p:pic>
          <p:nvPicPr>
            <p:cNvPr id="4" name="Picture 3">
              <a:extLst>
                <a:ext uri="{FF2B5EF4-FFF2-40B4-BE49-F238E27FC236}">
                  <a16:creationId xmlns:a16="http://schemas.microsoft.com/office/drawing/2014/main" id="{A76C720E-7731-49FA-9CA7-CB99FB61EF4F}"/>
                </a:ext>
              </a:extLst>
            </p:cNvPr>
            <p:cNvPicPr>
              <a:picLocks noChangeAspect="1"/>
            </p:cNvPicPr>
            <p:nvPr/>
          </p:nvPicPr>
          <p:blipFill>
            <a:blip r:embed="rId4"/>
            <a:stretch>
              <a:fillRect/>
            </a:stretch>
          </p:blipFill>
          <p:spPr>
            <a:xfrm>
              <a:off x="4025058" y="973161"/>
              <a:ext cx="3956049" cy="2698950"/>
            </a:xfrm>
            <a:prstGeom prst="rect">
              <a:avLst/>
            </a:prstGeom>
            <a:ln>
              <a:solidFill>
                <a:schemeClr val="tx1"/>
              </a:solidFill>
            </a:ln>
          </p:spPr>
        </p:pic>
        <p:pic>
          <p:nvPicPr>
            <p:cNvPr id="11" name="Picture 10">
              <a:extLst>
                <a:ext uri="{FF2B5EF4-FFF2-40B4-BE49-F238E27FC236}">
                  <a16:creationId xmlns:a16="http://schemas.microsoft.com/office/drawing/2014/main" id="{4E147555-CC64-44A2-AFA5-2519151BD09D}"/>
                </a:ext>
              </a:extLst>
            </p:cNvPr>
            <p:cNvPicPr>
              <a:picLocks noChangeAspect="1"/>
            </p:cNvPicPr>
            <p:nvPr/>
          </p:nvPicPr>
          <p:blipFill>
            <a:blip r:embed="rId5"/>
            <a:stretch>
              <a:fillRect/>
            </a:stretch>
          </p:blipFill>
          <p:spPr>
            <a:xfrm>
              <a:off x="7992726" y="977605"/>
              <a:ext cx="3576403" cy="2554061"/>
            </a:xfrm>
            <a:prstGeom prst="rect">
              <a:avLst/>
            </a:prstGeom>
            <a:ln>
              <a:solidFill>
                <a:schemeClr val="tx1"/>
              </a:solidFill>
            </a:ln>
          </p:spPr>
        </p:pic>
        <p:pic>
          <p:nvPicPr>
            <p:cNvPr id="14" name="Picture 13">
              <a:extLst>
                <a:ext uri="{FF2B5EF4-FFF2-40B4-BE49-F238E27FC236}">
                  <a16:creationId xmlns:a16="http://schemas.microsoft.com/office/drawing/2014/main" id="{30733070-2F78-4431-9AB9-17BD42CC706B}"/>
                </a:ext>
              </a:extLst>
            </p:cNvPr>
            <p:cNvPicPr>
              <a:picLocks noChangeAspect="1"/>
            </p:cNvPicPr>
            <p:nvPr/>
          </p:nvPicPr>
          <p:blipFill>
            <a:blip r:embed="rId6"/>
            <a:stretch>
              <a:fillRect/>
            </a:stretch>
          </p:blipFill>
          <p:spPr>
            <a:xfrm>
              <a:off x="4025058" y="3683970"/>
              <a:ext cx="3956049" cy="2502806"/>
            </a:xfrm>
            <a:prstGeom prst="rect">
              <a:avLst/>
            </a:prstGeom>
            <a:ln>
              <a:solidFill>
                <a:schemeClr val="tx1"/>
              </a:solidFill>
            </a:ln>
          </p:spPr>
        </p:pic>
        <p:pic>
          <p:nvPicPr>
            <p:cNvPr id="17" name="Picture 16">
              <a:extLst>
                <a:ext uri="{FF2B5EF4-FFF2-40B4-BE49-F238E27FC236}">
                  <a16:creationId xmlns:a16="http://schemas.microsoft.com/office/drawing/2014/main" id="{EEE8E0E1-413F-4990-A695-5E98CE99E014}"/>
                </a:ext>
              </a:extLst>
            </p:cNvPr>
            <p:cNvPicPr>
              <a:picLocks noChangeAspect="1"/>
            </p:cNvPicPr>
            <p:nvPr/>
          </p:nvPicPr>
          <p:blipFill>
            <a:blip r:embed="rId7"/>
            <a:stretch>
              <a:fillRect/>
            </a:stretch>
          </p:blipFill>
          <p:spPr>
            <a:xfrm>
              <a:off x="7992725" y="3537716"/>
              <a:ext cx="3576403" cy="2649059"/>
            </a:xfrm>
            <a:prstGeom prst="rect">
              <a:avLst/>
            </a:prstGeom>
            <a:ln>
              <a:solidFill>
                <a:schemeClr val="tx1"/>
              </a:solidFill>
            </a:ln>
          </p:spPr>
        </p:pic>
      </p:grpSp>
    </p:spTree>
    <p:extLst>
      <p:ext uri="{BB962C8B-B14F-4D97-AF65-F5344CB8AC3E}">
        <p14:creationId xmlns:p14="http://schemas.microsoft.com/office/powerpoint/2010/main" val="2302027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5230974" cy="4467057"/>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GB" sz="2400" b="0" i="0" dirty="0">
                <a:effectLst/>
                <a:latin typeface="Söhne"/>
              </a:rPr>
              <a:t>SVM is a supervised machine learning algorithm that identifies a hyperplane to separate data into distinct classes, accommodating both linear and non-linear data using various kernels, with performance optimization through support vectors and hyperparameter tuning.</a:t>
            </a:r>
            <a:endParaRPr lang="en-GB" sz="2400" b="0" i="0" dirty="0">
              <a:effectLst/>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Support Vector Machine</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pic>
        <p:nvPicPr>
          <p:cNvPr id="10" name="Picture 2" descr="Support Vector Machine Algorithm">
            <a:extLst>
              <a:ext uri="{FF2B5EF4-FFF2-40B4-BE49-F238E27FC236}">
                <a16:creationId xmlns:a16="http://schemas.microsoft.com/office/drawing/2014/main" id="{77AA7BD0-8CC3-46E5-9FE1-1EFCFD55C4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2175" y="1630889"/>
            <a:ext cx="5715000" cy="381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1" name="TextBox 10">
            <a:hlinkClick r:id="rId5"/>
            <a:extLst>
              <a:ext uri="{FF2B5EF4-FFF2-40B4-BE49-F238E27FC236}">
                <a16:creationId xmlns:a16="http://schemas.microsoft.com/office/drawing/2014/main" id="{F795084D-02B9-4AC9-BD29-1686D5637AA4}"/>
              </a:ext>
            </a:extLst>
          </p:cNvPr>
          <p:cNvSpPr txBox="1"/>
          <p:nvPr/>
        </p:nvSpPr>
        <p:spPr>
          <a:xfrm>
            <a:off x="5941966" y="5530691"/>
            <a:ext cx="6103854" cy="276999"/>
          </a:xfrm>
          <a:prstGeom prst="rect">
            <a:avLst/>
          </a:prstGeom>
          <a:noFill/>
        </p:spPr>
        <p:txBody>
          <a:bodyPr wrap="square">
            <a:spAutoFit/>
          </a:bodyPr>
          <a:lstStyle/>
          <a:p>
            <a:r>
              <a:rPr lang="en-GB" sz="1200" dirty="0">
                <a:hlinkClick r:id="rId5">
                  <a:extLst>
                    <a:ext uri="{A12FA001-AC4F-418D-AE19-62706E023703}">
                      <ahyp:hlinkClr xmlns:ahyp="http://schemas.microsoft.com/office/drawing/2018/hyperlinkcolor" val="tx"/>
                    </a:ext>
                  </a:extLst>
                </a:hlinkClick>
              </a:rPr>
              <a:t>Source: </a:t>
            </a:r>
            <a:r>
              <a:rPr lang="en-GB" sz="1200" dirty="0">
                <a:solidFill>
                  <a:srgbClr val="0563C1"/>
                </a:solidFill>
                <a:hlinkClick r:id="rId5">
                  <a:extLst>
                    <a:ext uri="{A12FA001-AC4F-418D-AE19-62706E023703}">
                      <ahyp:hlinkClr xmlns:ahyp="http://schemas.microsoft.com/office/drawing/2018/hyperlinkcolor" val="tx"/>
                    </a:ext>
                  </a:extLst>
                </a:hlinkClick>
              </a:rPr>
              <a:t>https://www.javatpoint.com/machine-learning-support-vector-machine-algorithm</a:t>
            </a:r>
            <a:endParaRPr lang="en-GB" sz="1200" dirty="0"/>
          </a:p>
        </p:txBody>
      </p:sp>
    </p:spTree>
    <p:extLst>
      <p:ext uri="{BB962C8B-B14F-4D97-AF65-F5344CB8AC3E}">
        <p14:creationId xmlns:p14="http://schemas.microsoft.com/office/powerpoint/2010/main" val="2675310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Support Vector Machine</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pSp>
        <p:nvGrpSpPr>
          <p:cNvPr id="2" name="Group 1">
            <a:extLst>
              <a:ext uri="{FF2B5EF4-FFF2-40B4-BE49-F238E27FC236}">
                <a16:creationId xmlns:a16="http://schemas.microsoft.com/office/drawing/2014/main" id="{BB03E9D8-A855-4338-8895-C19101AE29BA}"/>
              </a:ext>
            </a:extLst>
          </p:cNvPr>
          <p:cNvGrpSpPr/>
          <p:nvPr/>
        </p:nvGrpSpPr>
        <p:grpSpPr>
          <a:xfrm>
            <a:off x="176199" y="1031012"/>
            <a:ext cx="11880000" cy="3960000"/>
            <a:chOff x="176199" y="1031012"/>
            <a:chExt cx="11880000" cy="3960000"/>
          </a:xfrm>
        </p:grpSpPr>
        <p:pic>
          <p:nvPicPr>
            <p:cNvPr id="13" name="Picture 12">
              <a:extLst>
                <a:ext uri="{FF2B5EF4-FFF2-40B4-BE49-F238E27FC236}">
                  <a16:creationId xmlns:a16="http://schemas.microsoft.com/office/drawing/2014/main" id="{850CE4A2-FE19-408E-8E1E-F885FC24EF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6199" y="1031012"/>
              <a:ext cx="3960000" cy="3960000"/>
            </a:xfrm>
            <a:prstGeom prst="rect">
              <a:avLst/>
            </a:prstGeom>
          </p:spPr>
        </p:pic>
        <p:pic>
          <p:nvPicPr>
            <p:cNvPr id="12" name="Picture 11">
              <a:extLst>
                <a:ext uri="{FF2B5EF4-FFF2-40B4-BE49-F238E27FC236}">
                  <a16:creationId xmlns:a16="http://schemas.microsoft.com/office/drawing/2014/main" id="{33AF29E4-977D-4417-B2F1-6A51FD2B54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6199" y="1031012"/>
              <a:ext cx="3960000" cy="3960000"/>
            </a:xfrm>
            <a:prstGeom prst="rect">
              <a:avLst/>
            </a:prstGeom>
          </p:spPr>
        </p:pic>
        <p:pic>
          <p:nvPicPr>
            <p:cNvPr id="14" name="Picture 13">
              <a:extLst>
                <a:ext uri="{FF2B5EF4-FFF2-40B4-BE49-F238E27FC236}">
                  <a16:creationId xmlns:a16="http://schemas.microsoft.com/office/drawing/2014/main" id="{97D787AC-096A-4AF7-8DC2-C91B383DFB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96199" y="1031012"/>
              <a:ext cx="3960000" cy="3960000"/>
            </a:xfrm>
            <a:prstGeom prst="rect">
              <a:avLst/>
            </a:prstGeom>
          </p:spPr>
        </p:pic>
      </p:grpSp>
      <p:sp>
        <p:nvSpPr>
          <p:cNvPr id="16" name="TextBox 15">
            <a:hlinkClick r:id="rId7"/>
            <a:extLst>
              <a:ext uri="{FF2B5EF4-FFF2-40B4-BE49-F238E27FC236}">
                <a16:creationId xmlns:a16="http://schemas.microsoft.com/office/drawing/2014/main" id="{FB5C5632-F9A9-4BB3-AAA7-2EB123BB99C5}"/>
              </a:ext>
            </a:extLst>
          </p:cNvPr>
          <p:cNvSpPr txBox="1"/>
          <p:nvPr/>
        </p:nvSpPr>
        <p:spPr>
          <a:xfrm>
            <a:off x="3431005" y="5065659"/>
            <a:ext cx="6103854" cy="307777"/>
          </a:xfrm>
          <a:prstGeom prst="rect">
            <a:avLst/>
          </a:prstGeom>
          <a:noFill/>
        </p:spPr>
        <p:txBody>
          <a:bodyPr wrap="square">
            <a:spAutoFit/>
          </a:bodyPr>
          <a:lstStyle/>
          <a:p>
            <a:pPr algn="ctr"/>
            <a:r>
              <a:rPr lang="en-GB" sz="1400" dirty="0"/>
              <a:t>Figure: LULC Classified Images using Support Vector Machine (2002, 2013, 2022)</a:t>
            </a:r>
          </a:p>
        </p:txBody>
      </p:sp>
      <p:sp>
        <p:nvSpPr>
          <p:cNvPr id="17" name="TextBox 16">
            <a:extLst>
              <a:ext uri="{FF2B5EF4-FFF2-40B4-BE49-F238E27FC236}">
                <a16:creationId xmlns:a16="http://schemas.microsoft.com/office/drawing/2014/main" id="{EF71AED6-E063-46B1-8E71-2BC461222CFA}"/>
              </a:ext>
            </a:extLst>
          </p:cNvPr>
          <p:cNvSpPr txBox="1"/>
          <p:nvPr/>
        </p:nvSpPr>
        <p:spPr>
          <a:xfrm>
            <a:off x="2771845" y="5832124"/>
            <a:ext cx="6462475" cy="276999"/>
          </a:xfrm>
          <a:prstGeom prst="rect">
            <a:avLst/>
          </a:prstGeom>
          <a:noFill/>
        </p:spPr>
        <p:txBody>
          <a:bodyPr wrap="none" rtlCol="0">
            <a:spAutoFit/>
          </a:bodyPr>
          <a:lstStyle/>
          <a:p>
            <a:pPr algn="ctr"/>
            <a:r>
              <a:rPr lang="en-GB" sz="1200" dirty="0">
                <a:hlinkClick r:id="rId8">
                  <a:extLst>
                    <a:ext uri="{A12FA001-AC4F-418D-AE19-62706E023703}">
                      <ahyp:hlinkClr xmlns:ahyp="http://schemas.microsoft.com/office/drawing/2018/hyperlinkcolor" val="tx"/>
                    </a:ext>
                  </a:extLst>
                </a:hlinkClick>
              </a:rPr>
              <a:t>GEE Code Repository: </a:t>
            </a:r>
            <a:r>
              <a:rPr lang="en-GB" sz="1200" dirty="0">
                <a:solidFill>
                  <a:srgbClr val="954F72"/>
                </a:solidFill>
                <a:hlinkClick r:id="rId8">
                  <a:extLst>
                    <a:ext uri="{A12FA001-AC4F-418D-AE19-62706E023703}">
                      <ahyp:hlinkClr xmlns:ahyp="http://schemas.microsoft.com/office/drawing/2018/hyperlinkcolor" val="tx"/>
                    </a:ext>
                  </a:extLst>
                </a:hlinkClick>
              </a:rPr>
              <a:t>https://code.earthengine.google.com/?accept_repo=users/ahtshamm214/lulc</a:t>
            </a:r>
            <a:endParaRPr lang="en-GB" sz="1200" dirty="0"/>
          </a:p>
        </p:txBody>
      </p:sp>
    </p:spTree>
    <p:extLst>
      <p:ext uri="{BB962C8B-B14F-4D97-AF65-F5344CB8AC3E}">
        <p14:creationId xmlns:p14="http://schemas.microsoft.com/office/powerpoint/2010/main" val="2463626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Change Detection – Support Vector Machine</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 </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aphicFrame>
        <p:nvGraphicFramePr>
          <p:cNvPr id="11" name="Chart 10">
            <a:extLst>
              <a:ext uri="{FF2B5EF4-FFF2-40B4-BE49-F238E27FC236}">
                <a16:creationId xmlns:a16="http://schemas.microsoft.com/office/drawing/2014/main" id="{F0EFD82A-7CB6-4EDC-8D39-DE1379A046F0}"/>
              </a:ext>
            </a:extLst>
          </p:cNvPr>
          <p:cNvGraphicFramePr/>
          <p:nvPr>
            <p:extLst>
              <p:ext uri="{D42A27DB-BD31-4B8C-83A1-F6EECF244321}">
                <p14:modId xmlns:p14="http://schemas.microsoft.com/office/powerpoint/2010/main" val="3880660413"/>
              </p:ext>
            </p:extLst>
          </p:nvPr>
        </p:nvGraphicFramePr>
        <p:xfrm>
          <a:off x="426876" y="1629001"/>
          <a:ext cx="5400000" cy="36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Table 2">
            <a:extLst>
              <a:ext uri="{FF2B5EF4-FFF2-40B4-BE49-F238E27FC236}">
                <a16:creationId xmlns:a16="http://schemas.microsoft.com/office/drawing/2014/main" id="{37D00C2A-F08E-4C45-99DB-70800E7A4C7B}"/>
              </a:ext>
            </a:extLst>
          </p:cNvPr>
          <p:cNvGraphicFramePr>
            <a:graphicFrameLocks noGrp="1"/>
          </p:cNvGraphicFramePr>
          <p:nvPr>
            <p:extLst>
              <p:ext uri="{D42A27DB-BD31-4B8C-83A1-F6EECF244321}">
                <p14:modId xmlns:p14="http://schemas.microsoft.com/office/powerpoint/2010/main" val="2019835794"/>
              </p:ext>
            </p:extLst>
          </p:nvPr>
        </p:nvGraphicFramePr>
        <p:xfrm>
          <a:off x="5948359" y="1629000"/>
          <a:ext cx="5786120" cy="3600000"/>
        </p:xfrm>
        <a:graphic>
          <a:graphicData uri="http://schemas.openxmlformats.org/drawingml/2006/table">
            <a:tbl>
              <a:tblPr firstRow="1" firstCol="1" bandRow="1"/>
              <a:tblGrid>
                <a:gridCol w="1076960">
                  <a:extLst>
                    <a:ext uri="{9D8B030D-6E8A-4147-A177-3AD203B41FA5}">
                      <a16:colId xmlns:a16="http://schemas.microsoft.com/office/drawing/2014/main" val="2905658818"/>
                    </a:ext>
                  </a:extLst>
                </a:gridCol>
                <a:gridCol w="900430">
                  <a:extLst>
                    <a:ext uri="{9D8B030D-6E8A-4147-A177-3AD203B41FA5}">
                      <a16:colId xmlns:a16="http://schemas.microsoft.com/office/drawing/2014/main" val="1936478481"/>
                    </a:ext>
                  </a:extLst>
                </a:gridCol>
                <a:gridCol w="814070">
                  <a:extLst>
                    <a:ext uri="{9D8B030D-6E8A-4147-A177-3AD203B41FA5}">
                      <a16:colId xmlns:a16="http://schemas.microsoft.com/office/drawing/2014/main" val="1426185700"/>
                    </a:ext>
                  </a:extLst>
                </a:gridCol>
                <a:gridCol w="810260">
                  <a:extLst>
                    <a:ext uri="{9D8B030D-6E8A-4147-A177-3AD203B41FA5}">
                      <a16:colId xmlns:a16="http://schemas.microsoft.com/office/drawing/2014/main" val="305331226"/>
                    </a:ext>
                  </a:extLst>
                </a:gridCol>
                <a:gridCol w="608330">
                  <a:extLst>
                    <a:ext uri="{9D8B030D-6E8A-4147-A177-3AD203B41FA5}">
                      <a16:colId xmlns:a16="http://schemas.microsoft.com/office/drawing/2014/main" val="1558531867"/>
                    </a:ext>
                  </a:extLst>
                </a:gridCol>
                <a:gridCol w="948055">
                  <a:extLst>
                    <a:ext uri="{9D8B030D-6E8A-4147-A177-3AD203B41FA5}">
                      <a16:colId xmlns:a16="http://schemas.microsoft.com/office/drawing/2014/main" val="2197178355"/>
                    </a:ext>
                  </a:extLst>
                </a:gridCol>
                <a:gridCol w="628015">
                  <a:extLst>
                    <a:ext uri="{9D8B030D-6E8A-4147-A177-3AD203B41FA5}">
                      <a16:colId xmlns:a16="http://schemas.microsoft.com/office/drawing/2014/main" val="2332322466"/>
                    </a:ext>
                  </a:extLst>
                </a:gridCol>
              </a:tblGrid>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LULC</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2002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gridSpan="2">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2013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gridSpan="2">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2022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554992289"/>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 </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0926534"/>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Water</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631.0872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798.3279</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768.51131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8738073"/>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Forest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11627.39</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23540.07</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23621.57246</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16%</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0082612"/>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Vegetation</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30069.33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23877.01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30722.60421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42%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8858074"/>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Bare Land</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26336.06</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21186.05</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17042.74075</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37%</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403517"/>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Built Up</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3059.419</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2401.253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825.587214</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4%</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8164496"/>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Total</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71723.2862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100%</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71802.7109</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100%</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72981.01594</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100%</a:t>
                      </a:r>
                      <a:endParaRPr lang="en-GB" sz="1200" dirty="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0343109"/>
                  </a:ext>
                </a:extLst>
              </a:tr>
            </a:tbl>
          </a:graphicData>
        </a:graphic>
      </p:graphicFrame>
    </p:spTree>
    <p:extLst>
      <p:ext uri="{BB962C8B-B14F-4D97-AF65-F5344CB8AC3E}">
        <p14:creationId xmlns:p14="http://schemas.microsoft.com/office/powerpoint/2010/main" val="106759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Random Forest Classifier</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pic>
        <p:nvPicPr>
          <p:cNvPr id="11268" name="Picture 4" descr="Random Forest Algorithm">
            <a:extLst>
              <a:ext uri="{FF2B5EF4-FFF2-40B4-BE49-F238E27FC236}">
                <a16:creationId xmlns:a16="http://schemas.microsoft.com/office/drawing/2014/main" id="{12DD976C-E245-4596-AFE3-16113EAD6E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3083" y="964813"/>
            <a:ext cx="5715000" cy="47625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DB9ED57-F5EA-4848-A057-181EB083F0C5}"/>
              </a:ext>
            </a:extLst>
          </p:cNvPr>
          <p:cNvSpPr txBox="1"/>
          <p:nvPr/>
        </p:nvSpPr>
        <p:spPr>
          <a:xfrm>
            <a:off x="426876" y="1223992"/>
            <a:ext cx="5230974" cy="3359061"/>
          </a:xfrm>
          <a:prstGeom prst="rect">
            <a:avLst/>
          </a:prstGeom>
          <a:noFill/>
        </p:spPr>
        <p:txBody>
          <a:bodyPr wrap="square">
            <a:spAutoFit/>
          </a:bodyPr>
          <a:lstStyle/>
          <a:p>
            <a:pPr algn="just">
              <a:lnSpc>
                <a:spcPct val="150000"/>
              </a:lnSpc>
            </a:pPr>
            <a:r>
              <a:rPr lang="en-GB" sz="2400" b="1" i="0" dirty="0">
                <a:effectLst/>
              </a:rPr>
              <a:t>Random Forest Assumptions:</a:t>
            </a:r>
            <a:endParaRPr lang="en-GB" sz="2400" b="0" i="0" dirty="0">
              <a:effectLst/>
            </a:endParaRPr>
          </a:p>
          <a:p>
            <a:pPr marL="342900" indent="-342900" algn="just">
              <a:lnSpc>
                <a:spcPct val="150000"/>
              </a:lnSpc>
              <a:buFont typeface="Wingdings" panose="05000000000000000000" pitchFamily="2" charset="2"/>
              <a:buChar char="Ø"/>
            </a:pPr>
            <a:r>
              <a:rPr lang="en-GB" sz="2400" b="0" i="0" dirty="0">
                <a:effectLst/>
              </a:rPr>
              <a:t>Actual Data for accurate predictions </a:t>
            </a:r>
          </a:p>
          <a:p>
            <a:pPr marL="342900" indent="-342900" algn="just">
              <a:lnSpc>
                <a:spcPct val="150000"/>
              </a:lnSpc>
              <a:buFont typeface="Wingdings" panose="05000000000000000000" pitchFamily="2" charset="2"/>
              <a:buChar char="Ø"/>
            </a:pPr>
            <a:r>
              <a:rPr lang="en-GB" sz="2400" b="0" i="0" dirty="0">
                <a:effectLst/>
              </a:rPr>
              <a:t>Predictions from each tree in the Random Forest should have minimal correlations to improve overall accuracy.</a:t>
            </a:r>
          </a:p>
        </p:txBody>
      </p:sp>
      <p:sp>
        <p:nvSpPr>
          <p:cNvPr id="11" name="TextBox 10">
            <a:extLst>
              <a:ext uri="{FF2B5EF4-FFF2-40B4-BE49-F238E27FC236}">
                <a16:creationId xmlns:a16="http://schemas.microsoft.com/office/drawing/2014/main" id="{5B82F860-CF7F-4C39-BCC3-8A39E4DAA67C}"/>
              </a:ext>
            </a:extLst>
          </p:cNvPr>
          <p:cNvSpPr txBox="1"/>
          <p:nvPr/>
        </p:nvSpPr>
        <p:spPr>
          <a:xfrm>
            <a:off x="6389163" y="5792400"/>
            <a:ext cx="5576207" cy="307777"/>
          </a:xfrm>
          <a:prstGeom prst="rect">
            <a:avLst/>
          </a:prstGeom>
          <a:noFill/>
        </p:spPr>
        <p:txBody>
          <a:bodyPr wrap="square" rtlCol="0">
            <a:spAutoFit/>
          </a:bodyPr>
          <a:lstStyle/>
          <a:p>
            <a:r>
              <a:rPr lang="en-GB" sz="1400" dirty="0">
                <a:hlinkClick r:id="rId5">
                  <a:extLst>
                    <a:ext uri="{A12FA001-AC4F-418D-AE19-62706E023703}">
                      <ahyp:hlinkClr xmlns:ahyp="http://schemas.microsoft.com/office/drawing/2018/hyperlinkcolor" val="tx"/>
                    </a:ext>
                  </a:extLst>
                </a:hlinkClick>
              </a:rPr>
              <a:t>Source: </a:t>
            </a:r>
            <a:r>
              <a:rPr lang="en-GB" sz="1400" dirty="0">
                <a:solidFill>
                  <a:srgbClr val="0563C1"/>
                </a:solidFill>
              </a:rPr>
              <a:t>https://www.javatpoint.com/supervised-machine-learning</a:t>
            </a:r>
            <a:endParaRPr lang="en-GB" sz="1400" dirty="0"/>
          </a:p>
        </p:txBody>
      </p:sp>
    </p:spTree>
    <p:extLst>
      <p:ext uri="{BB962C8B-B14F-4D97-AF65-F5344CB8AC3E}">
        <p14:creationId xmlns:p14="http://schemas.microsoft.com/office/powerpoint/2010/main" val="3132969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Random Forest Classifier</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pic>
        <p:nvPicPr>
          <p:cNvPr id="11266" name="Picture 2" descr="Random Forest Algorithm">
            <a:extLst>
              <a:ext uri="{FF2B5EF4-FFF2-40B4-BE49-F238E27FC236}">
                <a16:creationId xmlns:a16="http://schemas.microsoft.com/office/drawing/2014/main" id="{15F67330-3929-46A9-B0C6-3D0C20EE66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4290" y="1396759"/>
            <a:ext cx="5715000" cy="381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D6B8DF20-6558-4912-9FFA-571DFE7741C4}"/>
              </a:ext>
            </a:extLst>
          </p:cNvPr>
          <p:cNvSpPr txBox="1"/>
          <p:nvPr/>
        </p:nvSpPr>
        <p:spPr>
          <a:xfrm>
            <a:off x="426876" y="1223992"/>
            <a:ext cx="5230974" cy="2805063"/>
          </a:xfrm>
          <a:prstGeom prst="rect">
            <a:avLst/>
          </a:prstGeom>
          <a:noFill/>
        </p:spPr>
        <p:txBody>
          <a:bodyPr wrap="square">
            <a:spAutoFit/>
          </a:bodyPr>
          <a:lstStyle/>
          <a:p>
            <a:pPr algn="just">
              <a:lnSpc>
                <a:spcPct val="150000"/>
              </a:lnSpc>
            </a:pPr>
            <a:r>
              <a:rPr lang="en-GB" sz="2400" b="1" i="0" dirty="0">
                <a:effectLst/>
              </a:rPr>
              <a:t>Advantages of Using Random Forest:</a:t>
            </a:r>
            <a:endParaRPr lang="en-GB" sz="2400" b="0" i="0" dirty="0">
              <a:effectLst/>
            </a:endParaRPr>
          </a:p>
          <a:p>
            <a:pPr marL="342900" indent="-342900" algn="just">
              <a:lnSpc>
                <a:spcPct val="150000"/>
              </a:lnSpc>
              <a:buFont typeface="Wingdings" panose="05000000000000000000" pitchFamily="2" charset="2"/>
              <a:buChar char="Ø"/>
            </a:pPr>
            <a:r>
              <a:rPr lang="en-GB" sz="2400" b="0" i="0" dirty="0">
                <a:effectLst/>
              </a:rPr>
              <a:t>Faster Training Time</a:t>
            </a:r>
          </a:p>
          <a:p>
            <a:pPr marL="342900" indent="-342900" algn="just">
              <a:lnSpc>
                <a:spcPct val="150000"/>
              </a:lnSpc>
              <a:buFont typeface="Wingdings" panose="05000000000000000000" pitchFamily="2" charset="2"/>
              <a:buChar char="Ø"/>
            </a:pPr>
            <a:r>
              <a:rPr lang="en-GB" sz="2400" b="0" i="0" dirty="0">
                <a:effectLst/>
              </a:rPr>
              <a:t>Higher accuracy and efficiency for lager datasets</a:t>
            </a:r>
          </a:p>
          <a:p>
            <a:pPr marL="342900" indent="-342900" algn="just">
              <a:lnSpc>
                <a:spcPct val="150000"/>
              </a:lnSpc>
              <a:buFont typeface="Wingdings" panose="05000000000000000000" pitchFamily="2" charset="2"/>
              <a:buChar char="Ø"/>
            </a:pPr>
            <a:r>
              <a:rPr lang="en-GB" sz="2400" b="0" i="0" dirty="0">
                <a:effectLst/>
              </a:rPr>
              <a:t>Robust even if missing data values</a:t>
            </a:r>
          </a:p>
        </p:txBody>
      </p:sp>
      <p:sp>
        <p:nvSpPr>
          <p:cNvPr id="17" name="TextBox 16">
            <a:extLst>
              <a:ext uri="{FF2B5EF4-FFF2-40B4-BE49-F238E27FC236}">
                <a16:creationId xmlns:a16="http://schemas.microsoft.com/office/drawing/2014/main" id="{1F3740D6-6E2E-4312-99AF-43444A29A3A8}"/>
              </a:ext>
            </a:extLst>
          </p:cNvPr>
          <p:cNvSpPr txBox="1"/>
          <p:nvPr/>
        </p:nvSpPr>
        <p:spPr>
          <a:xfrm>
            <a:off x="6389163" y="5281406"/>
            <a:ext cx="5576207" cy="307777"/>
          </a:xfrm>
          <a:prstGeom prst="rect">
            <a:avLst/>
          </a:prstGeom>
          <a:noFill/>
        </p:spPr>
        <p:txBody>
          <a:bodyPr wrap="square" rtlCol="0">
            <a:spAutoFit/>
          </a:bodyPr>
          <a:lstStyle/>
          <a:p>
            <a:r>
              <a:rPr lang="en-GB" sz="1400" dirty="0">
                <a:hlinkClick r:id="rId5">
                  <a:extLst>
                    <a:ext uri="{A12FA001-AC4F-418D-AE19-62706E023703}">
                      <ahyp:hlinkClr xmlns:ahyp="http://schemas.microsoft.com/office/drawing/2018/hyperlinkcolor" val="tx"/>
                    </a:ext>
                  </a:extLst>
                </a:hlinkClick>
              </a:rPr>
              <a:t>Source: </a:t>
            </a:r>
            <a:r>
              <a:rPr lang="en-GB" sz="1400" dirty="0">
                <a:solidFill>
                  <a:srgbClr val="0563C1"/>
                </a:solidFill>
              </a:rPr>
              <a:t>https://www.javatpoint.com/supervised-machine-learning</a:t>
            </a:r>
            <a:endParaRPr lang="en-GB" sz="1400" dirty="0"/>
          </a:p>
        </p:txBody>
      </p:sp>
    </p:spTree>
    <p:extLst>
      <p:ext uri="{BB962C8B-B14F-4D97-AF65-F5344CB8AC3E}">
        <p14:creationId xmlns:p14="http://schemas.microsoft.com/office/powerpoint/2010/main" val="3383287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Random Forest Classifier</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pic>
        <p:nvPicPr>
          <p:cNvPr id="11266" name="Picture 2" descr="Random Forest Algorithm">
            <a:extLst>
              <a:ext uri="{FF2B5EF4-FFF2-40B4-BE49-F238E27FC236}">
                <a16:creationId xmlns:a16="http://schemas.microsoft.com/office/drawing/2014/main" id="{15F67330-3929-46A9-B0C6-3D0C20EE66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4290" y="1396759"/>
            <a:ext cx="5715000" cy="381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D6B8DF20-6558-4912-9FFA-571DFE7741C4}"/>
              </a:ext>
            </a:extLst>
          </p:cNvPr>
          <p:cNvSpPr txBox="1"/>
          <p:nvPr/>
        </p:nvSpPr>
        <p:spPr>
          <a:xfrm>
            <a:off x="426876" y="1223992"/>
            <a:ext cx="5230974" cy="3913059"/>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GB" sz="2400" b="1" i="0" dirty="0">
                <a:effectLst/>
                <a:latin typeface="Söhne"/>
              </a:rPr>
              <a:t>How Random Forest Works:</a:t>
            </a:r>
            <a:endParaRPr lang="en-GB" sz="2400" b="0" i="0" dirty="0">
              <a:effectLst/>
              <a:latin typeface="Söhne"/>
            </a:endParaRPr>
          </a:p>
          <a:p>
            <a:pPr marL="342900" indent="-342900" algn="just">
              <a:lnSpc>
                <a:spcPct val="150000"/>
              </a:lnSpc>
              <a:buFont typeface="Wingdings" panose="05000000000000000000" pitchFamily="2" charset="2"/>
              <a:buChar char="Ø"/>
            </a:pPr>
            <a:r>
              <a:rPr lang="en-GB" sz="2400" b="0" i="0" dirty="0">
                <a:effectLst/>
                <a:latin typeface="Söhne"/>
              </a:rPr>
              <a:t>Selection of Random Data </a:t>
            </a:r>
          </a:p>
          <a:p>
            <a:pPr marL="342900" indent="-342900" algn="just">
              <a:lnSpc>
                <a:spcPct val="150000"/>
              </a:lnSpc>
              <a:buFont typeface="Wingdings" panose="05000000000000000000" pitchFamily="2" charset="2"/>
              <a:buChar char="Ø"/>
            </a:pPr>
            <a:r>
              <a:rPr lang="en-GB" sz="2400" b="0" i="0" dirty="0">
                <a:effectLst/>
                <a:latin typeface="Söhne"/>
              </a:rPr>
              <a:t>Build decision trees </a:t>
            </a:r>
          </a:p>
          <a:p>
            <a:pPr marL="342900" indent="-342900" algn="just">
              <a:lnSpc>
                <a:spcPct val="150000"/>
              </a:lnSpc>
              <a:buFont typeface="Wingdings" panose="05000000000000000000" pitchFamily="2" charset="2"/>
              <a:buChar char="Ø"/>
            </a:pPr>
            <a:r>
              <a:rPr lang="en-GB" sz="2400" b="0" i="0" dirty="0">
                <a:effectLst/>
                <a:latin typeface="Söhne"/>
              </a:rPr>
              <a:t>Desired Number of Trees</a:t>
            </a:r>
          </a:p>
          <a:p>
            <a:pPr marL="342900" indent="-342900" algn="just">
              <a:lnSpc>
                <a:spcPct val="150000"/>
              </a:lnSpc>
              <a:buFont typeface="Wingdings" panose="05000000000000000000" pitchFamily="2" charset="2"/>
              <a:buChar char="Ø"/>
            </a:pPr>
            <a:r>
              <a:rPr lang="en-GB" sz="2400" b="0" i="0" dirty="0">
                <a:effectLst/>
                <a:latin typeface="Söhne"/>
              </a:rPr>
              <a:t>Repeat steps 1 and 2.</a:t>
            </a:r>
          </a:p>
          <a:p>
            <a:pPr marL="342900" indent="-342900" algn="just">
              <a:lnSpc>
                <a:spcPct val="150000"/>
              </a:lnSpc>
              <a:buFont typeface="Wingdings" panose="05000000000000000000" pitchFamily="2" charset="2"/>
              <a:buChar char="Ø"/>
            </a:pPr>
            <a:r>
              <a:rPr lang="en-GB" sz="2400" b="0" i="0" dirty="0">
                <a:effectLst/>
                <a:latin typeface="Söhne"/>
              </a:rPr>
              <a:t>Majority Votes for final Prediction</a:t>
            </a:r>
          </a:p>
          <a:p>
            <a:pPr marL="342900" indent="-342900" algn="just">
              <a:lnSpc>
                <a:spcPct val="150000"/>
              </a:lnSpc>
              <a:buFont typeface="Wingdings" panose="05000000000000000000" pitchFamily="2" charset="2"/>
              <a:buChar char="Ø"/>
            </a:pPr>
            <a:endParaRPr lang="en-GB" sz="2400" b="0" i="0" dirty="0">
              <a:effectLst/>
            </a:endParaRPr>
          </a:p>
        </p:txBody>
      </p:sp>
      <p:sp>
        <p:nvSpPr>
          <p:cNvPr id="10" name="TextBox 9">
            <a:extLst>
              <a:ext uri="{FF2B5EF4-FFF2-40B4-BE49-F238E27FC236}">
                <a16:creationId xmlns:a16="http://schemas.microsoft.com/office/drawing/2014/main" id="{BABD845B-6F98-4E38-AF00-06F056CDBC47}"/>
              </a:ext>
            </a:extLst>
          </p:cNvPr>
          <p:cNvSpPr txBox="1"/>
          <p:nvPr/>
        </p:nvSpPr>
        <p:spPr>
          <a:xfrm>
            <a:off x="6389163" y="5792400"/>
            <a:ext cx="5576207" cy="307777"/>
          </a:xfrm>
          <a:prstGeom prst="rect">
            <a:avLst/>
          </a:prstGeom>
          <a:noFill/>
        </p:spPr>
        <p:txBody>
          <a:bodyPr wrap="square" rtlCol="0">
            <a:spAutoFit/>
          </a:bodyPr>
          <a:lstStyle/>
          <a:p>
            <a:r>
              <a:rPr lang="en-GB" sz="1400" dirty="0">
                <a:hlinkClick r:id="rId5">
                  <a:extLst>
                    <a:ext uri="{A12FA001-AC4F-418D-AE19-62706E023703}">
                      <ahyp:hlinkClr xmlns:ahyp="http://schemas.microsoft.com/office/drawing/2018/hyperlinkcolor" val="tx"/>
                    </a:ext>
                  </a:extLst>
                </a:hlinkClick>
              </a:rPr>
              <a:t>Source: </a:t>
            </a:r>
            <a:r>
              <a:rPr lang="en-GB" sz="1400" dirty="0">
                <a:solidFill>
                  <a:srgbClr val="0563C1"/>
                </a:solidFill>
              </a:rPr>
              <a:t>https://www.javatpoint.com/supervised-machine-learning</a:t>
            </a:r>
            <a:endParaRPr lang="en-GB" sz="1400" dirty="0"/>
          </a:p>
        </p:txBody>
      </p:sp>
    </p:spTree>
    <p:extLst>
      <p:ext uri="{BB962C8B-B14F-4D97-AF65-F5344CB8AC3E}">
        <p14:creationId xmlns:p14="http://schemas.microsoft.com/office/powerpoint/2010/main" val="721394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Random Forest</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 </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pSp>
        <p:nvGrpSpPr>
          <p:cNvPr id="3" name="Group 2">
            <a:extLst>
              <a:ext uri="{FF2B5EF4-FFF2-40B4-BE49-F238E27FC236}">
                <a16:creationId xmlns:a16="http://schemas.microsoft.com/office/drawing/2014/main" id="{FCDA80FA-BCB9-4B70-BADA-02EE528E0347}"/>
              </a:ext>
            </a:extLst>
          </p:cNvPr>
          <p:cNvGrpSpPr/>
          <p:nvPr/>
        </p:nvGrpSpPr>
        <p:grpSpPr>
          <a:xfrm>
            <a:off x="146180" y="991895"/>
            <a:ext cx="11880000" cy="3994596"/>
            <a:chOff x="373608" y="950353"/>
            <a:chExt cx="11880000" cy="3994596"/>
          </a:xfrm>
        </p:grpSpPr>
        <p:pic>
          <p:nvPicPr>
            <p:cNvPr id="11" name="Picture 10">
              <a:extLst>
                <a:ext uri="{FF2B5EF4-FFF2-40B4-BE49-F238E27FC236}">
                  <a16:creationId xmlns:a16="http://schemas.microsoft.com/office/drawing/2014/main" id="{D5D6C41F-A016-4C28-AC28-493639A82F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608" y="964614"/>
              <a:ext cx="3960000" cy="3960000"/>
            </a:xfrm>
            <a:prstGeom prst="rect">
              <a:avLst/>
            </a:prstGeom>
          </p:spPr>
        </p:pic>
        <p:pic>
          <p:nvPicPr>
            <p:cNvPr id="12" name="Picture 11">
              <a:extLst>
                <a:ext uri="{FF2B5EF4-FFF2-40B4-BE49-F238E27FC236}">
                  <a16:creationId xmlns:a16="http://schemas.microsoft.com/office/drawing/2014/main" id="{0274C205-2A9E-402C-AA52-3AE0004F3F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33608" y="950353"/>
              <a:ext cx="3960000" cy="3960000"/>
            </a:xfrm>
            <a:prstGeom prst="rect">
              <a:avLst/>
            </a:prstGeom>
          </p:spPr>
        </p:pic>
        <p:pic>
          <p:nvPicPr>
            <p:cNvPr id="14" name="Picture 13">
              <a:extLst>
                <a:ext uri="{FF2B5EF4-FFF2-40B4-BE49-F238E27FC236}">
                  <a16:creationId xmlns:a16="http://schemas.microsoft.com/office/drawing/2014/main" id="{19128857-8374-49AA-A181-651DC95954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93608" y="984949"/>
              <a:ext cx="3960000" cy="3960000"/>
            </a:xfrm>
            <a:prstGeom prst="rect">
              <a:avLst/>
            </a:prstGeom>
          </p:spPr>
        </p:pic>
      </p:grpSp>
      <p:sp>
        <p:nvSpPr>
          <p:cNvPr id="16" name="TextBox 15">
            <a:hlinkClick r:id="rId7"/>
            <a:extLst>
              <a:ext uri="{FF2B5EF4-FFF2-40B4-BE49-F238E27FC236}">
                <a16:creationId xmlns:a16="http://schemas.microsoft.com/office/drawing/2014/main" id="{4703B817-B55E-4E29-9BA1-5EAAC2A88EE6}"/>
              </a:ext>
            </a:extLst>
          </p:cNvPr>
          <p:cNvSpPr txBox="1"/>
          <p:nvPr/>
        </p:nvSpPr>
        <p:spPr>
          <a:xfrm>
            <a:off x="3431005" y="5065659"/>
            <a:ext cx="6103854" cy="307777"/>
          </a:xfrm>
          <a:prstGeom prst="rect">
            <a:avLst/>
          </a:prstGeom>
          <a:noFill/>
        </p:spPr>
        <p:txBody>
          <a:bodyPr wrap="square">
            <a:spAutoFit/>
          </a:bodyPr>
          <a:lstStyle/>
          <a:p>
            <a:pPr algn="ctr"/>
            <a:r>
              <a:rPr lang="en-GB" sz="1400" dirty="0"/>
              <a:t>Figure: LULC Classified Images using Random Forest (2002, 2013, 2022)</a:t>
            </a:r>
          </a:p>
        </p:txBody>
      </p:sp>
      <p:sp>
        <p:nvSpPr>
          <p:cNvPr id="17" name="TextBox 16">
            <a:extLst>
              <a:ext uri="{FF2B5EF4-FFF2-40B4-BE49-F238E27FC236}">
                <a16:creationId xmlns:a16="http://schemas.microsoft.com/office/drawing/2014/main" id="{DE890375-F1E6-4956-B619-FEB0A24C2399}"/>
              </a:ext>
            </a:extLst>
          </p:cNvPr>
          <p:cNvSpPr txBox="1"/>
          <p:nvPr/>
        </p:nvSpPr>
        <p:spPr>
          <a:xfrm>
            <a:off x="3251694" y="5907093"/>
            <a:ext cx="6462475" cy="276999"/>
          </a:xfrm>
          <a:prstGeom prst="rect">
            <a:avLst/>
          </a:prstGeom>
          <a:noFill/>
        </p:spPr>
        <p:txBody>
          <a:bodyPr wrap="none" rtlCol="0">
            <a:spAutoFit/>
          </a:bodyPr>
          <a:lstStyle/>
          <a:p>
            <a:pPr algn="ctr"/>
            <a:r>
              <a:rPr lang="en-GB" sz="1200" dirty="0">
                <a:hlinkClick r:id="rId8">
                  <a:extLst>
                    <a:ext uri="{A12FA001-AC4F-418D-AE19-62706E023703}">
                      <ahyp:hlinkClr xmlns:ahyp="http://schemas.microsoft.com/office/drawing/2018/hyperlinkcolor" val="tx"/>
                    </a:ext>
                  </a:extLst>
                </a:hlinkClick>
              </a:rPr>
              <a:t>GEE Code Repository: </a:t>
            </a:r>
            <a:r>
              <a:rPr lang="en-GB" sz="1200" dirty="0">
                <a:solidFill>
                  <a:srgbClr val="954F72"/>
                </a:solidFill>
                <a:hlinkClick r:id="rId8">
                  <a:extLst>
                    <a:ext uri="{A12FA001-AC4F-418D-AE19-62706E023703}">
                      <ahyp:hlinkClr xmlns:ahyp="http://schemas.microsoft.com/office/drawing/2018/hyperlinkcolor" val="tx"/>
                    </a:ext>
                  </a:extLst>
                </a:hlinkClick>
              </a:rPr>
              <a:t>https://code.earthengine.google.com/?accept_repo=users/ahtshamm214/lulc</a:t>
            </a:r>
            <a:endParaRPr lang="en-GB" sz="1200" dirty="0"/>
          </a:p>
        </p:txBody>
      </p:sp>
    </p:spTree>
    <p:extLst>
      <p:ext uri="{BB962C8B-B14F-4D97-AF65-F5344CB8AC3E}">
        <p14:creationId xmlns:p14="http://schemas.microsoft.com/office/powerpoint/2010/main" val="2095064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Change Detection - Random Forest</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 </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aphicFrame>
        <p:nvGraphicFramePr>
          <p:cNvPr id="18" name="Chart 17">
            <a:extLst>
              <a:ext uri="{FF2B5EF4-FFF2-40B4-BE49-F238E27FC236}">
                <a16:creationId xmlns:a16="http://schemas.microsoft.com/office/drawing/2014/main" id="{6E0EC5AE-D7DE-4FC2-85E3-F39A6159D5A1}"/>
              </a:ext>
            </a:extLst>
          </p:cNvPr>
          <p:cNvGraphicFramePr/>
          <p:nvPr>
            <p:extLst>
              <p:ext uri="{D42A27DB-BD31-4B8C-83A1-F6EECF244321}">
                <p14:modId xmlns:p14="http://schemas.microsoft.com/office/powerpoint/2010/main" val="1645525645"/>
              </p:ext>
            </p:extLst>
          </p:nvPr>
        </p:nvGraphicFramePr>
        <p:xfrm>
          <a:off x="404468" y="1530884"/>
          <a:ext cx="5400000" cy="36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Table 9">
            <a:extLst>
              <a:ext uri="{FF2B5EF4-FFF2-40B4-BE49-F238E27FC236}">
                <a16:creationId xmlns:a16="http://schemas.microsoft.com/office/drawing/2014/main" id="{E0D4056F-5E6C-47F9-9B9A-C58721444BAA}"/>
              </a:ext>
            </a:extLst>
          </p:cNvPr>
          <p:cNvGraphicFramePr>
            <a:graphicFrameLocks noGrp="1"/>
          </p:cNvGraphicFramePr>
          <p:nvPr>
            <p:extLst>
              <p:ext uri="{D42A27DB-BD31-4B8C-83A1-F6EECF244321}">
                <p14:modId xmlns:p14="http://schemas.microsoft.com/office/powerpoint/2010/main" val="1746865119"/>
              </p:ext>
            </p:extLst>
          </p:nvPr>
        </p:nvGraphicFramePr>
        <p:xfrm>
          <a:off x="5930773" y="1530884"/>
          <a:ext cx="5786120" cy="3600000"/>
        </p:xfrm>
        <a:graphic>
          <a:graphicData uri="http://schemas.openxmlformats.org/drawingml/2006/table">
            <a:tbl>
              <a:tblPr firstRow="1" firstCol="1" bandRow="1"/>
              <a:tblGrid>
                <a:gridCol w="1076960">
                  <a:extLst>
                    <a:ext uri="{9D8B030D-6E8A-4147-A177-3AD203B41FA5}">
                      <a16:colId xmlns:a16="http://schemas.microsoft.com/office/drawing/2014/main" val="2692704325"/>
                    </a:ext>
                  </a:extLst>
                </a:gridCol>
                <a:gridCol w="900430">
                  <a:extLst>
                    <a:ext uri="{9D8B030D-6E8A-4147-A177-3AD203B41FA5}">
                      <a16:colId xmlns:a16="http://schemas.microsoft.com/office/drawing/2014/main" val="1578237991"/>
                    </a:ext>
                  </a:extLst>
                </a:gridCol>
                <a:gridCol w="814070">
                  <a:extLst>
                    <a:ext uri="{9D8B030D-6E8A-4147-A177-3AD203B41FA5}">
                      <a16:colId xmlns:a16="http://schemas.microsoft.com/office/drawing/2014/main" val="1863068538"/>
                    </a:ext>
                  </a:extLst>
                </a:gridCol>
                <a:gridCol w="805815">
                  <a:extLst>
                    <a:ext uri="{9D8B030D-6E8A-4147-A177-3AD203B41FA5}">
                      <a16:colId xmlns:a16="http://schemas.microsoft.com/office/drawing/2014/main" val="99907088"/>
                    </a:ext>
                  </a:extLst>
                </a:gridCol>
                <a:gridCol w="612775">
                  <a:extLst>
                    <a:ext uri="{9D8B030D-6E8A-4147-A177-3AD203B41FA5}">
                      <a16:colId xmlns:a16="http://schemas.microsoft.com/office/drawing/2014/main" val="1878703503"/>
                    </a:ext>
                  </a:extLst>
                </a:gridCol>
                <a:gridCol w="788035">
                  <a:extLst>
                    <a:ext uri="{9D8B030D-6E8A-4147-A177-3AD203B41FA5}">
                      <a16:colId xmlns:a16="http://schemas.microsoft.com/office/drawing/2014/main" val="2258766269"/>
                    </a:ext>
                  </a:extLst>
                </a:gridCol>
                <a:gridCol w="788035">
                  <a:extLst>
                    <a:ext uri="{9D8B030D-6E8A-4147-A177-3AD203B41FA5}">
                      <a16:colId xmlns:a16="http://schemas.microsoft.com/office/drawing/2014/main" val="3518322237"/>
                    </a:ext>
                  </a:extLst>
                </a:gridCol>
              </a:tblGrid>
              <a:tr h="450000">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LULC</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200000"/>
                        </a:lnSpc>
                        <a:spcBef>
                          <a:spcPts val="500"/>
                        </a:spcBef>
                        <a:spcAft>
                          <a:spcPts val="80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2002</a:t>
                      </a:r>
                      <a:endParaRPr lang="en-GB" sz="1200" dirty="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gridSpan="2">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2013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gridSpan="2">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2022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938500064"/>
                  </a:ext>
                </a:extLst>
              </a:tr>
              <a:tr h="450000">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 </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dirty="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724492"/>
                  </a:ext>
                </a:extLst>
              </a:tr>
              <a:tr h="450000">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Water</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687.666</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GB" sz="1200" dirty="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583.1271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684.3123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3255077"/>
                  </a:ext>
                </a:extLst>
              </a:tr>
              <a:tr h="450000">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Forest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19965.8</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28%</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19756.34</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28%</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10114.397</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14%</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0751345"/>
                  </a:ext>
                </a:extLst>
              </a:tr>
              <a:tr h="450000">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Vegetation</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30956.7</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27607.74</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32652.639</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45%</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1847599"/>
                  </a:ext>
                </a:extLst>
              </a:tr>
              <a:tr h="450000">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Bare Land</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19622.6</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27%</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22292.75</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24461.765</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34%</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7689875"/>
                  </a:ext>
                </a:extLst>
              </a:tr>
              <a:tr h="450000">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Built Up</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570.005</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1562.757</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3810.1752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3752632"/>
                  </a:ext>
                </a:extLst>
              </a:tr>
              <a:tr h="450000">
                <a:tc>
                  <a:txBody>
                    <a:bodyPr/>
                    <a:lstStyle/>
                    <a:p>
                      <a:pPr algn="ctr">
                        <a:lnSpc>
                          <a:spcPct val="200000"/>
                        </a:lnSpc>
                        <a:spcBef>
                          <a:spcPts val="500"/>
                        </a:spcBef>
                        <a:spcAft>
                          <a:spcPts val="8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Total</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71802.7</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100%</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71802.71</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100%</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a:effectLst/>
                          <a:latin typeface="Times New Roman" panose="02020603050405020304" pitchFamily="18" charset="0"/>
                          <a:ea typeface="Calibri" panose="020F0502020204030204" pitchFamily="34" charset="0"/>
                          <a:cs typeface="Times New Roman" panose="02020603050405020304" pitchFamily="18" charset="0"/>
                        </a:rPr>
                        <a:t>71802.709</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800"/>
                        </a:spcAft>
                      </a:pPr>
                      <a:r>
                        <a:rPr lang="en-GB"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100%</a:t>
                      </a:r>
                      <a:endParaRPr lang="en-GB" sz="1200" dirty="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2583685"/>
                  </a:ext>
                </a:extLst>
              </a:tr>
            </a:tbl>
          </a:graphicData>
        </a:graphic>
      </p:graphicFrame>
    </p:spTree>
    <p:extLst>
      <p:ext uri="{BB962C8B-B14F-4D97-AF65-F5344CB8AC3E}">
        <p14:creationId xmlns:p14="http://schemas.microsoft.com/office/powerpoint/2010/main" val="3407125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Classification and Regression Trees (CART)</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16" name="TextBox 15">
            <a:extLst>
              <a:ext uri="{FF2B5EF4-FFF2-40B4-BE49-F238E27FC236}">
                <a16:creationId xmlns:a16="http://schemas.microsoft.com/office/drawing/2014/main" id="{D6B8DF20-6558-4912-9FFA-571DFE7741C4}"/>
              </a:ext>
            </a:extLst>
          </p:cNvPr>
          <p:cNvSpPr txBox="1"/>
          <p:nvPr/>
        </p:nvSpPr>
        <p:spPr>
          <a:xfrm>
            <a:off x="426876" y="1223992"/>
            <a:ext cx="5230974" cy="3359061"/>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GB" sz="2400" b="0" i="0" dirty="0">
                <a:effectLst/>
                <a:latin typeface="Söhne"/>
              </a:rPr>
              <a:t>CART (Classification and Regression Trees) is a versatile algorithm that constructs interpretable decision trees for classification and regression tasks, but it may overfit on complex data.</a:t>
            </a:r>
            <a:endParaRPr lang="en-GB" sz="2400" b="0" i="0" dirty="0">
              <a:effectLst/>
            </a:endParaRPr>
          </a:p>
        </p:txBody>
      </p:sp>
      <p:pic>
        <p:nvPicPr>
          <p:cNvPr id="22530" name="Picture 2">
            <a:hlinkClick r:id="rId4"/>
            <a:extLst>
              <a:ext uri="{FF2B5EF4-FFF2-40B4-BE49-F238E27FC236}">
                <a16:creationId xmlns:a16="http://schemas.microsoft.com/office/drawing/2014/main" id="{3A6737ED-7277-4F0B-948B-DD1094D003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6060" y="1870393"/>
            <a:ext cx="5643230" cy="31172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D331499-BA53-4F99-9044-2E8A8ECACBE3}"/>
              </a:ext>
            </a:extLst>
          </p:cNvPr>
          <p:cNvSpPr txBox="1"/>
          <p:nvPr/>
        </p:nvSpPr>
        <p:spPr>
          <a:xfrm>
            <a:off x="6003083" y="5137051"/>
            <a:ext cx="5576207" cy="276999"/>
          </a:xfrm>
          <a:prstGeom prst="rect">
            <a:avLst/>
          </a:prstGeom>
          <a:noFill/>
        </p:spPr>
        <p:txBody>
          <a:bodyPr wrap="square" rtlCol="0">
            <a:spAutoFit/>
          </a:bodyPr>
          <a:lstStyle/>
          <a:p>
            <a:r>
              <a:rPr lang="en-GB" sz="1200" dirty="0">
                <a:hlinkClick r:id="rId4">
                  <a:extLst>
                    <a:ext uri="{A12FA001-AC4F-418D-AE19-62706E023703}">
                      <ahyp:hlinkClr xmlns:ahyp="http://schemas.microsoft.com/office/drawing/2018/hyperlinkcolor" val="tx"/>
                    </a:ext>
                  </a:extLst>
                </a:hlinkClick>
              </a:rPr>
              <a:t>Source: </a:t>
            </a:r>
            <a:r>
              <a:rPr lang="en-GB" sz="1200" dirty="0">
                <a:solidFill>
                  <a:srgbClr val="0563C1"/>
                </a:solidFill>
                <a:hlinkClick r:id="rId4">
                  <a:extLst>
                    <a:ext uri="{A12FA001-AC4F-418D-AE19-62706E023703}">
                      <ahyp:hlinkClr xmlns:ahyp="http://schemas.microsoft.com/office/drawing/2018/hyperlinkcolor" val="tx"/>
                    </a:ext>
                  </a:extLst>
                </a:hlinkClick>
              </a:rPr>
              <a:t>https://www.datainsightonline.com/post/decision-tree-cart-algorithm</a:t>
            </a:r>
            <a:endParaRPr lang="en-GB" sz="1200" dirty="0"/>
          </a:p>
        </p:txBody>
      </p:sp>
    </p:spTree>
    <p:extLst>
      <p:ext uri="{BB962C8B-B14F-4D97-AF65-F5344CB8AC3E}">
        <p14:creationId xmlns:p14="http://schemas.microsoft.com/office/powerpoint/2010/main" val="4106705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Classification And Regression Tree</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pSp>
        <p:nvGrpSpPr>
          <p:cNvPr id="3" name="Group 2">
            <a:extLst>
              <a:ext uri="{FF2B5EF4-FFF2-40B4-BE49-F238E27FC236}">
                <a16:creationId xmlns:a16="http://schemas.microsoft.com/office/drawing/2014/main" id="{11343E76-0C37-4971-8316-1BD460723357}"/>
              </a:ext>
            </a:extLst>
          </p:cNvPr>
          <p:cNvGrpSpPr/>
          <p:nvPr/>
        </p:nvGrpSpPr>
        <p:grpSpPr>
          <a:xfrm>
            <a:off x="156000" y="1057017"/>
            <a:ext cx="11880000" cy="3981905"/>
            <a:chOff x="285614" y="982370"/>
            <a:chExt cx="11880000" cy="3981905"/>
          </a:xfrm>
        </p:grpSpPr>
        <p:pic>
          <p:nvPicPr>
            <p:cNvPr id="12" name="Picture 11">
              <a:extLst>
                <a:ext uri="{FF2B5EF4-FFF2-40B4-BE49-F238E27FC236}">
                  <a16:creationId xmlns:a16="http://schemas.microsoft.com/office/drawing/2014/main" id="{B05239F7-B926-4D6D-97BD-2BBAF0BF66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5614" y="1004275"/>
              <a:ext cx="3960000" cy="3960000"/>
            </a:xfrm>
            <a:prstGeom prst="rect">
              <a:avLst/>
            </a:prstGeom>
          </p:spPr>
        </p:pic>
        <p:pic>
          <p:nvPicPr>
            <p:cNvPr id="11" name="Picture 10">
              <a:extLst>
                <a:ext uri="{FF2B5EF4-FFF2-40B4-BE49-F238E27FC236}">
                  <a16:creationId xmlns:a16="http://schemas.microsoft.com/office/drawing/2014/main" id="{A0FDD795-D3AA-4FFB-9B95-4CA403DFBA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05614" y="982370"/>
              <a:ext cx="3960000" cy="3960000"/>
            </a:xfrm>
            <a:prstGeom prst="rect">
              <a:avLst/>
            </a:prstGeom>
          </p:spPr>
        </p:pic>
        <p:pic>
          <p:nvPicPr>
            <p:cNvPr id="13" name="Picture 12">
              <a:extLst>
                <a:ext uri="{FF2B5EF4-FFF2-40B4-BE49-F238E27FC236}">
                  <a16:creationId xmlns:a16="http://schemas.microsoft.com/office/drawing/2014/main" id="{B3383423-2BF3-4833-A793-F574A95C9F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45614" y="1004275"/>
              <a:ext cx="3960000" cy="3960000"/>
            </a:xfrm>
            <a:prstGeom prst="rect">
              <a:avLst/>
            </a:prstGeom>
          </p:spPr>
        </p:pic>
      </p:grpSp>
      <p:sp>
        <p:nvSpPr>
          <p:cNvPr id="16" name="TextBox 15">
            <a:hlinkClick r:id="rId7"/>
            <a:extLst>
              <a:ext uri="{FF2B5EF4-FFF2-40B4-BE49-F238E27FC236}">
                <a16:creationId xmlns:a16="http://schemas.microsoft.com/office/drawing/2014/main" id="{28A211CB-C052-4877-96EF-1A68CFA486F5}"/>
              </a:ext>
            </a:extLst>
          </p:cNvPr>
          <p:cNvSpPr txBox="1"/>
          <p:nvPr/>
        </p:nvSpPr>
        <p:spPr>
          <a:xfrm>
            <a:off x="3431005" y="5065659"/>
            <a:ext cx="6103854" cy="307777"/>
          </a:xfrm>
          <a:prstGeom prst="rect">
            <a:avLst/>
          </a:prstGeom>
          <a:noFill/>
        </p:spPr>
        <p:txBody>
          <a:bodyPr wrap="square">
            <a:spAutoFit/>
          </a:bodyPr>
          <a:lstStyle/>
          <a:p>
            <a:pPr algn="ctr"/>
            <a:r>
              <a:rPr lang="en-GB" sz="1400" dirty="0"/>
              <a:t>Figure: LULC Classified Images using CART (2002, 2013, 2022)</a:t>
            </a:r>
          </a:p>
        </p:txBody>
      </p:sp>
      <p:sp>
        <p:nvSpPr>
          <p:cNvPr id="17" name="TextBox 16">
            <a:extLst>
              <a:ext uri="{FF2B5EF4-FFF2-40B4-BE49-F238E27FC236}">
                <a16:creationId xmlns:a16="http://schemas.microsoft.com/office/drawing/2014/main" id="{23D4B99C-817D-483E-B3AE-506B6ABF9DEA}"/>
              </a:ext>
            </a:extLst>
          </p:cNvPr>
          <p:cNvSpPr txBox="1"/>
          <p:nvPr/>
        </p:nvSpPr>
        <p:spPr>
          <a:xfrm>
            <a:off x="3251694" y="5907093"/>
            <a:ext cx="6462475" cy="276999"/>
          </a:xfrm>
          <a:prstGeom prst="rect">
            <a:avLst/>
          </a:prstGeom>
          <a:noFill/>
        </p:spPr>
        <p:txBody>
          <a:bodyPr wrap="none" rtlCol="0">
            <a:spAutoFit/>
          </a:bodyPr>
          <a:lstStyle/>
          <a:p>
            <a:pPr algn="ctr"/>
            <a:r>
              <a:rPr lang="en-GB" sz="1200" dirty="0">
                <a:hlinkClick r:id="rId8">
                  <a:extLst>
                    <a:ext uri="{A12FA001-AC4F-418D-AE19-62706E023703}">
                      <ahyp:hlinkClr xmlns:ahyp="http://schemas.microsoft.com/office/drawing/2018/hyperlinkcolor" val="tx"/>
                    </a:ext>
                  </a:extLst>
                </a:hlinkClick>
              </a:rPr>
              <a:t>GEE Code Repository: </a:t>
            </a:r>
            <a:r>
              <a:rPr lang="en-GB" sz="1200" dirty="0">
                <a:solidFill>
                  <a:srgbClr val="954F72"/>
                </a:solidFill>
                <a:hlinkClick r:id="rId8">
                  <a:extLst>
                    <a:ext uri="{A12FA001-AC4F-418D-AE19-62706E023703}">
                      <ahyp:hlinkClr xmlns:ahyp="http://schemas.microsoft.com/office/drawing/2018/hyperlinkcolor" val="tx"/>
                    </a:ext>
                  </a:extLst>
                </a:hlinkClick>
              </a:rPr>
              <a:t>https://code.earthengine.google.com/?accept_repo=users/ahtshamm214/lulc</a:t>
            </a:r>
            <a:endParaRPr lang="en-GB" sz="1200" dirty="0"/>
          </a:p>
        </p:txBody>
      </p:sp>
    </p:spTree>
    <p:extLst>
      <p:ext uri="{BB962C8B-B14F-4D97-AF65-F5344CB8AC3E}">
        <p14:creationId xmlns:p14="http://schemas.microsoft.com/office/powerpoint/2010/main" val="2296951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830997"/>
          </a:xfrm>
          <a:prstGeom prst="rect">
            <a:avLst/>
          </a:prstGeom>
          <a:noFill/>
        </p:spPr>
        <p:txBody>
          <a:bodyPr wrap="square">
            <a:spAutoFit/>
          </a:bodyPr>
          <a:lstStyle/>
          <a:p>
            <a:pPr algn="ctr"/>
            <a:r>
              <a:rPr lang="en-US" sz="2400" b="1" dirty="0">
                <a:latin typeface="Calibri "/>
                <a:cs typeface="Amiri" panose="00000500000000000000" pitchFamily="2" charset="-78"/>
              </a:rPr>
              <a:t>Change Detection - Classification And Regression Tree</a:t>
            </a:r>
          </a:p>
          <a:p>
            <a:pPr algn="ctr"/>
            <a:endParaRPr lang="en-US" sz="2400" b="1" dirty="0">
              <a:latin typeface="Calibri "/>
              <a:cs typeface="Amiri" panose="00000500000000000000" pitchFamily="2" charset="-78"/>
            </a:endParaRP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 </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aphicFrame>
        <p:nvGraphicFramePr>
          <p:cNvPr id="11" name="Chart 10">
            <a:extLst>
              <a:ext uri="{FF2B5EF4-FFF2-40B4-BE49-F238E27FC236}">
                <a16:creationId xmlns:a16="http://schemas.microsoft.com/office/drawing/2014/main" id="{E35A4F49-E35F-4663-8379-8323998904A6}"/>
              </a:ext>
            </a:extLst>
          </p:cNvPr>
          <p:cNvGraphicFramePr/>
          <p:nvPr>
            <p:extLst>
              <p:ext uri="{D42A27DB-BD31-4B8C-83A1-F6EECF244321}">
                <p14:modId xmlns:p14="http://schemas.microsoft.com/office/powerpoint/2010/main" val="3184355282"/>
              </p:ext>
            </p:extLst>
          </p:nvPr>
        </p:nvGraphicFramePr>
        <p:xfrm>
          <a:off x="426876" y="1813472"/>
          <a:ext cx="5400000" cy="36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Table 2">
            <a:extLst>
              <a:ext uri="{FF2B5EF4-FFF2-40B4-BE49-F238E27FC236}">
                <a16:creationId xmlns:a16="http://schemas.microsoft.com/office/drawing/2014/main" id="{14AB1207-CEB0-48D1-BED2-D14E25145187}"/>
              </a:ext>
            </a:extLst>
          </p:cNvPr>
          <p:cNvGraphicFramePr>
            <a:graphicFrameLocks noGrp="1"/>
          </p:cNvGraphicFramePr>
          <p:nvPr>
            <p:extLst>
              <p:ext uri="{D42A27DB-BD31-4B8C-83A1-F6EECF244321}">
                <p14:modId xmlns:p14="http://schemas.microsoft.com/office/powerpoint/2010/main" val="4042456586"/>
              </p:ext>
            </p:extLst>
          </p:nvPr>
        </p:nvGraphicFramePr>
        <p:xfrm>
          <a:off x="5979004" y="1813471"/>
          <a:ext cx="5786120" cy="3600000"/>
        </p:xfrm>
        <a:graphic>
          <a:graphicData uri="http://schemas.openxmlformats.org/drawingml/2006/table">
            <a:tbl>
              <a:tblPr firstRow="1" firstCol="1" bandRow="1"/>
              <a:tblGrid>
                <a:gridCol w="1076960">
                  <a:extLst>
                    <a:ext uri="{9D8B030D-6E8A-4147-A177-3AD203B41FA5}">
                      <a16:colId xmlns:a16="http://schemas.microsoft.com/office/drawing/2014/main" val="3594660842"/>
                    </a:ext>
                  </a:extLst>
                </a:gridCol>
                <a:gridCol w="900430">
                  <a:extLst>
                    <a:ext uri="{9D8B030D-6E8A-4147-A177-3AD203B41FA5}">
                      <a16:colId xmlns:a16="http://schemas.microsoft.com/office/drawing/2014/main" val="4207430014"/>
                    </a:ext>
                  </a:extLst>
                </a:gridCol>
                <a:gridCol w="814070">
                  <a:extLst>
                    <a:ext uri="{9D8B030D-6E8A-4147-A177-3AD203B41FA5}">
                      <a16:colId xmlns:a16="http://schemas.microsoft.com/office/drawing/2014/main" val="2221175638"/>
                    </a:ext>
                  </a:extLst>
                </a:gridCol>
                <a:gridCol w="810260">
                  <a:extLst>
                    <a:ext uri="{9D8B030D-6E8A-4147-A177-3AD203B41FA5}">
                      <a16:colId xmlns:a16="http://schemas.microsoft.com/office/drawing/2014/main" val="37523632"/>
                    </a:ext>
                  </a:extLst>
                </a:gridCol>
                <a:gridCol w="608330">
                  <a:extLst>
                    <a:ext uri="{9D8B030D-6E8A-4147-A177-3AD203B41FA5}">
                      <a16:colId xmlns:a16="http://schemas.microsoft.com/office/drawing/2014/main" val="3490767612"/>
                    </a:ext>
                  </a:extLst>
                </a:gridCol>
                <a:gridCol w="948055">
                  <a:extLst>
                    <a:ext uri="{9D8B030D-6E8A-4147-A177-3AD203B41FA5}">
                      <a16:colId xmlns:a16="http://schemas.microsoft.com/office/drawing/2014/main" val="1089918974"/>
                    </a:ext>
                  </a:extLst>
                </a:gridCol>
                <a:gridCol w="628015">
                  <a:extLst>
                    <a:ext uri="{9D8B030D-6E8A-4147-A177-3AD203B41FA5}">
                      <a16:colId xmlns:a16="http://schemas.microsoft.com/office/drawing/2014/main" val="3417532494"/>
                    </a:ext>
                  </a:extLst>
                </a:gridCol>
              </a:tblGrid>
              <a:tr h="450000">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LULC</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2002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gridSpan="2">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2013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gridSpan="2">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2022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691669898"/>
                  </a:ext>
                </a:extLst>
              </a:tr>
              <a:tr h="450000">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 </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dirty="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7826425"/>
                  </a:ext>
                </a:extLst>
              </a:tr>
              <a:tr h="450000">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Water</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850.306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590.49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671.239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4561777"/>
                  </a:ext>
                </a:extLst>
              </a:tr>
              <a:tr h="450000">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Forest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24917.2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35%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19733.5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11511.5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3872252"/>
                  </a:ext>
                </a:extLst>
              </a:tr>
              <a:tr h="450000">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Vegetation</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27354.6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38%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30714.4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43%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30570.6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43%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0226683"/>
                  </a:ext>
                </a:extLst>
              </a:tr>
              <a:tr h="450000">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Bare Land</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17949.8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17991.3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24337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34%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4965761"/>
                  </a:ext>
                </a:extLst>
              </a:tr>
              <a:tr h="450000">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Built Up</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730.75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2773.04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4633.04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2372714"/>
                  </a:ext>
                </a:extLst>
              </a:tr>
              <a:tr h="450000">
                <a:tc>
                  <a:txBody>
                    <a:bodyPr/>
                    <a:lstStyle/>
                    <a:p>
                      <a:pPr algn="ctr">
                        <a:lnSpc>
                          <a:spcPct val="20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Total</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71802.7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71802.7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71723.3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Bef>
                          <a:spcPts val="500"/>
                        </a:spcBef>
                        <a:spcAft>
                          <a:spcPts val="500"/>
                        </a:spcAft>
                      </a:pPr>
                      <a:r>
                        <a:rPr lang="en-GB" sz="1200" dirty="0">
                          <a:effectLst/>
                          <a:latin typeface="Times New Roman" panose="02020603050405020304" pitchFamily="18" charset="0"/>
                          <a:ea typeface="Calibri" panose="020F0502020204030204" pitchFamily="34" charset="0"/>
                          <a:cs typeface="Poppins" panose="00000500000000000000" pitchFamily="2" charset="0"/>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3653403"/>
                  </a:ext>
                </a:extLst>
              </a:tr>
            </a:tbl>
          </a:graphicData>
        </a:graphic>
      </p:graphicFrame>
    </p:spTree>
    <p:extLst>
      <p:ext uri="{BB962C8B-B14F-4D97-AF65-F5344CB8AC3E}">
        <p14:creationId xmlns:p14="http://schemas.microsoft.com/office/powerpoint/2010/main" val="211962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Gradient Tree Boost Classifier</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16" name="TextBox 15">
            <a:extLst>
              <a:ext uri="{FF2B5EF4-FFF2-40B4-BE49-F238E27FC236}">
                <a16:creationId xmlns:a16="http://schemas.microsoft.com/office/drawing/2014/main" id="{D6B8DF20-6558-4912-9FFA-571DFE7741C4}"/>
              </a:ext>
            </a:extLst>
          </p:cNvPr>
          <p:cNvSpPr txBox="1"/>
          <p:nvPr/>
        </p:nvSpPr>
        <p:spPr>
          <a:xfrm>
            <a:off x="426876" y="1223992"/>
            <a:ext cx="5230974" cy="5021055"/>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GB" sz="2400" dirty="0"/>
              <a:t>Ensemble</a:t>
            </a:r>
            <a:r>
              <a:rPr lang="en-GB" sz="2400" i="0" dirty="0">
                <a:effectLst/>
              </a:rPr>
              <a:t> learning method that combines the predictions of multiple decision trees to create a more accurate and robust predictive model.</a:t>
            </a:r>
          </a:p>
          <a:p>
            <a:pPr marL="342900" indent="-342900" algn="l">
              <a:lnSpc>
                <a:spcPct val="150000"/>
              </a:lnSpc>
              <a:buFont typeface="Wingdings" panose="05000000000000000000" pitchFamily="2" charset="2"/>
              <a:buChar char="Ø"/>
            </a:pPr>
            <a:r>
              <a:rPr lang="en-GB" sz="2400" dirty="0">
                <a:latin typeface="Söhne"/>
              </a:rPr>
              <a:t>Bagging – Majority Voting </a:t>
            </a:r>
          </a:p>
          <a:p>
            <a:pPr marL="342900" indent="-342900" algn="l">
              <a:lnSpc>
                <a:spcPct val="150000"/>
              </a:lnSpc>
              <a:buFont typeface="Wingdings" panose="05000000000000000000" pitchFamily="2" charset="2"/>
              <a:buChar char="Ø"/>
            </a:pPr>
            <a:r>
              <a:rPr lang="en-GB" sz="2400" b="0" i="0" dirty="0">
                <a:effectLst/>
                <a:latin typeface="Söhne"/>
              </a:rPr>
              <a:t>Boosting – Weak Start and then improvement on each iteration</a:t>
            </a:r>
          </a:p>
          <a:p>
            <a:pPr marL="342900" indent="-342900" algn="l">
              <a:lnSpc>
                <a:spcPct val="150000"/>
              </a:lnSpc>
              <a:buFont typeface="Wingdings" panose="05000000000000000000" pitchFamily="2" charset="2"/>
              <a:buChar char="Ø"/>
            </a:pPr>
            <a:r>
              <a:rPr lang="en-GB" sz="2400" b="0" i="0" dirty="0">
                <a:effectLst/>
                <a:latin typeface="Söhne"/>
              </a:rPr>
              <a:t>Loss function</a:t>
            </a:r>
          </a:p>
          <a:p>
            <a:pPr marL="342900" indent="-342900" algn="just">
              <a:lnSpc>
                <a:spcPct val="150000"/>
              </a:lnSpc>
              <a:buFont typeface="Wingdings" panose="05000000000000000000" pitchFamily="2" charset="2"/>
              <a:buChar char="Ø"/>
            </a:pPr>
            <a:endParaRPr lang="en-GB" sz="2400" i="0" dirty="0">
              <a:effectLst/>
            </a:endParaRPr>
          </a:p>
        </p:txBody>
      </p:sp>
      <p:pic>
        <p:nvPicPr>
          <p:cNvPr id="26628" name="Picture 4" descr="Gradient Boosting Trees for Classification: A Beginner's Guide | by  Aratrika Pal | The Startup | Medium">
            <a:extLst>
              <a:ext uri="{FF2B5EF4-FFF2-40B4-BE49-F238E27FC236}">
                <a16:creationId xmlns:a16="http://schemas.microsoft.com/office/drawing/2014/main" id="{3CB8941F-A5D7-4297-9751-AD10B9F740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9076" y="1396759"/>
            <a:ext cx="5698573" cy="332803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67544F9-30AA-49CF-8B96-0386982A00E9}"/>
              </a:ext>
            </a:extLst>
          </p:cNvPr>
          <p:cNvSpPr txBox="1"/>
          <p:nvPr/>
        </p:nvSpPr>
        <p:spPr>
          <a:xfrm>
            <a:off x="5979076" y="4796536"/>
            <a:ext cx="6066744" cy="461665"/>
          </a:xfrm>
          <a:prstGeom prst="rect">
            <a:avLst/>
          </a:prstGeom>
          <a:noFill/>
        </p:spPr>
        <p:txBody>
          <a:bodyPr wrap="square" rtlCol="0">
            <a:spAutoFit/>
          </a:bodyPr>
          <a:lstStyle/>
          <a:p>
            <a:r>
              <a:rPr lang="en-GB" sz="1200" dirty="0">
                <a:hlinkClick r:id="rId5">
                  <a:extLst>
                    <a:ext uri="{A12FA001-AC4F-418D-AE19-62706E023703}">
                      <ahyp:hlinkClr xmlns:ahyp="http://schemas.microsoft.com/office/drawing/2018/hyperlinkcolor" val="tx"/>
                    </a:ext>
                  </a:extLst>
                </a:hlinkClick>
              </a:rPr>
              <a:t>Source: </a:t>
            </a:r>
            <a:r>
              <a:rPr lang="en-GB" sz="1200" dirty="0">
                <a:solidFill>
                  <a:srgbClr val="0563C1"/>
                </a:solidFill>
              </a:rPr>
              <a:t>https://medium.com/swlh/gradient-boosting-trees-for-classification-a-beginners-guide-596b594a14ea</a:t>
            </a:r>
            <a:endParaRPr lang="en-GB" sz="1200" dirty="0"/>
          </a:p>
        </p:txBody>
      </p:sp>
    </p:spTree>
    <p:extLst>
      <p:ext uri="{BB962C8B-B14F-4D97-AF65-F5344CB8AC3E}">
        <p14:creationId xmlns:p14="http://schemas.microsoft.com/office/powerpoint/2010/main" val="37900662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Gradient Tree Boost</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pSp>
        <p:nvGrpSpPr>
          <p:cNvPr id="2" name="Group 1">
            <a:extLst>
              <a:ext uri="{FF2B5EF4-FFF2-40B4-BE49-F238E27FC236}">
                <a16:creationId xmlns:a16="http://schemas.microsoft.com/office/drawing/2014/main" id="{E1B1944F-B7C1-4391-AAD9-FE622C8229DB}"/>
              </a:ext>
            </a:extLst>
          </p:cNvPr>
          <p:cNvGrpSpPr/>
          <p:nvPr/>
        </p:nvGrpSpPr>
        <p:grpSpPr>
          <a:xfrm>
            <a:off x="156000" y="1056054"/>
            <a:ext cx="11880000" cy="3980346"/>
            <a:chOff x="424792" y="962024"/>
            <a:chExt cx="11880000" cy="3980346"/>
          </a:xfrm>
        </p:grpSpPr>
        <p:pic>
          <p:nvPicPr>
            <p:cNvPr id="11" name="Picture 10">
              <a:extLst>
                <a:ext uri="{FF2B5EF4-FFF2-40B4-BE49-F238E27FC236}">
                  <a16:creationId xmlns:a16="http://schemas.microsoft.com/office/drawing/2014/main" id="{E26347C4-97B8-4F8A-A32F-D351567711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4792" y="974065"/>
              <a:ext cx="3960000" cy="3960000"/>
            </a:xfrm>
            <a:prstGeom prst="rect">
              <a:avLst/>
            </a:prstGeom>
          </p:spPr>
        </p:pic>
        <p:pic>
          <p:nvPicPr>
            <p:cNvPr id="12" name="Picture 11">
              <a:extLst>
                <a:ext uri="{FF2B5EF4-FFF2-40B4-BE49-F238E27FC236}">
                  <a16:creationId xmlns:a16="http://schemas.microsoft.com/office/drawing/2014/main" id="{42D666C2-CD37-4E60-9A1F-BB7AB8A0B3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44792" y="962024"/>
              <a:ext cx="3960000" cy="3960000"/>
            </a:xfrm>
            <a:prstGeom prst="rect">
              <a:avLst/>
            </a:prstGeom>
          </p:spPr>
        </p:pic>
        <p:pic>
          <p:nvPicPr>
            <p:cNvPr id="13" name="Picture 12">
              <a:extLst>
                <a:ext uri="{FF2B5EF4-FFF2-40B4-BE49-F238E27FC236}">
                  <a16:creationId xmlns:a16="http://schemas.microsoft.com/office/drawing/2014/main" id="{500894B4-7459-4578-B446-5B8D1B9E2D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84792" y="982370"/>
              <a:ext cx="3960000" cy="3960000"/>
            </a:xfrm>
            <a:prstGeom prst="rect">
              <a:avLst/>
            </a:prstGeom>
          </p:spPr>
        </p:pic>
      </p:grpSp>
      <p:sp>
        <p:nvSpPr>
          <p:cNvPr id="14" name="TextBox 13">
            <a:hlinkClick r:id="rId7"/>
            <a:extLst>
              <a:ext uri="{FF2B5EF4-FFF2-40B4-BE49-F238E27FC236}">
                <a16:creationId xmlns:a16="http://schemas.microsoft.com/office/drawing/2014/main" id="{8C6E8974-3897-4C00-B866-3A3371AFF1D0}"/>
              </a:ext>
            </a:extLst>
          </p:cNvPr>
          <p:cNvSpPr txBox="1"/>
          <p:nvPr/>
        </p:nvSpPr>
        <p:spPr>
          <a:xfrm>
            <a:off x="3431005" y="5065659"/>
            <a:ext cx="6103854" cy="307777"/>
          </a:xfrm>
          <a:prstGeom prst="rect">
            <a:avLst/>
          </a:prstGeom>
          <a:noFill/>
        </p:spPr>
        <p:txBody>
          <a:bodyPr wrap="square">
            <a:spAutoFit/>
          </a:bodyPr>
          <a:lstStyle/>
          <a:p>
            <a:pPr algn="ctr"/>
            <a:r>
              <a:rPr lang="en-GB" sz="1400" dirty="0"/>
              <a:t>Figure: LULC Classified Images using Gradient Tree Boost (2002, 2013, 2022)</a:t>
            </a:r>
          </a:p>
        </p:txBody>
      </p:sp>
      <p:sp>
        <p:nvSpPr>
          <p:cNvPr id="16" name="TextBox 15">
            <a:extLst>
              <a:ext uri="{FF2B5EF4-FFF2-40B4-BE49-F238E27FC236}">
                <a16:creationId xmlns:a16="http://schemas.microsoft.com/office/drawing/2014/main" id="{B33D6DC8-0D9C-4FB1-A937-FFDBDFE671E4}"/>
              </a:ext>
            </a:extLst>
          </p:cNvPr>
          <p:cNvSpPr txBox="1"/>
          <p:nvPr/>
        </p:nvSpPr>
        <p:spPr>
          <a:xfrm>
            <a:off x="3251694" y="5907093"/>
            <a:ext cx="6462475" cy="276999"/>
          </a:xfrm>
          <a:prstGeom prst="rect">
            <a:avLst/>
          </a:prstGeom>
          <a:noFill/>
        </p:spPr>
        <p:txBody>
          <a:bodyPr wrap="none" rtlCol="0">
            <a:spAutoFit/>
          </a:bodyPr>
          <a:lstStyle/>
          <a:p>
            <a:pPr algn="ctr"/>
            <a:r>
              <a:rPr lang="en-GB" sz="1200" dirty="0">
                <a:hlinkClick r:id="rId8">
                  <a:extLst>
                    <a:ext uri="{A12FA001-AC4F-418D-AE19-62706E023703}">
                      <ahyp:hlinkClr xmlns:ahyp="http://schemas.microsoft.com/office/drawing/2018/hyperlinkcolor" val="tx"/>
                    </a:ext>
                  </a:extLst>
                </a:hlinkClick>
              </a:rPr>
              <a:t>GEE Code Repository: </a:t>
            </a:r>
            <a:r>
              <a:rPr lang="en-GB" sz="1200" dirty="0">
                <a:solidFill>
                  <a:srgbClr val="954F72"/>
                </a:solidFill>
                <a:hlinkClick r:id="rId8">
                  <a:extLst>
                    <a:ext uri="{A12FA001-AC4F-418D-AE19-62706E023703}">
                      <ahyp:hlinkClr xmlns:ahyp="http://schemas.microsoft.com/office/drawing/2018/hyperlinkcolor" val="tx"/>
                    </a:ext>
                  </a:extLst>
                </a:hlinkClick>
              </a:rPr>
              <a:t>https://code.earthengine.google.com/?accept_repo=users/ahtshamm214/lulc</a:t>
            </a:r>
            <a:endParaRPr lang="en-GB" sz="1200" dirty="0"/>
          </a:p>
        </p:txBody>
      </p:sp>
    </p:spTree>
    <p:extLst>
      <p:ext uri="{BB962C8B-B14F-4D97-AF65-F5344CB8AC3E}">
        <p14:creationId xmlns:p14="http://schemas.microsoft.com/office/powerpoint/2010/main" val="18413710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Change Detection - Gradient Tree Boost</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 </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aphicFrame>
        <p:nvGraphicFramePr>
          <p:cNvPr id="10" name="Chart 9">
            <a:extLst>
              <a:ext uri="{FF2B5EF4-FFF2-40B4-BE49-F238E27FC236}">
                <a16:creationId xmlns:a16="http://schemas.microsoft.com/office/drawing/2014/main" id="{C39C55A1-5FC7-4FB7-A515-8ADB0851C129}"/>
              </a:ext>
            </a:extLst>
          </p:cNvPr>
          <p:cNvGraphicFramePr/>
          <p:nvPr>
            <p:extLst>
              <p:ext uri="{D42A27DB-BD31-4B8C-83A1-F6EECF244321}">
                <p14:modId xmlns:p14="http://schemas.microsoft.com/office/powerpoint/2010/main" val="2378630419"/>
              </p:ext>
            </p:extLst>
          </p:nvPr>
        </p:nvGraphicFramePr>
        <p:xfrm>
          <a:off x="426876" y="1813472"/>
          <a:ext cx="5400000" cy="36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Table 3">
            <a:extLst>
              <a:ext uri="{FF2B5EF4-FFF2-40B4-BE49-F238E27FC236}">
                <a16:creationId xmlns:a16="http://schemas.microsoft.com/office/drawing/2014/main" id="{990B3529-47F3-477A-AF4A-B82102045D03}"/>
              </a:ext>
            </a:extLst>
          </p:cNvPr>
          <p:cNvGraphicFramePr>
            <a:graphicFrameLocks noGrp="1"/>
          </p:cNvGraphicFramePr>
          <p:nvPr>
            <p:extLst>
              <p:ext uri="{D42A27DB-BD31-4B8C-83A1-F6EECF244321}">
                <p14:modId xmlns:p14="http://schemas.microsoft.com/office/powerpoint/2010/main" val="1005202583"/>
              </p:ext>
            </p:extLst>
          </p:nvPr>
        </p:nvGraphicFramePr>
        <p:xfrm>
          <a:off x="5979004" y="1813471"/>
          <a:ext cx="5786120" cy="3600000"/>
        </p:xfrm>
        <a:graphic>
          <a:graphicData uri="http://schemas.openxmlformats.org/drawingml/2006/table">
            <a:tbl>
              <a:tblPr firstRow="1" firstCol="1" bandRow="1"/>
              <a:tblGrid>
                <a:gridCol w="1076960">
                  <a:extLst>
                    <a:ext uri="{9D8B030D-6E8A-4147-A177-3AD203B41FA5}">
                      <a16:colId xmlns:a16="http://schemas.microsoft.com/office/drawing/2014/main" val="979546139"/>
                    </a:ext>
                  </a:extLst>
                </a:gridCol>
                <a:gridCol w="900430">
                  <a:extLst>
                    <a:ext uri="{9D8B030D-6E8A-4147-A177-3AD203B41FA5}">
                      <a16:colId xmlns:a16="http://schemas.microsoft.com/office/drawing/2014/main" val="1724210635"/>
                    </a:ext>
                  </a:extLst>
                </a:gridCol>
                <a:gridCol w="814070">
                  <a:extLst>
                    <a:ext uri="{9D8B030D-6E8A-4147-A177-3AD203B41FA5}">
                      <a16:colId xmlns:a16="http://schemas.microsoft.com/office/drawing/2014/main" val="2407780071"/>
                    </a:ext>
                  </a:extLst>
                </a:gridCol>
                <a:gridCol w="810260">
                  <a:extLst>
                    <a:ext uri="{9D8B030D-6E8A-4147-A177-3AD203B41FA5}">
                      <a16:colId xmlns:a16="http://schemas.microsoft.com/office/drawing/2014/main" val="1233302731"/>
                    </a:ext>
                  </a:extLst>
                </a:gridCol>
                <a:gridCol w="608330">
                  <a:extLst>
                    <a:ext uri="{9D8B030D-6E8A-4147-A177-3AD203B41FA5}">
                      <a16:colId xmlns:a16="http://schemas.microsoft.com/office/drawing/2014/main" val="2871280376"/>
                    </a:ext>
                  </a:extLst>
                </a:gridCol>
                <a:gridCol w="948055">
                  <a:extLst>
                    <a:ext uri="{9D8B030D-6E8A-4147-A177-3AD203B41FA5}">
                      <a16:colId xmlns:a16="http://schemas.microsoft.com/office/drawing/2014/main" val="2071703808"/>
                    </a:ext>
                  </a:extLst>
                </a:gridCol>
                <a:gridCol w="628015">
                  <a:extLst>
                    <a:ext uri="{9D8B030D-6E8A-4147-A177-3AD203B41FA5}">
                      <a16:colId xmlns:a16="http://schemas.microsoft.com/office/drawing/2014/main" val="2950003036"/>
                    </a:ext>
                  </a:extLst>
                </a:gridCol>
              </a:tblGrid>
              <a:tr h="450000">
                <a:tc>
                  <a:txBody>
                    <a:bodyPr/>
                    <a:lstStyle/>
                    <a:p>
                      <a:pPr algn="ctr">
                        <a:lnSpc>
                          <a:spcPct val="150000"/>
                        </a:lnSpc>
                        <a:spcBef>
                          <a:spcPts val="500"/>
                        </a:spcBef>
                        <a:spcAft>
                          <a:spcPts val="50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LULC</a:t>
                      </a:r>
                      <a:endParaRPr lang="en-GB" sz="1200" dirty="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2002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gridSpan="2">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2013</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gridSpan="2">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2022</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3456632787"/>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 </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Area (ha)</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4425630"/>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Water</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946.6794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524.2239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665.8119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655380"/>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Forest</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24965.55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35%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19735.78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10240.13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9612293"/>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Vegetation</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19572.48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32532.57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30199.34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42%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171368"/>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Bare Land</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25673.85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36%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17437.32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27829.32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39%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5422945"/>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Built Up</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644.1444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1572.818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2788.684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9367424"/>
                  </a:ext>
                </a:extLst>
              </a:tr>
              <a:tr h="450000">
                <a:tc>
                  <a:txBody>
                    <a:bodyPr/>
                    <a:lstStyle/>
                    <a:p>
                      <a:pPr algn="ctr">
                        <a:lnSpc>
                          <a:spcPct val="150000"/>
                        </a:lnSpc>
                        <a:spcBef>
                          <a:spcPts val="500"/>
                        </a:spcBef>
                        <a:spcAft>
                          <a:spcPts val="500"/>
                        </a:spcAft>
                      </a:pPr>
                      <a:r>
                        <a:rPr lang="en-GB" sz="1200" b="1">
                          <a:effectLst/>
                          <a:latin typeface="Times New Roman" panose="02020603050405020304" pitchFamily="18" charset="0"/>
                          <a:ea typeface="Calibri" panose="020F0502020204030204" pitchFamily="34" charset="0"/>
                          <a:cs typeface="Times New Roman" panose="02020603050405020304" pitchFamily="18" charset="0"/>
                        </a:rPr>
                        <a:t>Total</a:t>
                      </a:r>
                      <a:endParaRPr lang="en-GB" sz="1200">
                        <a:effectLst/>
                        <a:latin typeface="Times New Roman" panose="02020603050405020304" pitchFamily="18" charset="0"/>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71802.71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71802.71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a:effectLst/>
                          <a:latin typeface="Times New Roman" panose="02020603050405020304" pitchFamily="18" charset="0"/>
                          <a:ea typeface="Calibri" panose="020F0502020204030204" pitchFamily="34" charset="0"/>
                          <a:cs typeface="Poppins" panose="00000500000000000000" pitchFamily="2" charset="0"/>
                        </a:rPr>
                        <a:t>71723.29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500"/>
                        </a:spcBef>
                        <a:spcAft>
                          <a:spcPts val="500"/>
                        </a:spcAft>
                      </a:pPr>
                      <a:r>
                        <a:rPr lang="en-GB" sz="1200" dirty="0">
                          <a:effectLst/>
                          <a:latin typeface="Times New Roman" panose="02020603050405020304" pitchFamily="18" charset="0"/>
                          <a:ea typeface="Calibri" panose="020F0502020204030204" pitchFamily="34" charset="0"/>
                          <a:cs typeface="Poppins" panose="00000500000000000000" pitchFamily="2" charset="0"/>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1977803"/>
                  </a:ext>
                </a:extLst>
              </a:tr>
            </a:tbl>
          </a:graphicData>
        </a:graphic>
      </p:graphicFrame>
    </p:spTree>
    <p:extLst>
      <p:ext uri="{BB962C8B-B14F-4D97-AF65-F5344CB8AC3E}">
        <p14:creationId xmlns:p14="http://schemas.microsoft.com/office/powerpoint/2010/main" val="41642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Accuracy Assessment</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aphicFrame>
        <p:nvGraphicFramePr>
          <p:cNvPr id="38" name="Table 37">
            <a:extLst>
              <a:ext uri="{FF2B5EF4-FFF2-40B4-BE49-F238E27FC236}">
                <a16:creationId xmlns:a16="http://schemas.microsoft.com/office/drawing/2014/main" id="{C620CE9B-DF33-4D1E-899C-F30728C5499A}"/>
              </a:ext>
            </a:extLst>
          </p:cNvPr>
          <p:cNvGraphicFramePr>
            <a:graphicFrameLocks noGrp="1"/>
          </p:cNvGraphicFramePr>
          <p:nvPr>
            <p:extLst>
              <p:ext uri="{D42A27DB-BD31-4B8C-83A1-F6EECF244321}">
                <p14:modId xmlns:p14="http://schemas.microsoft.com/office/powerpoint/2010/main" val="252209021"/>
              </p:ext>
            </p:extLst>
          </p:nvPr>
        </p:nvGraphicFramePr>
        <p:xfrm>
          <a:off x="442037" y="1139908"/>
          <a:ext cx="11307926" cy="4505643"/>
        </p:xfrm>
        <a:graphic>
          <a:graphicData uri="http://schemas.openxmlformats.org/drawingml/2006/table">
            <a:tbl>
              <a:tblPr/>
              <a:tblGrid>
                <a:gridCol w="1221393">
                  <a:extLst>
                    <a:ext uri="{9D8B030D-6E8A-4147-A177-3AD203B41FA5}">
                      <a16:colId xmlns:a16="http://schemas.microsoft.com/office/drawing/2014/main" val="1712280535"/>
                    </a:ext>
                  </a:extLst>
                </a:gridCol>
                <a:gridCol w="1643974">
                  <a:extLst>
                    <a:ext uri="{9D8B030D-6E8A-4147-A177-3AD203B41FA5}">
                      <a16:colId xmlns:a16="http://schemas.microsoft.com/office/drawing/2014/main" val="1789423312"/>
                    </a:ext>
                  </a:extLst>
                </a:gridCol>
                <a:gridCol w="1830204">
                  <a:extLst>
                    <a:ext uri="{9D8B030D-6E8A-4147-A177-3AD203B41FA5}">
                      <a16:colId xmlns:a16="http://schemas.microsoft.com/office/drawing/2014/main" val="3451869366"/>
                    </a:ext>
                  </a:extLst>
                </a:gridCol>
                <a:gridCol w="1875934">
                  <a:extLst>
                    <a:ext uri="{9D8B030D-6E8A-4147-A177-3AD203B41FA5}">
                      <a16:colId xmlns:a16="http://schemas.microsoft.com/office/drawing/2014/main" val="2920840078"/>
                    </a:ext>
                  </a:extLst>
                </a:gridCol>
                <a:gridCol w="2196446">
                  <a:extLst>
                    <a:ext uri="{9D8B030D-6E8A-4147-A177-3AD203B41FA5}">
                      <a16:colId xmlns:a16="http://schemas.microsoft.com/office/drawing/2014/main" val="42570082"/>
                    </a:ext>
                  </a:extLst>
                </a:gridCol>
                <a:gridCol w="2539975">
                  <a:extLst>
                    <a:ext uri="{9D8B030D-6E8A-4147-A177-3AD203B41FA5}">
                      <a16:colId xmlns:a16="http://schemas.microsoft.com/office/drawing/2014/main" val="171335185"/>
                    </a:ext>
                  </a:extLst>
                </a:gridCol>
              </a:tblGrid>
              <a:tr h="0">
                <a:tc>
                  <a:txBody>
                    <a:bodyPr/>
                    <a:lstStyle/>
                    <a:p>
                      <a:pPr algn="ctr" rtl="0" fontAlgn="base"/>
                      <a:r>
                        <a:rPr lang="en-US" sz="1800" b="1" i="0" dirty="0">
                          <a:solidFill>
                            <a:schemeClr val="tx1"/>
                          </a:solidFill>
                          <a:effectLst/>
                          <a:latin typeface="+mn-lt"/>
                        </a:rPr>
                        <a:t>Year</a:t>
                      </a:r>
                      <a:r>
                        <a:rPr lang="en-US" sz="1800" b="0" i="0" dirty="0">
                          <a:solidFill>
                            <a:schemeClr val="tx1"/>
                          </a:solidFill>
                          <a:effectLst/>
                          <a:latin typeface="+mn-lt"/>
                        </a:rPr>
                        <a:t>​</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algn="ctr" rtl="0" fontAlgn="base"/>
                      <a:r>
                        <a:rPr lang="en-US" sz="1800" b="1" i="0" dirty="0">
                          <a:solidFill>
                            <a:schemeClr val="tx1"/>
                          </a:solidFill>
                          <a:effectLst/>
                          <a:latin typeface="+mn-lt"/>
                        </a:rPr>
                        <a:t>Data</a:t>
                      </a:r>
                      <a:r>
                        <a:rPr lang="en-US" sz="1800" b="0" i="0" dirty="0">
                          <a:solidFill>
                            <a:schemeClr val="tx1"/>
                          </a:solidFill>
                          <a:effectLst/>
                          <a:latin typeface="+mn-lt"/>
                        </a:rPr>
                        <a:t>​</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gridSpan="2">
                  <a:txBody>
                    <a:bodyPr/>
                    <a:lstStyle/>
                    <a:p>
                      <a:pPr algn="ctr" rtl="0" fontAlgn="base"/>
                      <a:r>
                        <a:rPr lang="en-US" sz="1800" b="1" i="0" dirty="0">
                          <a:solidFill>
                            <a:schemeClr val="tx1"/>
                          </a:solidFill>
                          <a:effectLst/>
                          <a:latin typeface="+mn-lt"/>
                        </a:rPr>
                        <a:t>Landsat 5 TM/8 OLI</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hMerge="1">
                  <a:txBody>
                    <a:bodyPr/>
                    <a:lstStyle/>
                    <a:p>
                      <a:pPr algn="ctr" rtl="0" fontAlgn="base"/>
                      <a:r>
                        <a:rPr lang="en-US" sz="1800" b="1" i="0" dirty="0">
                          <a:solidFill>
                            <a:schemeClr val="tx1"/>
                          </a:solidFill>
                          <a:effectLst/>
                          <a:latin typeface="+mn-lt"/>
                        </a:rPr>
                        <a:t>Source</a:t>
                      </a:r>
                      <a:r>
                        <a:rPr lang="en-US" sz="1800" b="0" i="0" dirty="0">
                          <a:solidFill>
                            <a:schemeClr val="tx1"/>
                          </a:solidFill>
                          <a:effectLst/>
                          <a:latin typeface="+mn-lt"/>
                        </a:rPr>
                        <a:t>​</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gridSpan="2">
                  <a:txBody>
                    <a:bodyPr/>
                    <a:lstStyle/>
                    <a:p>
                      <a:pPr algn="ctr" rtl="0" fontAlgn="base"/>
                      <a:r>
                        <a:rPr lang="en-GB" sz="1800" b="1" i="0" dirty="0">
                          <a:solidFill>
                            <a:schemeClr val="tx1"/>
                          </a:solidFill>
                          <a:effectLst/>
                          <a:latin typeface="+mn-lt"/>
                        </a:rPr>
                        <a:t>Sentinel 2A MSI</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hMerge="1">
                  <a:txBody>
                    <a:bodyPr/>
                    <a:lstStyle/>
                    <a:p>
                      <a:r>
                        <a:rPr lang="en-GB" sz="1800" b="1" i="0" kern="1200" dirty="0">
                          <a:solidFill>
                            <a:schemeClr val="tx1"/>
                          </a:solidFill>
                          <a:effectLst/>
                          <a:latin typeface="+mn-lt"/>
                          <a:ea typeface="+mn-ea"/>
                          <a:cs typeface="+mn-cs"/>
                        </a:rPr>
                        <a:t>Date of Acquisition</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4166958"/>
                  </a:ext>
                </a:extLst>
              </a:tr>
              <a:tr h="0">
                <a:tc rowSpan="2">
                  <a:txBody>
                    <a:bodyPr/>
                    <a:lstStyle/>
                    <a:p>
                      <a:pPr algn="ctr" rtl="0" fontAlgn="base"/>
                      <a:endParaRPr lang="en-US" sz="1800" b="0" i="0" dirty="0">
                        <a:solidFill>
                          <a:schemeClr val="tx1"/>
                        </a:solidFill>
                        <a:effectLst/>
                        <a:latin typeface="+mn-lt"/>
                      </a:endParaRPr>
                    </a:p>
                    <a:p>
                      <a:pPr algn="ctr" rtl="0" fontAlgn="base"/>
                      <a:endParaRPr lang="en-US" sz="1800" b="0" i="0" dirty="0">
                        <a:solidFill>
                          <a:schemeClr val="tx1"/>
                        </a:solidFill>
                        <a:effectLst/>
                        <a:latin typeface="+mn-lt"/>
                      </a:endParaRPr>
                    </a:p>
                    <a:p>
                      <a:pPr algn="ctr" rtl="0" fontAlgn="base"/>
                      <a:r>
                        <a:rPr lang="en-US" sz="1800" b="0" i="0" dirty="0">
                          <a:solidFill>
                            <a:schemeClr val="tx1"/>
                          </a:solidFill>
                          <a:effectLst/>
                          <a:latin typeface="+mn-lt"/>
                        </a:rPr>
                        <a:t>2002</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rowSpan="2">
                  <a:txBody>
                    <a:bodyPr/>
                    <a:lstStyle/>
                    <a:p>
                      <a:pPr algn="ctr" rtl="0" fontAlgn="base"/>
                      <a:endParaRPr lang="en-GB" sz="1800" b="0" i="0" dirty="0">
                        <a:solidFill>
                          <a:schemeClr val="tx1"/>
                        </a:solidFill>
                        <a:effectLst/>
                        <a:latin typeface="+mn-lt"/>
                      </a:endParaRPr>
                    </a:p>
                    <a:p>
                      <a:pPr algn="ctr" rtl="0" fontAlgn="base"/>
                      <a:r>
                        <a:rPr lang="en-GB" sz="1800" b="0" i="0" dirty="0">
                          <a:solidFill>
                            <a:schemeClr val="tx1"/>
                          </a:solidFill>
                          <a:effectLst/>
                          <a:latin typeface="+mn-lt"/>
                        </a:rPr>
                        <a:t>SVM</a:t>
                      </a:r>
                    </a:p>
                    <a:p>
                      <a:pPr algn="ctr" rtl="0" fontAlgn="base"/>
                      <a:r>
                        <a:rPr lang="en-GB" sz="1800" b="0" i="0" dirty="0">
                          <a:solidFill>
                            <a:schemeClr val="tx1"/>
                          </a:solidFill>
                          <a:effectLst/>
                          <a:latin typeface="+mn-lt"/>
                        </a:rPr>
                        <a:t>RF</a:t>
                      </a:r>
                    </a:p>
                    <a:p>
                      <a:pPr algn="ctr" rtl="0" fontAlgn="base"/>
                      <a:r>
                        <a:rPr lang="en-GB" sz="1800" b="0" i="0" dirty="0">
                          <a:solidFill>
                            <a:schemeClr val="tx1"/>
                          </a:solidFill>
                          <a:effectLst/>
                          <a:latin typeface="+mn-lt"/>
                        </a:rPr>
                        <a:t>CART</a:t>
                      </a:r>
                    </a:p>
                    <a:p>
                      <a:pPr algn="ctr" rtl="0" fontAlgn="base"/>
                      <a:r>
                        <a:rPr lang="en-GB" sz="1800" b="0" i="0" dirty="0">
                          <a:solidFill>
                            <a:schemeClr val="tx1"/>
                          </a:solidFill>
                          <a:effectLst/>
                          <a:latin typeface="+mn-lt"/>
                        </a:rPr>
                        <a:t>GTB</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gridSpan="2">
                  <a:txBody>
                    <a:bodyPr/>
                    <a:lstStyle/>
                    <a:p>
                      <a:pPr algn="l" rtl="0" fontAlgn="base"/>
                      <a:r>
                        <a:rPr lang="en-US" sz="1800" b="1" i="0" dirty="0">
                          <a:solidFill>
                            <a:schemeClr val="tx1"/>
                          </a:solidFill>
                          <a:effectLst/>
                          <a:latin typeface="+mn-lt"/>
                        </a:rPr>
                        <a:t>    Accuracy %           Kappa Coefficient</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hMerge="1">
                  <a:txBody>
                    <a:bodyPr/>
                    <a:lstStyle/>
                    <a:p>
                      <a:endParaRPr lang="en-GB"/>
                    </a:p>
                  </a:txBody>
                  <a:tcPr/>
                </a:tc>
                <a:tc gridSpan="2">
                  <a:txBody>
                    <a:bodyPr/>
                    <a:lstStyle/>
                    <a:p>
                      <a:pPr algn="l" rtl="0" fontAlgn="base"/>
                      <a:r>
                        <a:rPr lang="en-US" sz="1800" b="1" i="0">
                          <a:solidFill>
                            <a:schemeClr val="tx1"/>
                          </a:solidFill>
                          <a:effectLst/>
                          <a:latin typeface="+mn-lt"/>
                        </a:rPr>
                        <a:t>     Accuracy %                     Kappa Coefficient</a:t>
                      </a:r>
                      <a:endParaRPr lang="en-GB" sz="1800" b="1" i="0" kern="1200" dirty="0">
                        <a:solidFill>
                          <a:schemeClr val="tx1"/>
                        </a:solidFill>
                        <a:effectLst/>
                        <a:latin typeface="+mn-lt"/>
                        <a:ea typeface="+mn-ea"/>
                        <a:cs typeface="+mn-cs"/>
                      </a:endParaRP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781138491"/>
                  </a:ext>
                </a:extLst>
              </a:tr>
              <a:tr h="419906">
                <a:tc vMerge="1">
                  <a:txBody>
                    <a:bodyPr/>
                    <a:lstStyle/>
                    <a:p>
                      <a:pPr algn="l" rtl="0" fontAlgn="base"/>
                      <a:r>
                        <a:rPr lang="en-US" sz="1800" b="0" i="0" dirty="0">
                          <a:solidFill>
                            <a:schemeClr val="tx1"/>
                          </a:solidFill>
                          <a:effectLst/>
                          <a:latin typeface="+mn-lt"/>
                        </a:rPr>
                        <a:t>2002</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vMerge="1">
                  <a:txBody>
                    <a:bodyPr/>
                    <a:lstStyle/>
                    <a:p>
                      <a:pPr algn="ctr" rtl="0" fontAlgn="base"/>
                      <a:r>
                        <a:rPr lang="en-GB" sz="1800" b="0" i="0" dirty="0">
                          <a:solidFill>
                            <a:schemeClr val="tx1"/>
                          </a:solidFill>
                          <a:effectLst/>
                          <a:latin typeface="+mn-lt"/>
                        </a:rPr>
                        <a:t>SVM</a:t>
                      </a:r>
                    </a:p>
                    <a:p>
                      <a:pPr algn="ctr" rtl="0" fontAlgn="base"/>
                      <a:r>
                        <a:rPr lang="en-GB" sz="1800" b="0" i="0" dirty="0">
                          <a:solidFill>
                            <a:schemeClr val="tx1"/>
                          </a:solidFill>
                          <a:effectLst/>
                          <a:latin typeface="+mn-lt"/>
                        </a:rPr>
                        <a:t>RF</a:t>
                      </a:r>
                    </a:p>
                    <a:p>
                      <a:pPr algn="ctr" rtl="0" fontAlgn="base"/>
                      <a:r>
                        <a:rPr lang="en-GB" sz="1800" b="0" i="0" dirty="0">
                          <a:solidFill>
                            <a:schemeClr val="tx1"/>
                          </a:solidFill>
                          <a:effectLst/>
                          <a:latin typeface="+mn-lt"/>
                        </a:rPr>
                        <a:t>CART</a:t>
                      </a:r>
                    </a:p>
                    <a:p>
                      <a:pPr algn="ctr" rtl="0" fontAlgn="base"/>
                      <a:r>
                        <a:rPr lang="en-GB" sz="1800" b="0" i="0" dirty="0">
                          <a:solidFill>
                            <a:schemeClr val="tx1"/>
                          </a:solidFill>
                          <a:effectLst/>
                          <a:latin typeface="+mn-lt"/>
                        </a:rPr>
                        <a:t>GTB</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84</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82</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81</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76</a:t>
                      </a:r>
                    </a:p>
                  </a:txBody>
                  <a:tcPr marL="0" marR="0" marT="7620" marB="7620">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0.79</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0.76</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0.75</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0.72</a:t>
                      </a:r>
                    </a:p>
                    <a:p>
                      <a:pPr marL="104140">
                        <a:lnSpc>
                          <a:spcPct val="107000"/>
                        </a:lnSpc>
                        <a:spcAft>
                          <a:spcPts val="800"/>
                        </a:spcAft>
                      </a:pPr>
                      <a:endParaRPr lang="en-GB" sz="1800" b="0" dirty="0">
                        <a:effectLst/>
                        <a:latin typeface="Poppins" panose="00000500000000000000" pitchFamily="2" charset="0"/>
                        <a:ea typeface="Calibri" panose="020F0502020204030204" pitchFamily="34" charset="0"/>
                        <a:cs typeface="Times New Roman" panose="02020603050405020304" pitchFamily="18" charset="0"/>
                      </a:endParaRPr>
                    </a:p>
                  </a:txBody>
                  <a:tcPr marL="0" marR="0" marT="7620" marB="7620">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indent="146050" algn="ctr">
                        <a:lnSpc>
                          <a:spcPct val="107000"/>
                        </a:lnSpc>
                        <a:spcAft>
                          <a:spcPts val="800"/>
                        </a:spcAft>
                      </a:pPr>
                      <a:endParaRPr lang="en-GB" sz="1800" b="0" dirty="0">
                        <a:effectLst/>
                        <a:latin typeface="Poppins" panose="00000500000000000000" pitchFamily="2" charset="0"/>
                        <a:ea typeface="Calibri" panose="020F0502020204030204" pitchFamily="34" charset="0"/>
                        <a:cs typeface="Times New Roman" panose="02020603050405020304" pitchFamily="18" charset="0"/>
                      </a:endParaRPr>
                    </a:p>
                  </a:txBody>
                  <a:tcPr marL="0" marR="0" marT="7620" marB="7620">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marL="104140">
                        <a:lnSpc>
                          <a:spcPct val="107000"/>
                        </a:lnSpc>
                        <a:spcAft>
                          <a:spcPts val="800"/>
                        </a:spcAft>
                      </a:pPr>
                      <a:endParaRPr lang="en-GB" sz="1800" b="0" dirty="0">
                        <a:effectLst/>
                        <a:latin typeface="Poppins" panose="00000500000000000000" pitchFamily="2" charset="0"/>
                        <a:ea typeface="Calibri" panose="020F0502020204030204" pitchFamily="34" charset="0"/>
                        <a:cs typeface="Times New Roman" panose="02020603050405020304" pitchFamily="18" charset="0"/>
                      </a:endParaRPr>
                    </a:p>
                  </a:txBody>
                  <a:tcPr marL="0" marR="0" marT="7620" marB="7620">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9378502"/>
                  </a:ext>
                </a:extLst>
              </a:tr>
              <a:tr h="388148">
                <a:tc>
                  <a:txBody>
                    <a:bodyPr/>
                    <a:lstStyle/>
                    <a:p>
                      <a:pPr algn="ctr" rtl="0" fontAlgn="base"/>
                      <a:endParaRPr lang="en-US" sz="1800" b="0" i="0" dirty="0">
                        <a:solidFill>
                          <a:schemeClr val="tx1"/>
                        </a:solidFill>
                        <a:effectLst/>
                        <a:latin typeface="+mn-lt"/>
                      </a:endParaRPr>
                    </a:p>
                    <a:p>
                      <a:pPr algn="ctr" rtl="0" fontAlgn="base"/>
                      <a:r>
                        <a:rPr lang="en-US" sz="1800" b="0" i="0" dirty="0">
                          <a:solidFill>
                            <a:schemeClr val="tx1"/>
                          </a:solidFill>
                          <a:effectLst/>
                          <a:latin typeface="+mn-lt"/>
                        </a:rPr>
                        <a:t>2013</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algn="ctr" rtl="0" fontAlgn="base"/>
                      <a:r>
                        <a:rPr lang="en-GB" sz="1800" b="0" i="0" dirty="0">
                          <a:solidFill>
                            <a:schemeClr val="tx1"/>
                          </a:solidFill>
                          <a:effectLst/>
                          <a:latin typeface="+mn-lt"/>
                        </a:rPr>
                        <a:t>SVM</a:t>
                      </a:r>
                    </a:p>
                    <a:p>
                      <a:pPr algn="ctr" rtl="0" fontAlgn="base"/>
                      <a:r>
                        <a:rPr lang="en-GB" sz="1800" b="0" i="0" dirty="0">
                          <a:solidFill>
                            <a:schemeClr val="tx1"/>
                          </a:solidFill>
                          <a:effectLst/>
                          <a:latin typeface="+mn-lt"/>
                        </a:rPr>
                        <a:t>RF</a:t>
                      </a:r>
                    </a:p>
                    <a:p>
                      <a:pPr algn="ctr" rtl="0" fontAlgn="base"/>
                      <a:r>
                        <a:rPr lang="en-GB" sz="1800" b="0" i="0" dirty="0">
                          <a:solidFill>
                            <a:schemeClr val="tx1"/>
                          </a:solidFill>
                          <a:effectLst/>
                          <a:latin typeface="+mn-lt"/>
                        </a:rPr>
                        <a:t>CART</a:t>
                      </a:r>
                    </a:p>
                    <a:p>
                      <a:pPr algn="ctr" rtl="0" fontAlgn="base"/>
                      <a:r>
                        <a:rPr lang="en-GB" sz="1800" b="0" i="0" dirty="0">
                          <a:solidFill>
                            <a:schemeClr val="tx1"/>
                          </a:solidFill>
                          <a:effectLst/>
                          <a:latin typeface="+mn-lt"/>
                        </a:rPr>
                        <a:t>GTB</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83</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81</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79</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78</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0.78</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0.75</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0.74</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0.74</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algn="ctr" rtl="0" fontAlgn="base"/>
                      <a:endParaRPr lang="en-US" sz="1800" b="0" i="0" dirty="0">
                        <a:solidFill>
                          <a:schemeClr val="tx1"/>
                        </a:solidFill>
                        <a:effectLst/>
                        <a:latin typeface="+mn-lt"/>
                      </a:endParaRP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algn="ctr" rtl="0" fontAlgn="base"/>
                      <a:endParaRPr lang="en-US" sz="1800" b="0" i="0" dirty="0">
                        <a:solidFill>
                          <a:schemeClr val="tx1"/>
                        </a:solidFill>
                        <a:effectLst/>
                        <a:latin typeface="+mn-lt"/>
                      </a:endParaRP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5121698"/>
                  </a:ext>
                </a:extLst>
              </a:tr>
              <a:tr h="311841">
                <a:tc>
                  <a:txBody>
                    <a:bodyPr/>
                    <a:lstStyle/>
                    <a:p>
                      <a:pPr algn="ctr" rtl="0" fontAlgn="base"/>
                      <a:endParaRPr lang="en-US" sz="1800" b="0" i="0" dirty="0">
                        <a:solidFill>
                          <a:schemeClr val="tx1"/>
                        </a:solidFill>
                        <a:effectLst/>
                        <a:latin typeface="+mn-lt"/>
                      </a:endParaRPr>
                    </a:p>
                    <a:p>
                      <a:pPr algn="ctr" rtl="0" fontAlgn="base"/>
                      <a:r>
                        <a:rPr lang="en-US" sz="1800" b="0" i="0" dirty="0">
                          <a:solidFill>
                            <a:schemeClr val="tx1"/>
                          </a:solidFill>
                          <a:effectLst/>
                          <a:latin typeface="+mn-lt"/>
                        </a:rPr>
                        <a:t>2022</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algn="ctr" rtl="0" fontAlgn="base"/>
                      <a:r>
                        <a:rPr lang="en-GB" sz="1800" b="0" i="0" dirty="0">
                          <a:solidFill>
                            <a:schemeClr val="tx1"/>
                          </a:solidFill>
                          <a:effectLst/>
                          <a:latin typeface="+mn-lt"/>
                        </a:rPr>
                        <a:t>SVM</a:t>
                      </a:r>
                    </a:p>
                    <a:p>
                      <a:pPr algn="ctr" rtl="0" fontAlgn="base"/>
                      <a:r>
                        <a:rPr lang="en-GB" sz="1800" b="0" i="0" dirty="0">
                          <a:solidFill>
                            <a:schemeClr val="tx1"/>
                          </a:solidFill>
                          <a:effectLst/>
                          <a:latin typeface="+mn-lt"/>
                        </a:rPr>
                        <a:t>RF</a:t>
                      </a:r>
                    </a:p>
                    <a:p>
                      <a:pPr algn="ctr" rtl="0" fontAlgn="base"/>
                      <a:r>
                        <a:rPr lang="en-GB" sz="1800" b="0" i="0" dirty="0">
                          <a:solidFill>
                            <a:schemeClr val="tx1"/>
                          </a:solidFill>
                          <a:effectLst/>
                          <a:latin typeface="+mn-lt"/>
                        </a:rPr>
                        <a:t>CART</a:t>
                      </a:r>
                    </a:p>
                    <a:p>
                      <a:pPr algn="ctr" rtl="0" fontAlgn="base"/>
                      <a:r>
                        <a:rPr lang="en-GB" sz="1800" b="0" i="0" dirty="0">
                          <a:solidFill>
                            <a:schemeClr val="tx1"/>
                          </a:solidFill>
                          <a:effectLst/>
                          <a:latin typeface="+mn-lt"/>
                        </a:rPr>
                        <a:t>GTB</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algn="ctr" rtl="0" fontAlgn="base"/>
                      <a:endParaRPr lang="en-US" sz="1800" b="0" i="0" dirty="0">
                        <a:solidFill>
                          <a:schemeClr val="tx1"/>
                        </a:solidFill>
                        <a:effectLst/>
                        <a:latin typeface="+mn-lt"/>
                      </a:endParaRP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en-GB" sz="1800" b="0" i="0" dirty="0">
                        <a:solidFill>
                          <a:schemeClr val="tx1"/>
                        </a:solidFill>
                        <a:effectLst/>
                        <a:latin typeface="+mn-lt"/>
                      </a:endParaRP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algn="ctr" rtl="0" fontAlgn="base"/>
                      <a:r>
                        <a:rPr lang="en-US" sz="1800" b="0" i="0" dirty="0">
                          <a:solidFill>
                            <a:schemeClr val="tx1"/>
                          </a:solidFill>
                          <a:effectLst/>
                          <a:latin typeface="+mn-lt"/>
                        </a:rPr>
                        <a:t>83</a:t>
                      </a:r>
                    </a:p>
                    <a:p>
                      <a:pPr algn="ctr" rtl="0" fontAlgn="base"/>
                      <a:r>
                        <a:rPr lang="en-US" sz="1800" b="0" i="0" dirty="0">
                          <a:solidFill>
                            <a:schemeClr val="tx1"/>
                          </a:solidFill>
                          <a:effectLst/>
                          <a:latin typeface="+mn-lt"/>
                        </a:rPr>
                        <a:t>85</a:t>
                      </a:r>
                    </a:p>
                    <a:p>
                      <a:pPr algn="ctr" rtl="0" fontAlgn="base"/>
                      <a:r>
                        <a:rPr lang="en-US" sz="1800" b="0" i="0" dirty="0">
                          <a:solidFill>
                            <a:schemeClr val="tx1"/>
                          </a:solidFill>
                          <a:effectLst/>
                          <a:latin typeface="+mn-lt"/>
                        </a:rPr>
                        <a:t>84</a:t>
                      </a:r>
                    </a:p>
                    <a:p>
                      <a:pPr algn="ctr" rtl="0" fontAlgn="base"/>
                      <a:r>
                        <a:rPr lang="en-US" sz="1800" b="0" i="0" dirty="0">
                          <a:solidFill>
                            <a:schemeClr val="tx1"/>
                          </a:solidFill>
                          <a:effectLst/>
                          <a:latin typeface="+mn-lt"/>
                        </a:rPr>
                        <a:t>76</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0.78</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0.75</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0.79</a:t>
                      </a:r>
                    </a:p>
                    <a:p>
                      <a:pPr marL="0" marR="0" lvl="0" indent="0" algn="ctr" defTabSz="914400" rtl="0" eaLnBrk="1" fontAlgn="base" latinLnBrk="0" hangingPunct="1">
                        <a:lnSpc>
                          <a:spcPct val="100000"/>
                        </a:lnSpc>
                        <a:spcBef>
                          <a:spcPts val="0"/>
                        </a:spcBef>
                        <a:spcAft>
                          <a:spcPts val="0"/>
                        </a:spcAft>
                        <a:buClrTx/>
                        <a:buSzTx/>
                        <a:buFontTx/>
                        <a:buNone/>
                        <a:tabLst/>
                        <a:defRPr/>
                      </a:pPr>
                      <a:r>
                        <a:rPr lang="en-GB" sz="1800" b="0" i="0" dirty="0">
                          <a:solidFill>
                            <a:schemeClr val="tx1"/>
                          </a:solidFill>
                          <a:effectLst/>
                          <a:latin typeface="+mn-lt"/>
                        </a:rPr>
                        <a:t>0.72</a:t>
                      </a:r>
                    </a:p>
                  </a:txBody>
                  <a:tcPr>
                    <a:lnL w="7856" cap="flat" cmpd="sng" algn="ctr">
                      <a:solidFill>
                        <a:srgbClr val="000000"/>
                      </a:solidFill>
                      <a:prstDash val="solid"/>
                      <a:round/>
                      <a:headEnd type="none" w="med" len="med"/>
                      <a:tailEnd type="none" w="med" len="med"/>
                    </a:lnL>
                    <a:lnR w="7856" cap="flat" cmpd="sng" algn="ctr">
                      <a:solidFill>
                        <a:srgbClr val="000000"/>
                      </a:solidFill>
                      <a:prstDash val="solid"/>
                      <a:round/>
                      <a:headEnd type="none" w="med" len="med"/>
                      <a:tailEnd type="none" w="med" len="med"/>
                    </a:lnR>
                    <a:lnT w="7856" cap="flat" cmpd="sng" algn="ctr">
                      <a:solidFill>
                        <a:srgbClr val="000000"/>
                      </a:solidFill>
                      <a:prstDash val="solid"/>
                      <a:round/>
                      <a:headEnd type="none" w="med" len="med"/>
                      <a:tailEnd type="none" w="med" len="med"/>
                    </a:lnT>
                    <a:lnB w="78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9769958"/>
                  </a:ext>
                </a:extLst>
              </a:tr>
            </a:tbl>
          </a:graphicData>
        </a:graphic>
      </p:graphicFrame>
      <p:sp>
        <p:nvSpPr>
          <p:cNvPr id="2" name="TextBox 1">
            <a:extLst>
              <a:ext uri="{FF2B5EF4-FFF2-40B4-BE49-F238E27FC236}">
                <a16:creationId xmlns:a16="http://schemas.microsoft.com/office/drawing/2014/main" id="{08FE23DC-9CF1-4488-8074-1F14A1386D68}"/>
              </a:ext>
            </a:extLst>
          </p:cNvPr>
          <p:cNvSpPr txBox="1"/>
          <p:nvPr/>
        </p:nvSpPr>
        <p:spPr>
          <a:xfrm>
            <a:off x="1632030" y="5752626"/>
            <a:ext cx="9086127" cy="369332"/>
          </a:xfrm>
          <a:prstGeom prst="rect">
            <a:avLst/>
          </a:prstGeom>
          <a:noFill/>
        </p:spPr>
        <p:txBody>
          <a:bodyPr wrap="square" rtlCol="0">
            <a:spAutoFit/>
          </a:bodyPr>
          <a:lstStyle/>
          <a:p>
            <a:pPr algn="ctr"/>
            <a:r>
              <a:rPr lang="en-GB" dirty="0"/>
              <a:t>Table showing Accuracy  &amp; Kappa Coefficient of Four Machine Learning Classifiers</a:t>
            </a:r>
          </a:p>
        </p:txBody>
      </p:sp>
    </p:spTree>
    <p:extLst>
      <p:ext uri="{BB962C8B-B14F-4D97-AF65-F5344CB8AC3E}">
        <p14:creationId xmlns:p14="http://schemas.microsoft.com/office/powerpoint/2010/main" val="1145788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Land Surface Temperature Calculation</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pSp>
        <p:nvGrpSpPr>
          <p:cNvPr id="13" name="Group 12">
            <a:extLst>
              <a:ext uri="{FF2B5EF4-FFF2-40B4-BE49-F238E27FC236}">
                <a16:creationId xmlns:a16="http://schemas.microsoft.com/office/drawing/2014/main" id="{DA254946-D73F-45C3-91B6-8C0DD9A10369}"/>
              </a:ext>
            </a:extLst>
          </p:cNvPr>
          <p:cNvGrpSpPr/>
          <p:nvPr/>
        </p:nvGrpSpPr>
        <p:grpSpPr>
          <a:xfrm>
            <a:off x="714599" y="1165250"/>
            <a:ext cx="10657270" cy="4776542"/>
            <a:chOff x="714599" y="992530"/>
            <a:chExt cx="10657270" cy="4776542"/>
          </a:xfrm>
        </p:grpSpPr>
        <p:grpSp>
          <p:nvGrpSpPr>
            <p:cNvPr id="11" name="Group 10">
              <a:extLst>
                <a:ext uri="{FF2B5EF4-FFF2-40B4-BE49-F238E27FC236}">
                  <a16:creationId xmlns:a16="http://schemas.microsoft.com/office/drawing/2014/main" id="{E6853FAC-1497-48F5-8809-C4DCDBC9BD2A}"/>
                </a:ext>
              </a:extLst>
            </p:cNvPr>
            <p:cNvGrpSpPr/>
            <p:nvPr/>
          </p:nvGrpSpPr>
          <p:grpSpPr>
            <a:xfrm>
              <a:off x="714599" y="992530"/>
              <a:ext cx="10576968" cy="4320951"/>
              <a:chOff x="116555" y="992530"/>
              <a:chExt cx="10576968" cy="4320951"/>
            </a:xfrm>
          </p:grpSpPr>
          <p:pic>
            <p:nvPicPr>
              <p:cNvPr id="3" name="Picture 2">
                <a:extLst>
                  <a:ext uri="{FF2B5EF4-FFF2-40B4-BE49-F238E27FC236}">
                    <a16:creationId xmlns:a16="http://schemas.microsoft.com/office/drawing/2014/main" id="{2A37CF35-1E07-4939-9A69-0ABC8729CA52}"/>
                  </a:ext>
                </a:extLst>
              </p:cNvPr>
              <p:cNvPicPr>
                <a:picLocks noChangeAspect="1"/>
              </p:cNvPicPr>
              <p:nvPr/>
            </p:nvPicPr>
            <p:blipFill>
              <a:blip r:embed="rId4"/>
              <a:stretch>
                <a:fillRect/>
              </a:stretch>
            </p:blipFill>
            <p:spPr>
              <a:xfrm>
                <a:off x="116555" y="993481"/>
                <a:ext cx="5368786" cy="4320000"/>
              </a:xfrm>
              <a:prstGeom prst="rect">
                <a:avLst/>
              </a:prstGeom>
              <a:ln>
                <a:solidFill>
                  <a:schemeClr val="tx1"/>
                </a:solidFill>
              </a:ln>
            </p:spPr>
          </p:pic>
          <p:pic>
            <p:nvPicPr>
              <p:cNvPr id="10" name="Picture 9">
                <a:extLst>
                  <a:ext uri="{FF2B5EF4-FFF2-40B4-BE49-F238E27FC236}">
                    <a16:creationId xmlns:a16="http://schemas.microsoft.com/office/drawing/2014/main" id="{2C24EFED-36EA-450D-84F9-F82E98394FFB}"/>
                  </a:ext>
                </a:extLst>
              </p:cNvPr>
              <p:cNvPicPr>
                <a:picLocks noChangeAspect="1"/>
              </p:cNvPicPr>
              <p:nvPr/>
            </p:nvPicPr>
            <p:blipFill>
              <a:blip r:embed="rId5"/>
              <a:stretch>
                <a:fillRect/>
              </a:stretch>
            </p:blipFill>
            <p:spPr>
              <a:xfrm>
                <a:off x="5501382" y="992530"/>
                <a:ext cx="5192141" cy="4320000"/>
              </a:xfrm>
              <a:prstGeom prst="rect">
                <a:avLst/>
              </a:prstGeom>
              <a:ln>
                <a:solidFill>
                  <a:schemeClr val="tx1"/>
                </a:solidFill>
              </a:ln>
            </p:spPr>
          </p:pic>
        </p:grpSp>
        <p:sp>
          <p:nvSpPr>
            <p:cNvPr id="12" name="TextBox 11">
              <a:extLst>
                <a:ext uri="{FF2B5EF4-FFF2-40B4-BE49-F238E27FC236}">
                  <a16:creationId xmlns:a16="http://schemas.microsoft.com/office/drawing/2014/main" id="{05804924-DBB8-4F8B-866C-6E8012BB9588}"/>
                </a:ext>
              </a:extLst>
            </p:cNvPr>
            <p:cNvSpPr txBox="1"/>
            <p:nvPr/>
          </p:nvSpPr>
          <p:spPr>
            <a:xfrm>
              <a:off x="714599" y="5388128"/>
              <a:ext cx="5368786" cy="369332"/>
            </a:xfrm>
            <a:prstGeom prst="rect">
              <a:avLst/>
            </a:prstGeom>
            <a:noFill/>
          </p:spPr>
          <p:txBody>
            <a:bodyPr wrap="square" rtlCol="0">
              <a:spAutoFit/>
            </a:bodyPr>
            <a:lstStyle/>
            <a:p>
              <a:pPr algn="ctr"/>
              <a:r>
                <a:rPr lang="en-GB" dirty="0"/>
                <a:t>a. Image filtering, scaling and visualization</a:t>
              </a:r>
            </a:p>
          </p:txBody>
        </p:sp>
        <p:sp>
          <p:nvSpPr>
            <p:cNvPr id="16" name="TextBox 15">
              <a:extLst>
                <a:ext uri="{FF2B5EF4-FFF2-40B4-BE49-F238E27FC236}">
                  <a16:creationId xmlns:a16="http://schemas.microsoft.com/office/drawing/2014/main" id="{95BD2390-363B-4C22-BEB6-1D231AA2D5A8}"/>
                </a:ext>
              </a:extLst>
            </p:cNvPr>
            <p:cNvSpPr txBox="1"/>
            <p:nvPr/>
          </p:nvSpPr>
          <p:spPr>
            <a:xfrm>
              <a:off x="6003083" y="5399740"/>
              <a:ext cx="5368786" cy="369332"/>
            </a:xfrm>
            <a:prstGeom prst="rect">
              <a:avLst/>
            </a:prstGeom>
            <a:noFill/>
          </p:spPr>
          <p:txBody>
            <a:bodyPr wrap="square" rtlCol="0">
              <a:spAutoFit/>
            </a:bodyPr>
            <a:lstStyle/>
            <a:p>
              <a:pPr algn="ctr"/>
              <a:r>
                <a:rPr lang="en-GB" dirty="0"/>
                <a:t>b. Land surface temperature calculation</a:t>
              </a:r>
            </a:p>
          </p:txBody>
        </p:sp>
      </p:grpSp>
    </p:spTree>
    <p:extLst>
      <p:ext uri="{BB962C8B-B14F-4D97-AF65-F5344CB8AC3E}">
        <p14:creationId xmlns:p14="http://schemas.microsoft.com/office/powerpoint/2010/main" val="35605545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Land Surface Temperature – 2002, 2013, 2022</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pic>
        <p:nvPicPr>
          <p:cNvPr id="12" name="Picture 11">
            <a:extLst>
              <a:ext uri="{FF2B5EF4-FFF2-40B4-BE49-F238E27FC236}">
                <a16:creationId xmlns:a16="http://schemas.microsoft.com/office/drawing/2014/main" id="{2CB6E364-3410-4636-8AE6-8D5DB4B876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67286" y="1136005"/>
            <a:ext cx="4057428" cy="4057428"/>
          </a:xfrm>
          <a:prstGeom prst="rect">
            <a:avLst/>
          </a:prstGeom>
        </p:spPr>
      </p:pic>
      <p:pic>
        <p:nvPicPr>
          <p:cNvPr id="13" name="Picture 12">
            <a:extLst>
              <a:ext uri="{FF2B5EF4-FFF2-40B4-BE49-F238E27FC236}">
                <a16:creationId xmlns:a16="http://schemas.microsoft.com/office/drawing/2014/main" id="{118F6E57-6FDD-4C90-8C8E-11E79FC04F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24708" y="1136005"/>
            <a:ext cx="4057429" cy="4057429"/>
          </a:xfrm>
          <a:prstGeom prst="rect">
            <a:avLst/>
          </a:prstGeom>
        </p:spPr>
      </p:pic>
      <p:pic>
        <p:nvPicPr>
          <p:cNvPr id="20" name="Picture 19">
            <a:extLst>
              <a:ext uri="{FF2B5EF4-FFF2-40B4-BE49-F238E27FC236}">
                <a16:creationId xmlns:a16="http://schemas.microsoft.com/office/drawing/2014/main" id="{BD8E5CA4-99BA-4EFE-96E8-41B1EE48D7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64" y="1136011"/>
            <a:ext cx="4057200" cy="4057200"/>
          </a:xfrm>
          <a:prstGeom prst="rect">
            <a:avLst/>
          </a:prstGeom>
        </p:spPr>
      </p:pic>
      <p:sp>
        <p:nvSpPr>
          <p:cNvPr id="22" name="TextBox 21">
            <a:extLst>
              <a:ext uri="{FF2B5EF4-FFF2-40B4-BE49-F238E27FC236}">
                <a16:creationId xmlns:a16="http://schemas.microsoft.com/office/drawing/2014/main" id="{5443DCC4-D8FC-46D4-AA6A-3794652CCAAE}"/>
              </a:ext>
            </a:extLst>
          </p:cNvPr>
          <p:cNvSpPr txBox="1"/>
          <p:nvPr/>
        </p:nvSpPr>
        <p:spPr>
          <a:xfrm>
            <a:off x="1492841" y="5721989"/>
            <a:ext cx="9545952" cy="369332"/>
          </a:xfrm>
          <a:prstGeom prst="rect">
            <a:avLst/>
          </a:prstGeom>
          <a:noFill/>
        </p:spPr>
        <p:txBody>
          <a:bodyPr wrap="square">
            <a:spAutoFit/>
          </a:bodyPr>
          <a:lstStyle/>
          <a:p>
            <a:r>
              <a:rPr lang="en-GB" sz="1800" dirty="0">
                <a:hlinkClick r:id="rId7">
                  <a:extLst>
                    <a:ext uri="{A12FA001-AC4F-418D-AE19-62706E023703}">
                      <ahyp:hlinkClr xmlns:ahyp="http://schemas.microsoft.com/office/drawing/2018/hyperlinkcolor" val="tx"/>
                    </a:ext>
                  </a:extLst>
                </a:hlinkClick>
              </a:rPr>
              <a:t>GEE Code Repository: </a:t>
            </a:r>
            <a:r>
              <a:rPr lang="en-GB" sz="1800" dirty="0">
                <a:solidFill>
                  <a:srgbClr val="954F72"/>
                </a:solidFill>
              </a:rPr>
              <a:t>https://code.earthengine.google.com/59665e53d76529fb4b89234f76b1d2d7</a:t>
            </a:r>
            <a:endParaRPr lang="en-GB" sz="1800" dirty="0"/>
          </a:p>
        </p:txBody>
      </p:sp>
    </p:spTree>
    <p:extLst>
      <p:ext uri="{BB962C8B-B14F-4D97-AF65-F5344CB8AC3E}">
        <p14:creationId xmlns:p14="http://schemas.microsoft.com/office/powerpoint/2010/main" val="1258624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Urban Heat Island</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pic>
        <p:nvPicPr>
          <p:cNvPr id="3" name="Picture 2">
            <a:extLst>
              <a:ext uri="{FF2B5EF4-FFF2-40B4-BE49-F238E27FC236}">
                <a16:creationId xmlns:a16="http://schemas.microsoft.com/office/drawing/2014/main" id="{3BD008BE-00BD-4A9E-931E-B9A00B6B5B00}"/>
              </a:ext>
            </a:extLst>
          </p:cNvPr>
          <p:cNvPicPr>
            <a:picLocks noChangeAspect="1"/>
          </p:cNvPicPr>
          <p:nvPr/>
        </p:nvPicPr>
        <p:blipFill>
          <a:blip r:embed="rId4"/>
          <a:stretch>
            <a:fillRect/>
          </a:stretch>
        </p:blipFill>
        <p:spPr>
          <a:xfrm>
            <a:off x="146180" y="930624"/>
            <a:ext cx="6508912" cy="5040000"/>
          </a:xfrm>
          <a:prstGeom prst="rect">
            <a:avLst/>
          </a:prstGeom>
          <a:ln>
            <a:solidFill>
              <a:schemeClr val="tx1"/>
            </a:solidFill>
          </a:ln>
        </p:spPr>
      </p:pic>
      <p:grpSp>
        <p:nvGrpSpPr>
          <p:cNvPr id="10" name="Group 9">
            <a:extLst>
              <a:ext uri="{FF2B5EF4-FFF2-40B4-BE49-F238E27FC236}">
                <a16:creationId xmlns:a16="http://schemas.microsoft.com/office/drawing/2014/main" id="{1C37D31F-841F-4C2F-8E01-61A256176F8E}"/>
              </a:ext>
            </a:extLst>
          </p:cNvPr>
          <p:cNvGrpSpPr/>
          <p:nvPr/>
        </p:nvGrpSpPr>
        <p:grpSpPr>
          <a:xfrm>
            <a:off x="6935788" y="962024"/>
            <a:ext cx="5040000" cy="4986976"/>
            <a:chOff x="6935788" y="962024"/>
            <a:chExt cx="5040000" cy="4986976"/>
          </a:xfrm>
        </p:grpSpPr>
        <p:pic>
          <p:nvPicPr>
            <p:cNvPr id="14" name="Picture 13">
              <a:extLst>
                <a:ext uri="{FF2B5EF4-FFF2-40B4-BE49-F238E27FC236}">
                  <a16:creationId xmlns:a16="http://schemas.microsoft.com/office/drawing/2014/main" id="{7CC90D41-1C38-4848-9B0E-F12F7947DD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35788" y="3429000"/>
              <a:ext cx="2520000" cy="2520000"/>
            </a:xfrm>
            <a:prstGeom prst="rect">
              <a:avLst/>
            </a:prstGeom>
          </p:spPr>
        </p:pic>
        <p:pic>
          <p:nvPicPr>
            <p:cNvPr id="16" name="Picture 15">
              <a:extLst>
                <a:ext uri="{FF2B5EF4-FFF2-40B4-BE49-F238E27FC236}">
                  <a16:creationId xmlns:a16="http://schemas.microsoft.com/office/drawing/2014/main" id="{E9DFFBDB-6C07-483C-AF02-090AE40F77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55788" y="3429000"/>
              <a:ext cx="2520000" cy="2520000"/>
            </a:xfrm>
            <a:prstGeom prst="rect">
              <a:avLst/>
            </a:prstGeom>
          </p:spPr>
        </p:pic>
        <p:pic>
          <p:nvPicPr>
            <p:cNvPr id="17" name="Picture 16">
              <a:extLst>
                <a:ext uri="{FF2B5EF4-FFF2-40B4-BE49-F238E27FC236}">
                  <a16:creationId xmlns:a16="http://schemas.microsoft.com/office/drawing/2014/main" id="{816A7110-DDA7-4472-A8D6-DC4DD5E9B48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35788" y="962024"/>
              <a:ext cx="2520000" cy="2520000"/>
            </a:xfrm>
            <a:prstGeom prst="rect">
              <a:avLst/>
            </a:prstGeom>
          </p:spPr>
        </p:pic>
      </p:grpSp>
      <p:sp>
        <p:nvSpPr>
          <p:cNvPr id="19" name="TextBox 18">
            <a:extLst>
              <a:ext uri="{FF2B5EF4-FFF2-40B4-BE49-F238E27FC236}">
                <a16:creationId xmlns:a16="http://schemas.microsoft.com/office/drawing/2014/main" id="{65F89AE0-185C-42FE-A751-01F79993E04C}"/>
              </a:ext>
            </a:extLst>
          </p:cNvPr>
          <p:cNvSpPr txBox="1"/>
          <p:nvPr/>
        </p:nvSpPr>
        <p:spPr>
          <a:xfrm>
            <a:off x="714599" y="6004033"/>
            <a:ext cx="5368786" cy="276999"/>
          </a:xfrm>
          <a:prstGeom prst="rect">
            <a:avLst/>
          </a:prstGeom>
          <a:noFill/>
        </p:spPr>
        <p:txBody>
          <a:bodyPr wrap="square" rtlCol="0">
            <a:spAutoFit/>
          </a:bodyPr>
          <a:lstStyle/>
          <a:p>
            <a:pPr algn="ctr"/>
            <a:r>
              <a:rPr lang="en-GB" sz="1200" dirty="0"/>
              <a:t>c. Urban Heat Island and Urban Thermal Field Variance Index Extraction from LST</a:t>
            </a:r>
          </a:p>
        </p:txBody>
      </p:sp>
    </p:spTree>
    <p:extLst>
      <p:ext uri="{BB962C8B-B14F-4D97-AF65-F5344CB8AC3E}">
        <p14:creationId xmlns:p14="http://schemas.microsoft.com/office/powerpoint/2010/main" val="3649482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Urban Thermal Field Variance Index</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22" name="TextBox 21">
            <a:extLst>
              <a:ext uri="{FF2B5EF4-FFF2-40B4-BE49-F238E27FC236}">
                <a16:creationId xmlns:a16="http://schemas.microsoft.com/office/drawing/2014/main" id="{5443DCC4-D8FC-46D4-AA6A-3794652CCAAE}"/>
              </a:ext>
            </a:extLst>
          </p:cNvPr>
          <p:cNvSpPr txBox="1"/>
          <p:nvPr/>
        </p:nvSpPr>
        <p:spPr>
          <a:xfrm>
            <a:off x="1492841" y="5875243"/>
            <a:ext cx="9545952" cy="369332"/>
          </a:xfrm>
          <a:prstGeom prst="rect">
            <a:avLst/>
          </a:prstGeom>
          <a:noFill/>
        </p:spPr>
        <p:txBody>
          <a:bodyPr wrap="square">
            <a:spAutoFit/>
          </a:bodyPr>
          <a:lstStyle/>
          <a:p>
            <a:r>
              <a:rPr lang="en-GB" sz="1800" dirty="0">
                <a:hlinkClick r:id="rId4">
                  <a:extLst>
                    <a:ext uri="{A12FA001-AC4F-418D-AE19-62706E023703}">
                      <ahyp:hlinkClr xmlns:ahyp="http://schemas.microsoft.com/office/drawing/2018/hyperlinkcolor" val="tx"/>
                    </a:ext>
                  </a:extLst>
                </a:hlinkClick>
              </a:rPr>
              <a:t>GEE Code Repository: </a:t>
            </a:r>
            <a:r>
              <a:rPr lang="en-GB" sz="1800" dirty="0">
                <a:solidFill>
                  <a:srgbClr val="954F72"/>
                </a:solidFill>
              </a:rPr>
              <a:t>https://code.earthengine.google.com/59665e53d76529fb4b89234f76b1d2d7</a:t>
            </a:r>
            <a:endParaRPr lang="en-GB" sz="1800" dirty="0"/>
          </a:p>
        </p:txBody>
      </p:sp>
      <p:grpSp>
        <p:nvGrpSpPr>
          <p:cNvPr id="2" name="Group 1">
            <a:extLst>
              <a:ext uri="{FF2B5EF4-FFF2-40B4-BE49-F238E27FC236}">
                <a16:creationId xmlns:a16="http://schemas.microsoft.com/office/drawing/2014/main" id="{E30E9271-D4E5-45E0-BDD2-0279CFE33960}"/>
              </a:ext>
            </a:extLst>
          </p:cNvPr>
          <p:cNvGrpSpPr/>
          <p:nvPr/>
        </p:nvGrpSpPr>
        <p:grpSpPr>
          <a:xfrm>
            <a:off x="178872" y="1385312"/>
            <a:ext cx="11862786" cy="3974240"/>
            <a:chOff x="178872" y="1385312"/>
            <a:chExt cx="11862786" cy="3974240"/>
          </a:xfrm>
        </p:grpSpPr>
        <p:pic>
          <p:nvPicPr>
            <p:cNvPr id="18" name="Picture 17">
              <a:extLst>
                <a:ext uri="{FF2B5EF4-FFF2-40B4-BE49-F238E27FC236}">
                  <a16:creationId xmlns:a16="http://schemas.microsoft.com/office/drawing/2014/main" id="{BF3F718D-F1D2-4032-9233-CB0B8A7BE5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87396" y="1395301"/>
              <a:ext cx="3954262" cy="3954262"/>
            </a:xfrm>
            <a:prstGeom prst="rect">
              <a:avLst/>
            </a:prstGeom>
          </p:spPr>
        </p:pic>
        <p:pic>
          <p:nvPicPr>
            <p:cNvPr id="20" name="Picture 19">
              <a:extLst>
                <a:ext uri="{FF2B5EF4-FFF2-40B4-BE49-F238E27FC236}">
                  <a16:creationId xmlns:a16="http://schemas.microsoft.com/office/drawing/2014/main" id="{3FA3E2BB-D216-44B7-9306-D12BE4F57C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8872" y="1385312"/>
              <a:ext cx="3954262" cy="3954262"/>
            </a:xfrm>
            <a:prstGeom prst="rect">
              <a:avLst/>
            </a:prstGeom>
          </p:spPr>
        </p:pic>
        <p:pic>
          <p:nvPicPr>
            <p:cNvPr id="23" name="Picture 22">
              <a:extLst>
                <a:ext uri="{FF2B5EF4-FFF2-40B4-BE49-F238E27FC236}">
                  <a16:creationId xmlns:a16="http://schemas.microsoft.com/office/drawing/2014/main" id="{4C03E5D0-DBE4-44FC-87D4-F7E3FC4AE67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33134" y="1405290"/>
              <a:ext cx="3954262" cy="3954262"/>
            </a:xfrm>
            <a:prstGeom prst="rect">
              <a:avLst/>
            </a:prstGeom>
          </p:spPr>
        </p:pic>
      </p:grpSp>
    </p:spTree>
    <p:extLst>
      <p:ext uri="{BB962C8B-B14F-4D97-AF65-F5344CB8AC3E}">
        <p14:creationId xmlns:p14="http://schemas.microsoft.com/office/powerpoint/2010/main" val="29965553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Convolution in Google Earth Engine</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pic>
        <p:nvPicPr>
          <p:cNvPr id="51" name="Picture 50">
            <a:extLst>
              <a:ext uri="{FF2B5EF4-FFF2-40B4-BE49-F238E27FC236}">
                <a16:creationId xmlns:a16="http://schemas.microsoft.com/office/drawing/2014/main" id="{F36634BF-3206-41E3-88AF-A324FA04B0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6252" y="911346"/>
            <a:ext cx="4253189" cy="3086289"/>
          </a:xfrm>
          <a:prstGeom prst="rect">
            <a:avLst/>
          </a:prstGeom>
        </p:spPr>
      </p:pic>
      <p:sp>
        <p:nvSpPr>
          <p:cNvPr id="53" name="TextBox 52">
            <a:extLst>
              <a:ext uri="{FF2B5EF4-FFF2-40B4-BE49-F238E27FC236}">
                <a16:creationId xmlns:a16="http://schemas.microsoft.com/office/drawing/2014/main" id="{0944D08B-8A45-459A-9F61-9D04C7CB539A}"/>
              </a:ext>
            </a:extLst>
          </p:cNvPr>
          <p:cNvSpPr txBox="1"/>
          <p:nvPr/>
        </p:nvSpPr>
        <p:spPr>
          <a:xfrm>
            <a:off x="7486252" y="5875630"/>
            <a:ext cx="4253189" cy="430887"/>
          </a:xfrm>
          <a:prstGeom prst="rect">
            <a:avLst/>
          </a:prstGeom>
          <a:noFill/>
        </p:spPr>
        <p:txBody>
          <a:bodyPr wrap="square">
            <a:spAutoFit/>
          </a:bodyPr>
          <a:lstStyle/>
          <a:p>
            <a:r>
              <a:rPr lang="en-GB" sz="1050" dirty="0"/>
              <a:t>Source: </a:t>
            </a:r>
            <a:r>
              <a:rPr lang="en-GB" sz="1050" dirty="0">
                <a:hlinkClick r:id="rId5"/>
              </a:rPr>
              <a:t>https://towardsdatascience.com/intuitively-understanding-convolutions-for-deep-learning-1f6f42faee1</a:t>
            </a:r>
            <a:endParaRPr lang="en-GB" sz="1050" dirty="0"/>
          </a:p>
        </p:txBody>
      </p:sp>
      <p:pic>
        <p:nvPicPr>
          <p:cNvPr id="55" name="Picture 54">
            <a:extLst>
              <a:ext uri="{FF2B5EF4-FFF2-40B4-BE49-F238E27FC236}">
                <a16:creationId xmlns:a16="http://schemas.microsoft.com/office/drawing/2014/main" id="{F0EC0C6A-19C6-48DB-B6A1-F4C8B7C05E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46405" y="3575190"/>
            <a:ext cx="3932885" cy="2198005"/>
          </a:xfrm>
          <a:prstGeom prst="rect">
            <a:avLst/>
          </a:prstGeom>
        </p:spPr>
      </p:pic>
      <p:pic>
        <p:nvPicPr>
          <p:cNvPr id="57" name="Picture 56">
            <a:extLst>
              <a:ext uri="{FF2B5EF4-FFF2-40B4-BE49-F238E27FC236}">
                <a16:creationId xmlns:a16="http://schemas.microsoft.com/office/drawing/2014/main" id="{2DED7A61-94FA-4169-A643-5CFB45398524}"/>
              </a:ext>
            </a:extLst>
          </p:cNvPr>
          <p:cNvPicPr>
            <a:picLocks noChangeAspect="1"/>
          </p:cNvPicPr>
          <p:nvPr/>
        </p:nvPicPr>
        <p:blipFill>
          <a:blip r:embed="rId7"/>
          <a:stretch>
            <a:fillRect/>
          </a:stretch>
        </p:blipFill>
        <p:spPr>
          <a:xfrm>
            <a:off x="324829" y="1406607"/>
            <a:ext cx="6706181" cy="4160881"/>
          </a:xfrm>
          <a:prstGeom prst="rect">
            <a:avLst/>
          </a:prstGeom>
          <a:ln>
            <a:solidFill>
              <a:schemeClr val="tx1"/>
            </a:solidFill>
          </a:ln>
        </p:spPr>
      </p:pic>
    </p:spTree>
    <p:extLst>
      <p:ext uri="{BB962C8B-B14F-4D97-AF65-F5344CB8AC3E}">
        <p14:creationId xmlns:p14="http://schemas.microsoft.com/office/powerpoint/2010/main" val="22269294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Spectral Indices – NDVI, NDBI, BUA, UDI, NDWI</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pSp>
        <p:nvGrpSpPr>
          <p:cNvPr id="50" name="Group 49">
            <a:extLst>
              <a:ext uri="{FF2B5EF4-FFF2-40B4-BE49-F238E27FC236}">
                <a16:creationId xmlns:a16="http://schemas.microsoft.com/office/drawing/2014/main" id="{685193FC-3DCD-45D7-84E2-258C34416923}"/>
              </a:ext>
            </a:extLst>
          </p:cNvPr>
          <p:cNvGrpSpPr/>
          <p:nvPr/>
        </p:nvGrpSpPr>
        <p:grpSpPr>
          <a:xfrm>
            <a:off x="426876" y="898453"/>
            <a:ext cx="11212834" cy="5425386"/>
            <a:chOff x="358930" y="893656"/>
            <a:chExt cx="11212834" cy="5425386"/>
          </a:xfrm>
        </p:grpSpPr>
        <p:pic>
          <p:nvPicPr>
            <p:cNvPr id="3" name="Picture 2">
              <a:extLst>
                <a:ext uri="{FF2B5EF4-FFF2-40B4-BE49-F238E27FC236}">
                  <a16:creationId xmlns:a16="http://schemas.microsoft.com/office/drawing/2014/main" id="{EB0D891E-566E-4411-8C8B-7F2A3B74D7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92546" y="908320"/>
              <a:ext cx="1800000" cy="1800000"/>
            </a:xfrm>
            <a:prstGeom prst="rect">
              <a:avLst/>
            </a:prstGeom>
          </p:spPr>
        </p:pic>
        <p:pic>
          <p:nvPicPr>
            <p:cNvPr id="10" name="Picture 9">
              <a:extLst>
                <a:ext uri="{FF2B5EF4-FFF2-40B4-BE49-F238E27FC236}">
                  <a16:creationId xmlns:a16="http://schemas.microsoft.com/office/drawing/2014/main" id="{B8AD524E-C083-41F3-8F17-925EBF29E3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4058" y="2712834"/>
              <a:ext cx="1800000" cy="1800000"/>
            </a:xfrm>
            <a:prstGeom prst="rect">
              <a:avLst/>
            </a:prstGeom>
          </p:spPr>
        </p:pic>
        <p:pic>
          <p:nvPicPr>
            <p:cNvPr id="12" name="Picture 11">
              <a:extLst>
                <a:ext uri="{FF2B5EF4-FFF2-40B4-BE49-F238E27FC236}">
                  <a16:creationId xmlns:a16="http://schemas.microsoft.com/office/drawing/2014/main" id="{700C0771-26B6-4B80-A5A8-D91417C666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9282" y="4503297"/>
              <a:ext cx="1800000" cy="1800000"/>
            </a:xfrm>
            <a:prstGeom prst="rect">
              <a:avLst/>
            </a:prstGeom>
          </p:spPr>
        </p:pic>
        <p:pic>
          <p:nvPicPr>
            <p:cNvPr id="14" name="Picture 13">
              <a:extLst>
                <a:ext uri="{FF2B5EF4-FFF2-40B4-BE49-F238E27FC236}">
                  <a16:creationId xmlns:a16="http://schemas.microsoft.com/office/drawing/2014/main" id="{946228C8-611C-4BF3-B027-345FF5A27C6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9906" y="912000"/>
              <a:ext cx="1800000" cy="1800000"/>
            </a:xfrm>
            <a:prstGeom prst="rect">
              <a:avLst/>
            </a:prstGeom>
          </p:spPr>
        </p:pic>
        <p:pic>
          <p:nvPicPr>
            <p:cNvPr id="17" name="Picture 16">
              <a:extLst>
                <a:ext uri="{FF2B5EF4-FFF2-40B4-BE49-F238E27FC236}">
                  <a16:creationId xmlns:a16="http://schemas.microsoft.com/office/drawing/2014/main" id="{297A38CF-DF44-4579-9017-393EF8C3320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31161" y="2693184"/>
              <a:ext cx="1800000" cy="1800000"/>
            </a:xfrm>
            <a:prstGeom prst="rect">
              <a:avLst/>
            </a:prstGeom>
          </p:spPr>
        </p:pic>
        <p:pic>
          <p:nvPicPr>
            <p:cNvPr id="21" name="Picture 20">
              <a:extLst>
                <a:ext uri="{FF2B5EF4-FFF2-40B4-BE49-F238E27FC236}">
                  <a16:creationId xmlns:a16="http://schemas.microsoft.com/office/drawing/2014/main" id="{11925673-FA33-4952-AD24-DB9F6D29990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31161" y="4498515"/>
              <a:ext cx="1800000" cy="1800000"/>
            </a:xfrm>
            <a:prstGeom prst="rect">
              <a:avLst/>
            </a:prstGeom>
          </p:spPr>
        </p:pic>
        <p:pic>
          <p:nvPicPr>
            <p:cNvPr id="25" name="Picture 24">
              <a:extLst>
                <a:ext uri="{FF2B5EF4-FFF2-40B4-BE49-F238E27FC236}">
                  <a16:creationId xmlns:a16="http://schemas.microsoft.com/office/drawing/2014/main" id="{49162485-D424-451F-871D-4510E85A70A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229619" y="893656"/>
              <a:ext cx="1800000" cy="1800000"/>
            </a:xfrm>
            <a:prstGeom prst="rect">
              <a:avLst/>
            </a:prstGeom>
          </p:spPr>
        </p:pic>
        <p:pic>
          <p:nvPicPr>
            <p:cNvPr id="27" name="Picture 26">
              <a:extLst>
                <a:ext uri="{FF2B5EF4-FFF2-40B4-BE49-F238E27FC236}">
                  <a16:creationId xmlns:a16="http://schemas.microsoft.com/office/drawing/2014/main" id="{5AB298A1-03C3-450D-8419-4B88DC76F94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30922" y="2675396"/>
              <a:ext cx="1800000" cy="1800000"/>
            </a:xfrm>
            <a:prstGeom prst="rect">
              <a:avLst/>
            </a:prstGeom>
          </p:spPr>
        </p:pic>
        <p:pic>
          <p:nvPicPr>
            <p:cNvPr id="29" name="Picture 28">
              <a:extLst>
                <a:ext uri="{FF2B5EF4-FFF2-40B4-BE49-F238E27FC236}">
                  <a16:creationId xmlns:a16="http://schemas.microsoft.com/office/drawing/2014/main" id="{FD3B03B9-3E7D-4E3F-900A-2EF353F26A6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29619" y="4475396"/>
              <a:ext cx="1800000" cy="1800000"/>
            </a:xfrm>
            <a:prstGeom prst="rect">
              <a:avLst/>
            </a:prstGeom>
          </p:spPr>
        </p:pic>
        <p:pic>
          <p:nvPicPr>
            <p:cNvPr id="31" name="Picture 30">
              <a:extLst>
                <a:ext uri="{FF2B5EF4-FFF2-40B4-BE49-F238E27FC236}">
                  <a16:creationId xmlns:a16="http://schemas.microsoft.com/office/drawing/2014/main" id="{177DAD80-3FC3-44D7-8821-33BC9721FAD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771764" y="933761"/>
              <a:ext cx="1800000" cy="1800000"/>
            </a:xfrm>
            <a:prstGeom prst="rect">
              <a:avLst/>
            </a:prstGeom>
          </p:spPr>
        </p:pic>
        <p:pic>
          <p:nvPicPr>
            <p:cNvPr id="33" name="Picture 32">
              <a:extLst>
                <a:ext uri="{FF2B5EF4-FFF2-40B4-BE49-F238E27FC236}">
                  <a16:creationId xmlns:a16="http://schemas.microsoft.com/office/drawing/2014/main" id="{A0F84809-74C0-4B06-B893-1250026D255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771764" y="2733761"/>
              <a:ext cx="1800000" cy="1800000"/>
            </a:xfrm>
            <a:prstGeom prst="rect">
              <a:avLst/>
            </a:prstGeom>
          </p:spPr>
        </p:pic>
        <p:pic>
          <p:nvPicPr>
            <p:cNvPr id="35" name="Picture 34">
              <a:extLst>
                <a:ext uri="{FF2B5EF4-FFF2-40B4-BE49-F238E27FC236}">
                  <a16:creationId xmlns:a16="http://schemas.microsoft.com/office/drawing/2014/main" id="{BAED4221-009A-45F7-AACB-0D738FB2837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771764" y="4519042"/>
              <a:ext cx="1800000" cy="1800000"/>
            </a:xfrm>
            <a:prstGeom prst="rect">
              <a:avLst/>
            </a:prstGeom>
          </p:spPr>
        </p:pic>
        <p:pic>
          <p:nvPicPr>
            <p:cNvPr id="39" name="Picture 38">
              <a:extLst>
                <a:ext uri="{FF2B5EF4-FFF2-40B4-BE49-F238E27FC236}">
                  <a16:creationId xmlns:a16="http://schemas.microsoft.com/office/drawing/2014/main" id="{2E8F1724-E0F4-4FF6-8F22-D6D9C6A3AEB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60233" y="923350"/>
              <a:ext cx="1800000" cy="1800000"/>
            </a:xfrm>
            <a:prstGeom prst="rect">
              <a:avLst/>
            </a:prstGeom>
          </p:spPr>
        </p:pic>
        <p:pic>
          <p:nvPicPr>
            <p:cNvPr id="41" name="Picture 40">
              <a:extLst>
                <a:ext uri="{FF2B5EF4-FFF2-40B4-BE49-F238E27FC236}">
                  <a16:creationId xmlns:a16="http://schemas.microsoft.com/office/drawing/2014/main" id="{6FEE84F7-313E-4B22-9CE5-FEC2E3AEF059}"/>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58930" y="2693184"/>
              <a:ext cx="1800000" cy="1800000"/>
            </a:xfrm>
            <a:prstGeom prst="rect">
              <a:avLst/>
            </a:prstGeom>
          </p:spPr>
        </p:pic>
        <p:pic>
          <p:nvPicPr>
            <p:cNvPr id="43" name="Picture 42">
              <a:extLst>
                <a:ext uri="{FF2B5EF4-FFF2-40B4-BE49-F238E27FC236}">
                  <a16:creationId xmlns:a16="http://schemas.microsoft.com/office/drawing/2014/main" id="{C1079835-07BF-411E-B75D-547A72816F2D}"/>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58930" y="4457938"/>
              <a:ext cx="1800000" cy="1800000"/>
            </a:xfrm>
            <a:prstGeom prst="rect">
              <a:avLst/>
            </a:prstGeom>
          </p:spPr>
        </p:pic>
        <p:pic>
          <p:nvPicPr>
            <p:cNvPr id="45" name="Picture 44">
              <a:extLst>
                <a:ext uri="{FF2B5EF4-FFF2-40B4-BE49-F238E27FC236}">
                  <a16:creationId xmlns:a16="http://schemas.microsoft.com/office/drawing/2014/main" id="{B8A34273-6022-4141-B4AA-E0B058D57453}"/>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7868838" y="929263"/>
              <a:ext cx="1800000" cy="1800000"/>
            </a:xfrm>
            <a:prstGeom prst="rect">
              <a:avLst/>
            </a:prstGeom>
          </p:spPr>
        </p:pic>
        <p:pic>
          <p:nvPicPr>
            <p:cNvPr id="47" name="Picture 46">
              <a:extLst>
                <a:ext uri="{FF2B5EF4-FFF2-40B4-BE49-F238E27FC236}">
                  <a16:creationId xmlns:a16="http://schemas.microsoft.com/office/drawing/2014/main" id="{07791099-DBE1-493D-8FB3-C36712246014}"/>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7868838" y="2712834"/>
              <a:ext cx="1800000" cy="1800000"/>
            </a:xfrm>
            <a:prstGeom prst="rect">
              <a:avLst/>
            </a:prstGeom>
          </p:spPr>
        </p:pic>
        <p:pic>
          <p:nvPicPr>
            <p:cNvPr id="49" name="Picture 48">
              <a:extLst>
                <a:ext uri="{FF2B5EF4-FFF2-40B4-BE49-F238E27FC236}">
                  <a16:creationId xmlns:a16="http://schemas.microsoft.com/office/drawing/2014/main" id="{F91CAB64-7F66-4EE4-87D5-BDBEDA51F70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868838" y="4503297"/>
              <a:ext cx="1800000" cy="1800000"/>
            </a:xfrm>
            <a:prstGeom prst="rect">
              <a:avLst/>
            </a:prstGeom>
          </p:spPr>
        </p:pic>
      </p:grpSp>
    </p:spTree>
    <p:extLst>
      <p:ext uri="{BB962C8B-B14F-4D97-AF65-F5344CB8AC3E}">
        <p14:creationId xmlns:p14="http://schemas.microsoft.com/office/powerpoint/2010/main" val="8394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0"/>
                                        <p:tgtEl>
                                          <p:spTgt spid="50"/>
                                        </p:tgtEl>
                                      </p:cBhvr>
                                    </p:animEffect>
                                    <p:anim calcmode="lin" valueType="num">
                                      <p:cBhvr>
                                        <p:cTn id="8" dur="1000" fill="hold"/>
                                        <p:tgtEl>
                                          <p:spTgt spid="50"/>
                                        </p:tgtEl>
                                        <p:attrNameLst>
                                          <p:attrName>ppt_x</p:attrName>
                                        </p:attrNameLst>
                                      </p:cBhvr>
                                      <p:tavLst>
                                        <p:tav tm="0">
                                          <p:val>
                                            <p:strVal val="#ppt_x"/>
                                          </p:val>
                                        </p:tav>
                                        <p:tav tm="100000">
                                          <p:val>
                                            <p:strVal val="#ppt_x"/>
                                          </p:val>
                                        </p:tav>
                                      </p:tavLst>
                                    </p:anim>
                                    <p:anim calcmode="lin" valueType="num">
                                      <p:cBhvr>
                                        <p:cTn id="9"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23220"/>
          </a:xfrm>
          <a:prstGeom prst="rect">
            <a:avLst/>
          </a:prstGeom>
          <a:noFill/>
        </p:spPr>
        <p:txBody>
          <a:bodyPr wrap="square">
            <a:spAutoFit/>
          </a:bodyPr>
          <a:lstStyle/>
          <a:p>
            <a:pPr algn="ctr"/>
            <a:r>
              <a:rPr lang="en-US" sz="2800" b="1" dirty="0">
                <a:latin typeface="Calibri "/>
                <a:cs typeface="Amiri" panose="00000500000000000000" pitchFamily="2" charset="-78"/>
              </a:rPr>
              <a:t>Topographic Variables</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pSp>
        <p:nvGrpSpPr>
          <p:cNvPr id="22" name="Group 21">
            <a:extLst>
              <a:ext uri="{FF2B5EF4-FFF2-40B4-BE49-F238E27FC236}">
                <a16:creationId xmlns:a16="http://schemas.microsoft.com/office/drawing/2014/main" id="{65B89AD4-50F3-470B-B37B-DAE9B555DCA6}"/>
              </a:ext>
            </a:extLst>
          </p:cNvPr>
          <p:cNvGrpSpPr/>
          <p:nvPr/>
        </p:nvGrpSpPr>
        <p:grpSpPr>
          <a:xfrm>
            <a:off x="247264" y="1057017"/>
            <a:ext cx="11511637" cy="2915666"/>
            <a:chOff x="484711" y="2096106"/>
            <a:chExt cx="11511637" cy="2915666"/>
          </a:xfrm>
        </p:grpSpPr>
        <p:pic>
          <p:nvPicPr>
            <p:cNvPr id="4" name="Picture 3">
              <a:extLst>
                <a:ext uri="{FF2B5EF4-FFF2-40B4-BE49-F238E27FC236}">
                  <a16:creationId xmlns:a16="http://schemas.microsoft.com/office/drawing/2014/main" id="{01A95DEA-E162-4F68-BE2B-72D5B6A693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6348" y="2128878"/>
              <a:ext cx="2880000" cy="2880000"/>
            </a:xfrm>
            <a:prstGeom prst="rect">
              <a:avLst/>
            </a:prstGeom>
          </p:spPr>
        </p:pic>
        <p:pic>
          <p:nvPicPr>
            <p:cNvPr id="13" name="Picture 12">
              <a:extLst>
                <a:ext uri="{FF2B5EF4-FFF2-40B4-BE49-F238E27FC236}">
                  <a16:creationId xmlns:a16="http://schemas.microsoft.com/office/drawing/2014/main" id="{26595378-9A41-4AED-BF43-D77DAF1895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711" y="2096106"/>
              <a:ext cx="2880000" cy="2880000"/>
            </a:xfrm>
            <a:prstGeom prst="rect">
              <a:avLst/>
            </a:prstGeom>
          </p:spPr>
        </p:pic>
        <p:pic>
          <p:nvPicPr>
            <p:cNvPr id="18" name="Picture 17">
              <a:extLst>
                <a:ext uri="{FF2B5EF4-FFF2-40B4-BE49-F238E27FC236}">
                  <a16:creationId xmlns:a16="http://schemas.microsoft.com/office/drawing/2014/main" id="{32424443-67AD-4CED-87FF-CD0E7E47E3C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16348" y="2131772"/>
              <a:ext cx="2880000" cy="2880000"/>
            </a:xfrm>
            <a:prstGeom prst="rect">
              <a:avLst/>
            </a:prstGeom>
          </p:spPr>
        </p:pic>
        <p:pic>
          <p:nvPicPr>
            <p:cNvPr id="20" name="Picture 19">
              <a:extLst>
                <a:ext uri="{FF2B5EF4-FFF2-40B4-BE49-F238E27FC236}">
                  <a16:creationId xmlns:a16="http://schemas.microsoft.com/office/drawing/2014/main" id="{23BEB63B-D9AA-4B07-8172-DFF4449C8C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56348" y="2122227"/>
              <a:ext cx="2880000" cy="2880000"/>
            </a:xfrm>
            <a:prstGeom prst="rect">
              <a:avLst/>
            </a:prstGeom>
          </p:spPr>
        </p:pic>
      </p:grpSp>
      <p:sp>
        <p:nvSpPr>
          <p:cNvPr id="24" name="TextBox 23">
            <a:extLst>
              <a:ext uri="{FF2B5EF4-FFF2-40B4-BE49-F238E27FC236}">
                <a16:creationId xmlns:a16="http://schemas.microsoft.com/office/drawing/2014/main" id="{5096AE87-6699-4513-99CC-82AACC5478A4}"/>
              </a:ext>
            </a:extLst>
          </p:cNvPr>
          <p:cNvSpPr txBox="1"/>
          <p:nvPr/>
        </p:nvSpPr>
        <p:spPr>
          <a:xfrm>
            <a:off x="247264" y="4152900"/>
            <a:ext cx="11511637" cy="369332"/>
          </a:xfrm>
          <a:prstGeom prst="rect">
            <a:avLst/>
          </a:prstGeom>
          <a:noFill/>
        </p:spPr>
        <p:txBody>
          <a:bodyPr wrap="square" rtlCol="0">
            <a:spAutoFit/>
          </a:bodyPr>
          <a:lstStyle/>
          <a:p>
            <a:pPr marL="285750" indent="-285750">
              <a:buFont typeface="Wingdings" panose="05000000000000000000" pitchFamily="2" charset="2"/>
              <a:buChar char="Ø"/>
            </a:pPr>
            <a:r>
              <a:rPr lang="en-GB" dirty="0"/>
              <a:t>Elevation range from 563 – 3434m, Slope from 0 – 86.3 degrees</a:t>
            </a:r>
          </a:p>
        </p:txBody>
      </p:sp>
    </p:spTree>
    <p:extLst>
      <p:ext uri="{BB962C8B-B14F-4D97-AF65-F5344CB8AC3E}">
        <p14:creationId xmlns:p14="http://schemas.microsoft.com/office/powerpoint/2010/main" val="39742370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23220"/>
          </a:xfrm>
          <a:prstGeom prst="rect">
            <a:avLst/>
          </a:prstGeom>
          <a:noFill/>
        </p:spPr>
        <p:txBody>
          <a:bodyPr wrap="square">
            <a:spAutoFit/>
          </a:bodyPr>
          <a:lstStyle/>
          <a:p>
            <a:pPr algn="ctr"/>
            <a:r>
              <a:rPr lang="en-US" sz="2800" b="1" dirty="0">
                <a:latin typeface="Calibri "/>
                <a:cs typeface="Amiri" panose="00000500000000000000" pitchFamily="2" charset="-78"/>
              </a:rPr>
              <a:t>Online Survey</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pSp>
        <p:nvGrpSpPr>
          <p:cNvPr id="14" name="Group 13">
            <a:extLst>
              <a:ext uri="{FF2B5EF4-FFF2-40B4-BE49-F238E27FC236}">
                <a16:creationId xmlns:a16="http://schemas.microsoft.com/office/drawing/2014/main" id="{32D208BC-19A5-45B0-819C-323FC8FF7D09}"/>
              </a:ext>
            </a:extLst>
          </p:cNvPr>
          <p:cNvGrpSpPr/>
          <p:nvPr/>
        </p:nvGrpSpPr>
        <p:grpSpPr>
          <a:xfrm>
            <a:off x="792142" y="1041614"/>
            <a:ext cx="10879268" cy="5060148"/>
            <a:chOff x="792142" y="1041614"/>
            <a:chExt cx="10879268" cy="5060148"/>
          </a:xfrm>
        </p:grpSpPr>
        <p:grpSp>
          <p:nvGrpSpPr>
            <p:cNvPr id="16" name="Group 15">
              <a:extLst>
                <a:ext uri="{FF2B5EF4-FFF2-40B4-BE49-F238E27FC236}">
                  <a16:creationId xmlns:a16="http://schemas.microsoft.com/office/drawing/2014/main" id="{7CB4C9E9-1AB6-4874-9477-6DF48227888C}"/>
                </a:ext>
              </a:extLst>
            </p:cNvPr>
            <p:cNvGrpSpPr/>
            <p:nvPr/>
          </p:nvGrpSpPr>
          <p:grpSpPr>
            <a:xfrm>
              <a:off x="792142" y="1049234"/>
              <a:ext cx="10879268" cy="5052528"/>
              <a:chOff x="453424" y="957277"/>
              <a:chExt cx="10879268" cy="5052528"/>
            </a:xfrm>
          </p:grpSpPr>
          <p:pic>
            <p:nvPicPr>
              <p:cNvPr id="19" name="Picture 132" descr="Forms response chart. Question title: Have you noticed any significant changes in temperature patterns or extremes in Muzaffarabad AJK over the past two decades?. Number of responses: 503 responses.">
                <a:extLst>
                  <a:ext uri="{FF2B5EF4-FFF2-40B4-BE49-F238E27FC236}">
                    <a16:creationId xmlns:a16="http://schemas.microsoft.com/office/drawing/2014/main" id="{8FE0D107-E723-4FF1-97ED-28A47BC9F38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6126"/>
              <a:stretch/>
            </p:blipFill>
            <p:spPr bwMode="auto">
              <a:xfrm>
                <a:off x="453424" y="3480909"/>
                <a:ext cx="5300904" cy="25288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1" name="Picture 134" descr="Forms response chart. Question title: Have you observed any discernible impacts on tourism in Muzaffarabad, AJK, attributable to changes in land use land cover change?&#10;. Number of responses: 502 responses.">
                <a:extLst>
                  <a:ext uri="{FF2B5EF4-FFF2-40B4-BE49-F238E27FC236}">
                    <a16:creationId xmlns:a16="http://schemas.microsoft.com/office/drawing/2014/main" id="{1DF3F9CF-6BF7-4E0C-9FB3-9276AC5D57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6485" y="957277"/>
                <a:ext cx="5576207" cy="252889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3" name="Picture 136" descr="Forms response chart. Question title: In your opinion, how have the observed changes in land use and land cover affected the local economy and livelihoods in Muzaffarabad AJK?&#10;. Number of responses: 504 responses.">
                <a:extLst>
                  <a:ext uri="{FF2B5EF4-FFF2-40B4-BE49-F238E27FC236}">
                    <a16:creationId xmlns:a16="http://schemas.microsoft.com/office/drawing/2014/main" id="{DE490583-DB73-48D1-86B5-66B67F3880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6486" y="3480909"/>
                <a:ext cx="5576206" cy="25288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pic>
          <p:nvPicPr>
            <p:cNvPr id="17" name="Picture 140" descr="Forms response chart. Question title: What are the underlying causes of changes in land use and land cover in Muzaffarabad ?&#10;. Number of responses: 504 responses.">
              <a:extLst>
                <a:ext uri="{FF2B5EF4-FFF2-40B4-BE49-F238E27FC236}">
                  <a16:creationId xmlns:a16="http://schemas.microsoft.com/office/drawing/2014/main" id="{C769DEC4-B230-4A8E-8741-F8A9CA5BAE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4876" y="1041614"/>
              <a:ext cx="5308540" cy="252363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821509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23220"/>
          </a:xfrm>
          <a:prstGeom prst="rect">
            <a:avLst/>
          </a:prstGeom>
          <a:noFill/>
        </p:spPr>
        <p:txBody>
          <a:bodyPr wrap="square">
            <a:spAutoFit/>
          </a:bodyPr>
          <a:lstStyle/>
          <a:p>
            <a:pPr algn="ctr"/>
            <a:r>
              <a:rPr lang="en-US" sz="2800" b="1" dirty="0">
                <a:latin typeface="Calibri "/>
                <a:cs typeface="Amiri" panose="00000500000000000000" pitchFamily="2" charset="-78"/>
              </a:rPr>
              <a:t>Online Survey</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pSp>
        <p:nvGrpSpPr>
          <p:cNvPr id="18" name="Group 17">
            <a:extLst>
              <a:ext uri="{FF2B5EF4-FFF2-40B4-BE49-F238E27FC236}">
                <a16:creationId xmlns:a16="http://schemas.microsoft.com/office/drawing/2014/main" id="{09FD6792-0C93-4E5E-91E3-162E0EB5CD80}"/>
              </a:ext>
            </a:extLst>
          </p:cNvPr>
          <p:cNvGrpSpPr/>
          <p:nvPr/>
        </p:nvGrpSpPr>
        <p:grpSpPr>
          <a:xfrm>
            <a:off x="658421" y="1010976"/>
            <a:ext cx="10800000" cy="5018919"/>
            <a:chOff x="658421" y="1010976"/>
            <a:chExt cx="10800000" cy="5018919"/>
          </a:xfrm>
        </p:grpSpPr>
        <p:pic>
          <p:nvPicPr>
            <p:cNvPr id="20" name="Picture 126" descr="Forms response chart. Question title: Have you experienced any changes in access to natural resources (e.g., water, forests, agricultural land) due to LULC changes?&#10;. Number of responses: 503 responses.">
              <a:extLst>
                <a:ext uri="{FF2B5EF4-FFF2-40B4-BE49-F238E27FC236}">
                  <a16:creationId xmlns:a16="http://schemas.microsoft.com/office/drawing/2014/main" id="{89ED78B0-DF99-46C2-9D26-D6272417E0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421" y="1013801"/>
              <a:ext cx="5400000" cy="274429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2" name="Picture 128" descr="Forms response chart. Question title: How do you perceive the impact of LULC changes on energy supply and demand in your area?&#10;. Number of responses: 504 responses.">
              <a:extLst>
                <a:ext uri="{FF2B5EF4-FFF2-40B4-BE49-F238E27FC236}">
                  <a16:creationId xmlns:a16="http://schemas.microsoft.com/office/drawing/2014/main" id="{868A84F7-E013-442C-B135-978F48D0DE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421" y="3758098"/>
              <a:ext cx="5400000" cy="227179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4" name="Picture 130" descr="Forms response chart. Question title: How do you believe LULC changes have affected the property values in Muzaffarabad?&#10;. Number of responses: 504 responses.">
              <a:extLst>
                <a:ext uri="{FF2B5EF4-FFF2-40B4-BE49-F238E27FC236}">
                  <a16:creationId xmlns:a16="http://schemas.microsoft.com/office/drawing/2014/main" id="{CAB17DCF-88D9-492A-BA51-DD375D84ED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8421" y="3282773"/>
              <a:ext cx="5400000" cy="227179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5" name="Picture 132" descr="Forms response chart. Question title: How have LULC dynamics impacted agriculture and farming practices in Muzaffarabad AJK?. Number of responses: 503 responses.">
              <a:extLst>
                <a:ext uri="{FF2B5EF4-FFF2-40B4-BE49-F238E27FC236}">
                  <a16:creationId xmlns:a16="http://schemas.microsoft.com/office/drawing/2014/main" id="{0B73ECE8-86B7-452B-BB4A-62735E7B72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8421" y="1010976"/>
              <a:ext cx="5400000" cy="227179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953231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23220"/>
          </a:xfrm>
          <a:prstGeom prst="rect">
            <a:avLst/>
          </a:prstGeom>
          <a:noFill/>
        </p:spPr>
        <p:txBody>
          <a:bodyPr wrap="square">
            <a:spAutoFit/>
          </a:bodyPr>
          <a:lstStyle/>
          <a:p>
            <a:pPr algn="ctr"/>
            <a:r>
              <a:rPr lang="en-US" sz="2800" b="1" dirty="0">
                <a:latin typeface="Calibri "/>
                <a:cs typeface="Amiri" panose="00000500000000000000" pitchFamily="2" charset="-78"/>
              </a:rPr>
              <a:t>Online Survey</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pSp>
        <p:nvGrpSpPr>
          <p:cNvPr id="13" name="Group 12">
            <a:extLst>
              <a:ext uri="{FF2B5EF4-FFF2-40B4-BE49-F238E27FC236}">
                <a16:creationId xmlns:a16="http://schemas.microsoft.com/office/drawing/2014/main" id="{E440FB25-AC2A-479E-8704-5AE7A93C4E4E}"/>
              </a:ext>
            </a:extLst>
          </p:cNvPr>
          <p:cNvGrpSpPr/>
          <p:nvPr/>
        </p:nvGrpSpPr>
        <p:grpSpPr>
          <a:xfrm>
            <a:off x="445988" y="1106381"/>
            <a:ext cx="11207424" cy="2448984"/>
            <a:chOff x="73362" y="1861528"/>
            <a:chExt cx="11207424" cy="2448984"/>
          </a:xfrm>
        </p:grpSpPr>
        <p:pic>
          <p:nvPicPr>
            <p:cNvPr id="14" name="Picture 124" descr="Forms response chart. Question title: How has urbanization affected traffic conditions in your area?&#10;. Number of responses: 503 responses.">
              <a:extLst>
                <a:ext uri="{FF2B5EF4-FFF2-40B4-BE49-F238E27FC236}">
                  <a16:creationId xmlns:a16="http://schemas.microsoft.com/office/drawing/2014/main" id="{3ADC376A-488A-4F46-BE4E-7D821947C0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62" y="1867309"/>
              <a:ext cx="5807423" cy="244320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6" name="Picture 126" descr="Forms response chart. Question title: How have land use and land cover changes in Muzaffarabad AJK influenced the cost of living and living standards in your community?&#10;. Number of responses: 503 responses.">
              <a:extLst>
                <a:ext uri="{FF2B5EF4-FFF2-40B4-BE49-F238E27FC236}">
                  <a16:creationId xmlns:a16="http://schemas.microsoft.com/office/drawing/2014/main" id="{661857C2-7A2C-4F83-B31A-0EDFE5FA90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0786" y="1861528"/>
              <a:ext cx="5400000" cy="244898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186738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23220"/>
          </a:xfrm>
          <a:prstGeom prst="rect">
            <a:avLst/>
          </a:prstGeom>
          <a:noFill/>
        </p:spPr>
        <p:txBody>
          <a:bodyPr wrap="square">
            <a:spAutoFit/>
          </a:bodyPr>
          <a:lstStyle/>
          <a:p>
            <a:pPr algn="ctr"/>
            <a:r>
              <a:rPr lang="en-US" sz="2800" b="1">
                <a:latin typeface="Calibri "/>
                <a:cs typeface="Amiri" panose="00000500000000000000" pitchFamily="2" charset="-78"/>
              </a:rPr>
              <a:t>Correlation Analysis – LST, NDVI and NDBI</a:t>
            </a:r>
            <a:endParaRPr lang="en-US" sz="2800" b="1" dirty="0">
              <a:latin typeface="Calibri "/>
              <a:cs typeface="Amiri" panose="00000500000000000000" pitchFamily="2" charset="-78"/>
            </a:endParaRP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pSp>
        <p:nvGrpSpPr>
          <p:cNvPr id="11" name="Group 10">
            <a:extLst>
              <a:ext uri="{FF2B5EF4-FFF2-40B4-BE49-F238E27FC236}">
                <a16:creationId xmlns:a16="http://schemas.microsoft.com/office/drawing/2014/main" id="{59DA18D7-EDF0-4FC3-8119-E3398FE6F700}"/>
              </a:ext>
            </a:extLst>
          </p:cNvPr>
          <p:cNvGrpSpPr/>
          <p:nvPr/>
        </p:nvGrpSpPr>
        <p:grpSpPr>
          <a:xfrm>
            <a:off x="436564" y="1081160"/>
            <a:ext cx="10801480" cy="5036282"/>
            <a:chOff x="436564" y="1046435"/>
            <a:chExt cx="10801480" cy="5036282"/>
          </a:xfrm>
        </p:grpSpPr>
        <p:grpSp>
          <p:nvGrpSpPr>
            <p:cNvPr id="12" name="Group 11">
              <a:extLst>
                <a:ext uri="{FF2B5EF4-FFF2-40B4-BE49-F238E27FC236}">
                  <a16:creationId xmlns:a16="http://schemas.microsoft.com/office/drawing/2014/main" id="{09112BF8-E675-41DD-A771-2F755E47BD61}"/>
                </a:ext>
              </a:extLst>
            </p:cNvPr>
            <p:cNvGrpSpPr/>
            <p:nvPr/>
          </p:nvGrpSpPr>
          <p:grpSpPr>
            <a:xfrm>
              <a:off x="436564" y="1046435"/>
              <a:ext cx="10799448" cy="2520000"/>
              <a:chOff x="436564" y="1046435"/>
              <a:chExt cx="10799448" cy="2520000"/>
            </a:xfrm>
          </p:grpSpPr>
          <p:graphicFrame>
            <p:nvGraphicFramePr>
              <p:cNvPr id="21" name="Chart 20">
                <a:extLst>
                  <a:ext uri="{FF2B5EF4-FFF2-40B4-BE49-F238E27FC236}">
                    <a16:creationId xmlns:a16="http://schemas.microsoft.com/office/drawing/2014/main" id="{B8F2D3D2-06FD-4C60-88FA-C7EDD6064614}"/>
                  </a:ext>
                </a:extLst>
              </p:cNvPr>
              <p:cNvGraphicFramePr>
                <a:graphicFrameLocks/>
              </p:cNvGraphicFramePr>
              <p:nvPr>
                <p:extLst>
                  <p:ext uri="{D42A27DB-BD31-4B8C-83A1-F6EECF244321}">
                    <p14:modId xmlns:p14="http://schemas.microsoft.com/office/powerpoint/2010/main" val="2017836501"/>
                  </p:ext>
                </p:extLst>
              </p:nvPr>
            </p:nvGraphicFramePr>
            <p:xfrm>
              <a:off x="436564" y="1046435"/>
              <a:ext cx="3600000" cy="25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 name="Chart 21">
                <a:extLst>
                  <a:ext uri="{FF2B5EF4-FFF2-40B4-BE49-F238E27FC236}">
                    <a16:creationId xmlns:a16="http://schemas.microsoft.com/office/drawing/2014/main" id="{59A04487-34D9-4F2B-AB68-244661168374}"/>
                  </a:ext>
                </a:extLst>
              </p:cNvPr>
              <p:cNvGraphicFramePr>
                <a:graphicFrameLocks/>
              </p:cNvGraphicFramePr>
              <p:nvPr>
                <p:extLst>
                  <p:ext uri="{D42A27DB-BD31-4B8C-83A1-F6EECF244321}">
                    <p14:modId xmlns:p14="http://schemas.microsoft.com/office/powerpoint/2010/main" val="463653425"/>
                  </p:ext>
                </p:extLst>
              </p:nvPr>
            </p:nvGraphicFramePr>
            <p:xfrm>
              <a:off x="7636012" y="1046435"/>
              <a:ext cx="3600000" cy="252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3" name="Chart 22">
                <a:extLst>
                  <a:ext uri="{FF2B5EF4-FFF2-40B4-BE49-F238E27FC236}">
                    <a16:creationId xmlns:a16="http://schemas.microsoft.com/office/drawing/2014/main" id="{2080ADCD-E8E0-466F-A9DE-6029AE4FFDE8}"/>
                  </a:ext>
                </a:extLst>
              </p:cNvPr>
              <p:cNvGraphicFramePr>
                <a:graphicFrameLocks/>
              </p:cNvGraphicFramePr>
              <p:nvPr>
                <p:extLst>
                  <p:ext uri="{D42A27DB-BD31-4B8C-83A1-F6EECF244321}">
                    <p14:modId xmlns:p14="http://schemas.microsoft.com/office/powerpoint/2010/main" val="3162315087"/>
                  </p:ext>
                </p:extLst>
              </p:nvPr>
            </p:nvGraphicFramePr>
            <p:xfrm>
              <a:off x="4036564" y="1046435"/>
              <a:ext cx="3600000" cy="2520000"/>
            </p:xfrm>
            <a:graphic>
              <a:graphicData uri="http://schemas.openxmlformats.org/drawingml/2006/chart">
                <c:chart xmlns:c="http://schemas.openxmlformats.org/drawingml/2006/chart" xmlns:r="http://schemas.openxmlformats.org/officeDocument/2006/relationships" r:id="rId6"/>
              </a:graphicData>
            </a:graphic>
          </p:graphicFrame>
        </p:grpSp>
        <p:grpSp>
          <p:nvGrpSpPr>
            <p:cNvPr id="17" name="Group 16">
              <a:extLst>
                <a:ext uri="{FF2B5EF4-FFF2-40B4-BE49-F238E27FC236}">
                  <a16:creationId xmlns:a16="http://schemas.microsoft.com/office/drawing/2014/main" id="{7ADF404F-47B7-4261-83D1-F2232012A2E7}"/>
                </a:ext>
              </a:extLst>
            </p:cNvPr>
            <p:cNvGrpSpPr/>
            <p:nvPr/>
          </p:nvGrpSpPr>
          <p:grpSpPr>
            <a:xfrm>
              <a:off x="436564" y="3561210"/>
              <a:ext cx="10801480" cy="2521507"/>
              <a:chOff x="436564" y="3725493"/>
              <a:chExt cx="10801480" cy="2521507"/>
            </a:xfrm>
          </p:grpSpPr>
          <p:graphicFrame>
            <p:nvGraphicFramePr>
              <p:cNvPr id="18" name="Chart 17">
                <a:extLst>
                  <a:ext uri="{FF2B5EF4-FFF2-40B4-BE49-F238E27FC236}">
                    <a16:creationId xmlns:a16="http://schemas.microsoft.com/office/drawing/2014/main" id="{D35D40F9-CB61-449C-B4C8-CECBA3ED0740}"/>
                  </a:ext>
                </a:extLst>
              </p:cNvPr>
              <p:cNvGraphicFramePr>
                <a:graphicFrameLocks/>
              </p:cNvGraphicFramePr>
              <p:nvPr>
                <p:extLst>
                  <p:ext uri="{D42A27DB-BD31-4B8C-83A1-F6EECF244321}">
                    <p14:modId xmlns:p14="http://schemas.microsoft.com/office/powerpoint/2010/main" val="2391658280"/>
                  </p:ext>
                </p:extLst>
              </p:nvPr>
            </p:nvGraphicFramePr>
            <p:xfrm>
              <a:off x="7638044" y="3727000"/>
              <a:ext cx="3600000" cy="2520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9" name="Chart 18">
                <a:extLst>
                  <a:ext uri="{FF2B5EF4-FFF2-40B4-BE49-F238E27FC236}">
                    <a16:creationId xmlns:a16="http://schemas.microsoft.com/office/drawing/2014/main" id="{0056FD52-6608-48BF-B439-638D0F1DF31E}"/>
                  </a:ext>
                </a:extLst>
              </p:cNvPr>
              <p:cNvGraphicFramePr>
                <a:graphicFrameLocks/>
              </p:cNvGraphicFramePr>
              <p:nvPr>
                <p:extLst>
                  <p:ext uri="{D42A27DB-BD31-4B8C-83A1-F6EECF244321}">
                    <p14:modId xmlns:p14="http://schemas.microsoft.com/office/powerpoint/2010/main" val="3055078408"/>
                  </p:ext>
                </p:extLst>
              </p:nvPr>
            </p:nvGraphicFramePr>
            <p:xfrm>
              <a:off x="4036012" y="3725493"/>
              <a:ext cx="3600000" cy="25200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0" name="Chart 19">
                <a:extLst>
                  <a:ext uri="{FF2B5EF4-FFF2-40B4-BE49-F238E27FC236}">
                    <a16:creationId xmlns:a16="http://schemas.microsoft.com/office/drawing/2014/main" id="{5D682F44-C1EC-4E81-969A-B9F51B6C0089}"/>
                  </a:ext>
                </a:extLst>
              </p:cNvPr>
              <p:cNvGraphicFramePr>
                <a:graphicFrameLocks/>
              </p:cNvGraphicFramePr>
              <p:nvPr>
                <p:extLst>
                  <p:ext uri="{D42A27DB-BD31-4B8C-83A1-F6EECF244321}">
                    <p14:modId xmlns:p14="http://schemas.microsoft.com/office/powerpoint/2010/main" val="1337346140"/>
                  </p:ext>
                </p:extLst>
              </p:nvPr>
            </p:nvGraphicFramePr>
            <p:xfrm>
              <a:off x="436564" y="3725493"/>
              <a:ext cx="3600000" cy="2520000"/>
            </p:xfrm>
            <a:graphic>
              <a:graphicData uri="http://schemas.openxmlformats.org/drawingml/2006/chart">
                <c:chart xmlns:c="http://schemas.openxmlformats.org/drawingml/2006/chart" xmlns:r="http://schemas.openxmlformats.org/officeDocument/2006/relationships" r:id="rId9"/>
              </a:graphicData>
            </a:graphic>
          </p:graphicFrame>
        </p:grpSp>
      </p:grpSp>
    </p:spTree>
    <p:extLst>
      <p:ext uri="{BB962C8B-B14F-4D97-AF65-F5344CB8AC3E}">
        <p14:creationId xmlns:p14="http://schemas.microsoft.com/office/powerpoint/2010/main" val="3508169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Correlation Analysis &amp; Multiple Linear Regression</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22" name="Rectangle 19">
            <a:extLst>
              <a:ext uri="{FF2B5EF4-FFF2-40B4-BE49-F238E27FC236}">
                <a16:creationId xmlns:a16="http://schemas.microsoft.com/office/drawing/2014/main" id="{04D9D77F-4DBE-4327-AE89-AA14E8EA4F77}"/>
              </a:ext>
            </a:extLst>
          </p:cNvPr>
          <p:cNvSpPr>
            <a:spLocks noChangeArrowheads="1"/>
          </p:cNvSpPr>
          <p:nvPr/>
        </p:nvSpPr>
        <p:spPr bwMode="auto">
          <a:xfrm>
            <a:off x="5870578" y="2892426"/>
            <a:ext cx="82550"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a:ln>
                  <a:noFill/>
                </a:ln>
                <a:solidFill>
                  <a:srgbClr val="000000"/>
                </a:solidFill>
                <a:effectLst/>
                <a:latin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23">
            <a:extLst>
              <a:ext uri="{FF2B5EF4-FFF2-40B4-BE49-F238E27FC236}">
                <a16:creationId xmlns:a16="http://schemas.microsoft.com/office/drawing/2014/main" id="{BDF52AE6-989E-4180-9E39-1245110B446D}"/>
              </a:ext>
            </a:extLst>
          </p:cNvPr>
          <p:cNvSpPr>
            <a:spLocks noChangeArrowheads="1"/>
          </p:cNvSpPr>
          <p:nvPr/>
        </p:nvSpPr>
        <p:spPr bwMode="auto">
          <a:xfrm>
            <a:off x="5113340" y="3127376"/>
            <a:ext cx="82550"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4">
            <a:extLst>
              <a:ext uri="{FF2B5EF4-FFF2-40B4-BE49-F238E27FC236}">
                <a16:creationId xmlns:a16="http://schemas.microsoft.com/office/drawing/2014/main" id="{613BF846-232F-4BB0-89EF-50A5AC1DE22D}"/>
              </a:ext>
            </a:extLst>
          </p:cNvPr>
          <p:cNvSpPr>
            <a:spLocks noChangeArrowheads="1"/>
          </p:cNvSpPr>
          <p:nvPr/>
        </p:nvSpPr>
        <p:spPr bwMode="auto">
          <a:xfrm>
            <a:off x="5143503" y="3127376"/>
            <a:ext cx="9207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Times New Roman" panose="02020603050405020304" pitchFamily="18"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25">
            <a:extLst>
              <a:ext uri="{FF2B5EF4-FFF2-40B4-BE49-F238E27FC236}">
                <a16:creationId xmlns:a16="http://schemas.microsoft.com/office/drawing/2014/main" id="{6F8C74F4-866C-4807-9691-86FC21F67C87}"/>
              </a:ext>
            </a:extLst>
          </p:cNvPr>
          <p:cNvSpPr>
            <a:spLocks noChangeArrowheads="1"/>
          </p:cNvSpPr>
          <p:nvPr/>
        </p:nvSpPr>
        <p:spPr bwMode="auto">
          <a:xfrm>
            <a:off x="5184778" y="3127376"/>
            <a:ext cx="82550"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27">
            <a:extLst>
              <a:ext uri="{FF2B5EF4-FFF2-40B4-BE49-F238E27FC236}">
                <a16:creationId xmlns:a16="http://schemas.microsoft.com/office/drawing/2014/main" id="{09B2BFFA-3D08-47AA-B7A8-8805EBC0905C}"/>
              </a:ext>
            </a:extLst>
          </p:cNvPr>
          <p:cNvSpPr>
            <a:spLocks noChangeArrowheads="1"/>
          </p:cNvSpPr>
          <p:nvPr/>
        </p:nvSpPr>
        <p:spPr bwMode="auto">
          <a:xfrm>
            <a:off x="5457828" y="3127376"/>
            <a:ext cx="82550"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39">
            <a:extLst>
              <a:ext uri="{FF2B5EF4-FFF2-40B4-BE49-F238E27FC236}">
                <a16:creationId xmlns:a16="http://schemas.microsoft.com/office/drawing/2014/main" id="{E77950B4-93B5-4500-9471-2669D7AE0773}"/>
              </a:ext>
            </a:extLst>
          </p:cNvPr>
          <p:cNvSpPr>
            <a:spLocks noChangeArrowheads="1"/>
          </p:cNvSpPr>
          <p:nvPr/>
        </p:nvSpPr>
        <p:spPr bwMode="auto">
          <a:xfrm>
            <a:off x="5880103" y="5143502"/>
            <a:ext cx="82550"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a:ln>
                  <a:noFill/>
                </a:ln>
                <a:solidFill>
                  <a:srgbClr val="000000"/>
                </a:solidFill>
                <a:effectLst/>
                <a:latin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46">
            <a:extLst>
              <a:ext uri="{FF2B5EF4-FFF2-40B4-BE49-F238E27FC236}">
                <a16:creationId xmlns:a16="http://schemas.microsoft.com/office/drawing/2014/main" id="{EEDD5BC5-54B8-44AE-B96B-28CC145620D5}"/>
              </a:ext>
            </a:extLst>
          </p:cNvPr>
          <p:cNvSpPr>
            <a:spLocks noChangeArrowheads="1"/>
          </p:cNvSpPr>
          <p:nvPr/>
        </p:nvSpPr>
        <p:spPr bwMode="auto">
          <a:xfrm>
            <a:off x="5467353" y="5378452"/>
            <a:ext cx="82550"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47">
            <a:extLst>
              <a:ext uri="{FF2B5EF4-FFF2-40B4-BE49-F238E27FC236}">
                <a16:creationId xmlns:a16="http://schemas.microsoft.com/office/drawing/2014/main" id="{AAA89582-35A2-4A55-AF2C-B202135590D8}"/>
              </a:ext>
            </a:extLst>
          </p:cNvPr>
          <p:cNvSpPr>
            <a:spLocks noChangeArrowheads="1"/>
          </p:cNvSpPr>
          <p:nvPr/>
        </p:nvSpPr>
        <p:spPr bwMode="auto">
          <a:xfrm>
            <a:off x="3116265" y="7256466"/>
            <a:ext cx="82550"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a:ln>
                  <a:noFill/>
                </a:ln>
                <a:solidFill>
                  <a:srgbClr val="000000"/>
                </a:solidFill>
                <a:effectLst/>
                <a:latin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 name="Rectangle 55">
            <a:extLst>
              <a:ext uri="{FF2B5EF4-FFF2-40B4-BE49-F238E27FC236}">
                <a16:creationId xmlns:a16="http://schemas.microsoft.com/office/drawing/2014/main" id="{DFBFB277-1F6C-4F90-8FC8-5282960EC55A}"/>
              </a:ext>
            </a:extLst>
          </p:cNvPr>
          <p:cNvSpPr>
            <a:spLocks noChangeArrowheads="1"/>
          </p:cNvSpPr>
          <p:nvPr/>
        </p:nvSpPr>
        <p:spPr bwMode="auto">
          <a:xfrm>
            <a:off x="5870578" y="7256466"/>
            <a:ext cx="82550"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a:ln>
                  <a:noFill/>
                </a:ln>
                <a:solidFill>
                  <a:srgbClr val="000000"/>
                </a:solidFill>
                <a:effectLst/>
                <a:latin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00" name="Rectangle 63">
            <a:extLst>
              <a:ext uri="{FF2B5EF4-FFF2-40B4-BE49-F238E27FC236}">
                <a16:creationId xmlns:a16="http://schemas.microsoft.com/office/drawing/2014/main" id="{8DFFBBAD-4FBC-4EBD-BB47-FFE819567002}"/>
              </a:ext>
            </a:extLst>
          </p:cNvPr>
          <p:cNvSpPr>
            <a:spLocks noChangeArrowheads="1"/>
          </p:cNvSpPr>
          <p:nvPr/>
        </p:nvSpPr>
        <p:spPr bwMode="auto">
          <a:xfrm>
            <a:off x="436564" y="7829553"/>
            <a:ext cx="100013"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8258" name="Picture 66">
            <a:extLst>
              <a:ext uri="{FF2B5EF4-FFF2-40B4-BE49-F238E27FC236}">
                <a16:creationId xmlns:a16="http://schemas.microsoft.com/office/drawing/2014/main" id="{E0CA5DD4-03B4-43E2-9419-D6A9E3EA64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0890" y="1277938"/>
            <a:ext cx="2579688"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Table 11">
            <a:extLst>
              <a:ext uri="{FF2B5EF4-FFF2-40B4-BE49-F238E27FC236}">
                <a16:creationId xmlns:a16="http://schemas.microsoft.com/office/drawing/2014/main" id="{61DF362B-D182-42BC-AA11-1F1A3F00B590}"/>
              </a:ext>
            </a:extLst>
          </p:cNvPr>
          <p:cNvGraphicFramePr>
            <a:graphicFrameLocks noGrp="1"/>
          </p:cNvGraphicFramePr>
          <p:nvPr>
            <p:extLst>
              <p:ext uri="{D42A27DB-BD31-4B8C-83A1-F6EECF244321}">
                <p14:modId xmlns:p14="http://schemas.microsoft.com/office/powerpoint/2010/main" val="101033394"/>
              </p:ext>
            </p:extLst>
          </p:nvPr>
        </p:nvGraphicFramePr>
        <p:xfrm>
          <a:off x="8425300" y="3712829"/>
          <a:ext cx="3585888" cy="2544250"/>
        </p:xfrm>
        <a:graphic>
          <a:graphicData uri="http://schemas.openxmlformats.org/drawingml/2006/table">
            <a:tbl>
              <a:tblPr/>
              <a:tblGrid>
                <a:gridCol w="2444113">
                  <a:extLst>
                    <a:ext uri="{9D8B030D-6E8A-4147-A177-3AD203B41FA5}">
                      <a16:colId xmlns:a16="http://schemas.microsoft.com/office/drawing/2014/main" val="572731507"/>
                    </a:ext>
                  </a:extLst>
                </a:gridCol>
                <a:gridCol w="1141775">
                  <a:extLst>
                    <a:ext uri="{9D8B030D-6E8A-4147-A177-3AD203B41FA5}">
                      <a16:colId xmlns:a16="http://schemas.microsoft.com/office/drawing/2014/main" val="2918034438"/>
                    </a:ext>
                  </a:extLst>
                </a:gridCol>
              </a:tblGrid>
              <a:tr h="536278">
                <a:tc gridSpan="2">
                  <a:txBody>
                    <a:bodyPr/>
                    <a:lstStyle/>
                    <a:p>
                      <a:pPr algn="ctr" fontAlgn="b"/>
                      <a:r>
                        <a:rPr lang="en-GB" sz="1800" b="1" i="1" u="none" strike="noStrike" dirty="0">
                          <a:solidFill>
                            <a:srgbClr val="000000"/>
                          </a:solidFill>
                          <a:effectLst/>
                          <a:latin typeface="Calibri" panose="020F0502020204030204" pitchFamily="34" charset="0"/>
                        </a:rPr>
                        <a:t>Regression Statistics (MLR LST &amp; Terrain)</a:t>
                      </a:r>
                    </a:p>
                  </a:txBody>
                  <a:tcPr marL="78283" marR="78283" marT="39142" marB="39142"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2796467444"/>
                  </a:ext>
                </a:extLst>
              </a:tr>
              <a:tr h="380296">
                <a:tc>
                  <a:txBody>
                    <a:bodyPr/>
                    <a:lstStyle/>
                    <a:p>
                      <a:pPr algn="l" fontAlgn="b"/>
                      <a:r>
                        <a:rPr lang="en-GB" sz="1800" b="1" i="0" u="none" strike="noStrike">
                          <a:solidFill>
                            <a:srgbClr val="000000"/>
                          </a:solidFill>
                          <a:effectLst/>
                          <a:latin typeface="Calibri" panose="020F0502020204030204" pitchFamily="34" charset="0"/>
                        </a:rPr>
                        <a:t>Multiple R</a:t>
                      </a:r>
                    </a:p>
                  </a:txBody>
                  <a:tcPr marL="15845" marR="15845" marT="1584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GB" sz="1800" b="0" i="0" u="none" strike="noStrike" dirty="0">
                          <a:solidFill>
                            <a:srgbClr val="000000"/>
                          </a:solidFill>
                          <a:effectLst/>
                          <a:latin typeface="Calibri" panose="020F0502020204030204" pitchFamily="34" charset="0"/>
                        </a:rPr>
                        <a:t>0.772</a:t>
                      </a:r>
                    </a:p>
                  </a:txBody>
                  <a:tcPr marL="15845" marR="15845" marT="1584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155132826"/>
                  </a:ext>
                </a:extLst>
              </a:tr>
              <a:tr h="380296">
                <a:tc>
                  <a:txBody>
                    <a:bodyPr/>
                    <a:lstStyle/>
                    <a:p>
                      <a:pPr algn="l" fontAlgn="b"/>
                      <a:r>
                        <a:rPr lang="en-GB" sz="1800" b="1" i="0" u="none" strike="noStrike" dirty="0">
                          <a:solidFill>
                            <a:srgbClr val="000000"/>
                          </a:solidFill>
                          <a:effectLst/>
                          <a:latin typeface="Calibri" panose="020F0502020204030204" pitchFamily="34" charset="0"/>
                        </a:rPr>
                        <a:t>R Square</a:t>
                      </a:r>
                    </a:p>
                  </a:txBody>
                  <a:tcPr marL="15845" marR="15845" marT="15845" marB="0" anchor="b">
                    <a:lnL>
                      <a:noFill/>
                    </a:lnL>
                    <a:lnR>
                      <a:noFill/>
                    </a:lnR>
                    <a:lnT>
                      <a:noFill/>
                    </a:lnT>
                    <a:lnB>
                      <a:noFill/>
                    </a:lnB>
                  </a:tcPr>
                </a:tc>
                <a:tc>
                  <a:txBody>
                    <a:bodyPr/>
                    <a:lstStyle/>
                    <a:p>
                      <a:pPr algn="r" fontAlgn="b"/>
                      <a:r>
                        <a:rPr lang="en-GB" sz="1800" b="0" i="0" u="none" strike="noStrike" dirty="0">
                          <a:solidFill>
                            <a:srgbClr val="000000"/>
                          </a:solidFill>
                          <a:effectLst/>
                          <a:latin typeface="Calibri" panose="020F0502020204030204" pitchFamily="34" charset="0"/>
                        </a:rPr>
                        <a:t>0.603</a:t>
                      </a:r>
                    </a:p>
                  </a:txBody>
                  <a:tcPr marL="15845" marR="15845" marT="15845" marB="0" anchor="b">
                    <a:lnL>
                      <a:noFill/>
                    </a:lnL>
                    <a:lnR>
                      <a:noFill/>
                    </a:lnR>
                    <a:lnT>
                      <a:noFill/>
                    </a:lnT>
                    <a:lnB>
                      <a:noFill/>
                    </a:lnB>
                  </a:tcPr>
                </a:tc>
                <a:extLst>
                  <a:ext uri="{0D108BD9-81ED-4DB2-BD59-A6C34878D82A}">
                    <a16:rowId xmlns:a16="http://schemas.microsoft.com/office/drawing/2014/main" val="2777104571"/>
                  </a:ext>
                </a:extLst>
              </a:tr>
              <a:tr h="380296">
                <a:tc>
                  <a:txBody>
                    <a:bodyPr/>
                    <a:lstStyle/>
                    <a:p>
                      <a:pPr algn="l" fontAlgn="b"/>
                      <a:r>
                        <a:rPr lang="en-GB" sz="1800" b="1" i="0" u="none" strike="noStrike" dirty="0">
                          <a:solidFill>
                            <a:srgbClr val="000000"/>
                          </a:solidFill>
                          <a:effectLst/>
                          <a:latin typeface="Calibri" panose="020F0502020204030204" pitchFamily="34" charset="0"/>
                        </a:rPr>
                        <a:t>Adjusted R Square</a:t>
                      </a:r>
                    </a:p>
                  </a:txBody>
                  <a:tcPr marL="15845" marR="15845" marT="15845" marB="0" anchor="b">
                    <a:lnL>
                      <a:noFill/>
                    </a:lnL>
                    <a:lnR>
                      <a:noFill/>
                    </a:lnR>
                    <a:lnT>
                      <a:noFill/>
                    </a:lnT>
                    <a:lnB>
                      <a:noFill/>
                    </a:lnB>
                  </a:tcPr>
                </a:tc>
                <a:tc>
                  <a:txBody>
                    <a:bodyPr/>
                    <a:lstStyle/>
                    <a:p>
                      <a:pPr algn="r" fontAlgn="b"/>
                      <a:r>
                        <a:rPr lang="en-GB" sz="1800" b="0" i="0" u="none" strike="noStrike" dirty="0">
                          <a:solidFill>
                            <a:srgbClr val="000000"/>
                          </a:solidFill>
                          <a:effectLst/>
                          <a:latin typeface="Calibri" panose="020F0502020204030204" pitchFamily="34" charset="0"/>
                        </a:rPr>
                        <a:t>0.602</a:t>
                      </a:r>
                    </a:p>
                  </a:txBody>
                  <a:tcPr marL="15845" marR="15845" marT="15845" marB="0" anchor="b">
                    <a:lnL>
                      <a:noFill/>
                    </a:lnL>
                    <a:lnR>
                      <a:noFill/>
                    </a:lnR>
                    <a:lnT>
                      <a:noFill/>
                    </a:lnT>
                    <a:lnB>
                      <a:noFill/>
                    </a:lnB>
                  </a:tcPr>
                </a:tc>
                <a:extLst>
                  <a:ext uri="{0D108BD9-81ED-4DB2-BD59-A6C34878D82A}">
                    <a16:rowId xmlns:a16="http://schemas.microsoft.com/office/drawing/2014/main" val="2873733727"/>
                  </a:ext>
                </a:extLst>
              </a:tr>
              <a:tr h="380296">
                <a:tc>
                  <a:txBody>
                    <a:bodyPr/>
                    <a:lstStyle/>
                    <a:p>
                      <a:pPr algn="l" fontAlgn="b"/>
                      <a:r>
                        <a:rPr lang="en-GB" sz="1800" b="1" i="0" u="none" strike="noStrike">
                          <a:solidFill>
                            <a:srgbClr val="000000"/>
                          </a:solidFill>
                          <a:effectLst/>
                          <a:latin typeface="Calibri" panose="020F0502020204030204" pitchFamily="34" charset="0"/>
                        </a:rPr>
                        <a:t>Standard Error</a:t>
                      </a:r>
                    </a:p>
                  </a:txBody>
                  <a:tcPr marL="15845" marR="15845" marT="15845" marB="0" anchor="b">
                    <a:lnL>
                      <a:noFill/>
                    </a:lnL>
                    <a:lnR>
                      <a:noFill/>
                    </a:lnR>
                    <a:lnT>
                      <a:noFill/>
                    </a:lnT>
                    <a:lnB>
                      <a:noFill/>
                    </a:lnB>
                  </a:tcPr>
                </a:tc>
                <a:tc>
                  <a:txBody>
                    <a:bodyPr/>
                    <a:lstStyle/>
                    <a:p>
                      <a:pPr algn="r" fontAlgn="b"/>
                      <a:r>
                        <a:rPr lang="en-GB" sz="1800" b="0" i="0" u="none" strike="noStrike" dirty="0">
                          <a:solidFill>
                            <a:srgbClr val="000000"/>
                          </a:solidFill>
                          <a:effectLst/>
                          <a:latin typeface="Calibri" panose="020F0502020204030204" pitchFamily="34" charset="0"/>
                        </a:rPr>
                        <a:t>2.552</a:t>
                      </a:r>
                    </a:p>
                  </a:txBody>
                  <a:tcPr marL="15845" marR="15845" marT="15845" marB="0" anchor="b">
                    <a:lnL>
                      <a:noFill/>
                    </a:lnL>
                    <a:lnR>
                      <a:noFill/>
                    </a:lnR>
                    <a:lnT>
                      <a:noFill/>
                    </a:lnT>
                    <a:lnB>
                      <a:noFill/>
                    </a:lnB>
                  </a:tcPr>
                </a:tc>
                <a:extLst>
                  <a:ext uri="{0D108BD9-81ED-4DB2-BD59-A6C34878D82A}">
                    <a16:rowId xmlns:a16="http://schemas.microsoft.com/office/drawing/2014/main" val="2074152350"/>
                  </a:ext>
                </a:extLst>
              </a:tr>
              <a:tr h="396142">
                <a:tc>
                  <a:txBody>
                    <a:bodyPr/>
                    <a:lstStyle/>
                    <a:p>
                      <a:pPr algn="l" fontAlgn="b"/>
                      <a:r>
                        <a:rPr lang="en-GB" sz="1800" b="1" i="0" u="none" strike="noStrike" dirty="0">
                          <a:solidFill>
                            <a:srgbClr val="000000"/>
                          </a:solidFill>
                          <a:effectLst/>
                          <a:latin typeface="Calibri" panose="020F0502020204030204" pitchFamily="34" charset="0"/>
                        </a:rPr>
                        <a:t>Observations</a:t>
                      </a:r>
                    </a:p>
                  </a:txBody>
                  <a:tcPr marL="15845" marR="15845" marT="1584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GB" sz="1800" b="0" i="0" u="none" strike="noStrike" dirty="0">
                          <a:solidFill>
                            <a:srgbClr val="000000"/>
                          </a:solidFill>
                          <a:effectLst/>
                          <a:latin typeface="Calibri" panose="020F0502020204030204" pitchFamily="34" charset="0"/>
                        </a:rPr>
                        <a:t>1148</a:t>
                      </a:r>
                    </a:p>
                  </a:txBody>
                  <a:tcPr marL="15845" marR="15845" marT="15845"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7700962"/>
                  </a:ext>
                </a:extLst>
              </a:tr>
            </a:tbl>
          </a:graphicData>
        </a:graphic>
      </p:graphicFrame>
      <p:grpSp>
        <p:nvGrpSpPr>
          <p:cNvPr id="11" name="Group 10">
            <a:extLst>
              <a:ext uri="{FF2B5EF4-FFF2-40B4-BE49-F238E27FC236}">
                <a16:creationId xmlns:a16="http://schemas.microsoft.com/office/drawing/2014/main" id="{746F1607-4BB1-4CB6-AA00-F8F67D1DC7FC}"/>
              </a:ext>
            </a:extLst>
          </p:cNvPr>
          <p:cNvGrpSpPr/>
          <p:nvPr/>
        </p:nvGrpSpPr>
        <p:grpSpPr>
          <a:xfrm>
            <a:off x="134512" y="939292"/>
            <a:ext cx="7958732" cy="5320238"/>
            <a:chOff x="3985344" y="939292"/>
            <a:chExt cx="7958732" cy="5320238"/>
          </a:xfrm>
        </p:grpSpPr>
        <p:graphicFrame>
          <p:nvGraphicFramePr>
            <p:cNvPr id="24" name="Chart 23">
              <a:extLst>
                <a:ext uri="{FF2B5EF4-FFF2-40B4-BE49-F238E27FC236}">
                  <a16:creationId xmlns:a16="http://schemas.microsoft.com/office/drawing/2014/main" id="{16F6973B-4BE8-40E3-8976-6F62C1F2421F}"/>
                </a:ext>
              </a:extLst>
            </p:cNvPr>
            <p:cNvGraphicFramePr>
              <a:graphicFrameLocks/>
            </p:cNvGraphicFramePr>
            <p:nvPr>
              <p:extLst>
                <p:ext uri="{D42A27DB-BD31-4B8C-83A1-F6EECF244321}">
                  <p14:modId xmlns:p14="http://schemas.microsoft.com/office/powerpoint/2010/main" val="159042829"/>
                </p:ext>
              </p:extLst>
            </p:nvPr>
          </p:nvGraphicFramePr>
          <p:xfrm>
            <a:off x="3985344" y="940643"/>
            <a:ext cx="3981157" cy="262664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Chart 28">
              <a:extLst>
                <a:ext uri="{FF2B5EF4-FFF2-40B4-BE49-F238E27FC236}">
                  <a16:creationId xmlns:a16="http://schemas.microsoft.com/office/drawing/2014/main" id="{5CE74D97-0997-4F65-929A-521FB8C80AB5}"/>
                </a:ext>
              </a:extLst>
            </p:cNvPr>
            <p:cNvGraphicFramePr>
              <a:graphicFrameLocks/>
            </p:cNvGraphicFramePr>
            <p:nvPr>
              <p:extLst>
                <p:ext uri="{D42A27DB-BD31-4B8C-83A1-F6EECF244321}">
                  <p14:modId xmlns:p14="http://schemas.microsoft.com/office/powerpoint/2010/main" val="3949887728"/>
                </p:ext>
              </p:extLst>
            </p:nvPr>
          </p:nvGraphicFramePr>
          <p:xfrm>
            <a:off x="3985344" y="3559764"/>
            <a:ext cx="3981157" cy="269976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1" name="Chart 30">
              <a:extLst>
                <a:ext uri="{FF2B5EF4-FFF2-40B4-BE49-F238E27FC236}">
                  <a16:creationId xmlns:a16="http://schemas.microsoft.com/office/drawing/2014/main" id="{BE8021D2-6006-4090-9E8C-E5DE715140DB}"/>
                </a:ext>
              </a:extLst>
            </p:cNvPr>
            <p:cNvGraphicFramePr>
              <a:graphicFrameLocks/>
            </p:cNvGraphicFramePr>
            <p:nvPr>
              <p:extLst>
                <p:ext uri="{D42A27DB-BD31-4B8C-83A1-F6EECF244321}">
                  <p14:modId xmlns:p14="http://schemas.microsoft.com/office/powerpoint/2010/main" val="4101369933"/>
                </p:ext>
              </p:extLst>
            </p:nvPr>
          </p:nvGraphicFramePr>
          <p:xfrm>
            <a:off x="7962476" y="939292"/>
            <a:ext cx="3981600" cy="2628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4" name="Chart 33">
              <a:extLst>
                <a:ext uri="{FF2B5EF4-FFF2-40B4-BE49-F238E27FC236}">
                  <a16:creationId xmlns:a16="http://schemas.microsoft.com/office/drawing/2014/main" id="{DBF27B73-2C75-4DF2-8745-BE349B2BE201}"/>
                </a:ext>
              </a:extLst>
            </p:cNvPr>
            <p:cNvGraphicFramePr>
              <a:graphicFrameLocks/>
            </p:cNvGraphicFramePr>
            <p:nvPr>
              <p:extLst>
                <p:ext uri="{D42A27DB-BD31-4B8C-83A1-F6EECF244321}">
                  <p14:modId xmlns:p14="http://schemas.microsoft.com/office/powerpoint/2010/main" val="3950545364"/>
                </p:ext>
              </p:extLst>
            </p:nvPr>
          </p:nvGraphicFramePr>
          <p:xfrm>
            <a:off x="7962476" y="3559763"/>
            <a:ext cx="3981600" cy="2699763"/>
          </p:xfrm>
          <a:graphic>
            <a:graphicData uri="http://schemas.openxmlformats.org/drawingml/2006/chart">
              <c:chart xmlns:c="http://schemas.openxmlformats.org/drawingml/2006/chart" xmlns:r="http://schemas.openxmlformats.org/officeDocument/2006/relationships" r:id="rId8"/>
            </a:graphicData>
          </a:graphic>
        </p:graphicFrame>
      </p:grpSp>
      <p:graphicFrame>
        <p:nvGraphicFramePr>
          <p:cNvPr id="10" name="Table 9">
            <a:extLst>
              <a:ext uri="{FF2B5EF4-FFF2-40B4-BE49-F238E27FC236}">
                <a16:creationId xmlns:a16="http://schemas.microsoft.com/office/drawing/2014/main" id="{80423E22-F45A-42C9-842A-6A33D6FA4CE7}"/>
              </a:ext>
            </a:extLst>
          </p:cNvPr>
          <p:cNvGraphicFramePr>
            <a:graphicFrameLocks noGrp="1"/>
          </p:cNvGraphicFramePr>
          <p:nvPr>
            <p:extLst>
              <p:ext uri="{D42A27DB-BD31-4B8C-83A1-F6EECF244321}">
                <p14:modId xmlns:p14="http://schemas.microsoft.com/office/powerpoint/2010/main" val="4080310554"/>
              </p:ext>
            </p:extLst>
          </p:nvPr>
        </p:nvGraphicFramePr>
        <p:xfrm>
          <a:off x="8494197" y="1001711"/>
          <a:ext cx="3448093" cy="2285411"/>
        </p:xfrm>
        <a:graphic>
          <a:graphicData uri="http://schemas.openxmlformats.org/drawingml/2006/table">
            <a:tbl>
              <a:tblPr/>
              <a:tblGrid>
                <a:gridCol w="1733276">
                  <a:extLst>
                    <a:ext uri="{9D8B030D-6E8A-4147-A177-3AD203B41FA5}">
                      <a16:colId xmlns:a16="http://schemas.microsoft.com/office/drawing/2014/main" val="3697924730"/>
                    </a:ext>
                  </a:extLst>
                </a:gridCol>
                <a:gridCol w="1714817">
                  <a:extLst>
                    <a:ext uri="{9D8B030D-6E8A-4147-A177-3AD203B41FA5}">
                      <a16:colId xmlns:a16="http://schemas.microsoft.com/office/drawing/2014/main" val="2427446760"/>
                    </a:ext>
                  </a:extLst>
                </a:gridCol>
              </a:tblGrid>
              <a:tr h="330421">
                <a:tc gridSpan="2">
                  <a:txBody>
                    <a:bodyPr/>
                    <a:lstStyle/>
                    <a:p>
                      <a:pPr algn="ctr" fontAlgn="b"/>
                      <a:r>
                        <a:rPr lang="en-GB" sz="1800" b="1" i="1" u="none" strike="noStrike" dirty="0">
                          <a:solidFill>
                            <a:srgbClr val="000000"/>
                          </a:solidFill>
                          <a:effectLst/>
                          <a:latin typeface="Calibri" panose="020F0502020204030204" pitchFamily="34" charset="0"/>
                        </a:rPr>
                        <a:t>Regression Statistics (LST &amp; Indices)</a:t>
                      </a: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74097545"/>
                  </a:ext>
                </a:extLst>
              </a:tr>
              <a:tr h="330421">
                <a:tc>
                  <a:txBody>
                    <a:bodyPr/>
                    <a:lstStyle/>
                    <a:p>
                      <a:pPr algn="l" fontAlgn="b"/>
                      <a:r>
                        <a:rPr lang="en-GB" sz="1800" b="1" i="0" u="none" strike="noStrike" dirty="0">
                          <a:solidFill>
                            <a:srgbClr val="000000"/>
                          </a:solidFill>
                          <a:effectLst/>
                          <a:latin typeface="Calibri" panose="020F0502020204030204" pitchFamily="34" charset="0"/>
                        </a:rPr>
                        <a:t>Multiple R</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GB" sz="1800" b="0" i="0" u="none" strike="noStrike" dirty="0">
                          <a:solidFill>
                            <a:srgbClr val="000000"/>
                          </a:solidFill>
                          <a:effectLst/>
                          <a:latin typeface="Calibri" panose="020F0502020204030204" pitchFamily="34" charset="0"/>
                        </a:rPr>
                        <a:t>0.750</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44556058"/>
                  </a:ext>
                </a:extLst>
              </a:tr>
              <a:tr h="330421">
                <a:tc>
                  <a:txBody>
                    <a:bodyPr/>
                    <a:lstStyle/>
                    <a:p>
                      <a:pPr algn="l" fontAlgn="b"/>
                      <a:r>
                        <a:rPr lang="en-GB" sz="1800" b="1" i="0" u="none" strike="noStrike" dirty="0">
                          <a:solidFill>
                            <a:srgbClr val="000000"/>
                          </a:solidFill>
                          <a:effectLst/>
                          <a:latin typeface="Calibri" panose="020F0502020204030204" pitchFamily="34" charset="0"/>
                        </a:rPr>
                        <a:t>R Square</a:t>
                      </a:r>
                    </a:p>
                  </a:txBody>
                  <a:tcPr marL="7620" marR="7620" marT="7620" marB="0" anchor="b">
                    <a:lnL>
                      <a:noFill/>
                    </a:lnL>
                    <a:lnR>
                      <a:noFill/>
                    </a:lnR>
                    <a:lnT>
                      <a:noFill/>
                    </a:lnT>
                    <a:lnB>
                      <a:noFill/>
                    </a:lnB>
                  </a:tcPr>
                </a:tc>
                <a:tc>
                  <a:txBody>
                    <a:bodyPr/>
                    <a:lstStyle/>
                    <a:p>
                      <a:pPr algn="r" fontAlgn="b"/>
                      <a:r>
                        <a:rPr lang="en-GB" sz="1800" b="0" i="0" u="none" strike="noStrike" dirty="0">
                          <a:solidFill>
                            <a:srgbClr val="000000"/>
                          </a:solidFill>
                          <a:effectLst/>
                          <a:latin typeface="Calibri" panose="020F0502020204030204" pitchFamily="34" charset="0"/>
                        </a:rPr>
                        <a:t>0.703</a:t>
                      </a:r>
                    </a:p>
                  </a:txBody>
                  <a:tcPr marL="7620" marR="7620" marT="7620" marB="0" anchor="b">
                    <a:lnL>
                      <a:noFill/>
                    </a:lnL>
                    <a:lnR>
                      <a:noFill/>
                    </a:lnR>
                    <a:lnT>
                      <a:noFill/>
                    </a:lnT>
                    <a:lnB>
                      <a:noFill/>
                    </a:lnB>
                  </a:tcPr>
                </a:tc>
                <a:extLst>
                  <a:ext uri="{0D108BD9-81ED-4DB2-BD59-A6C34878D82A}">
                    <a16:rowId xmlns:a16="http://schemas.microsoft.com/office/drawing/2014/main" val="332454994"/>
                  </a:ext>
                </a:extLst>
              </a:tr>
              <a:tr h="619539">
                <a:tc>
                  <a:txBody>
                    <a:bodyPr/>
                    <a:lstStyle/>
                    <a:p>
                      <a:pPr algn="l" fontAlgn="b"/>
                      <a:r>
                        <a:rPr lang="en-GB" sz="1800" b="1" i="0" u="none" strike="noStrike" dirty="0">
                          <a:solidFill>
                            <a:srgbClr val="000000"/>
                          </a:solidFill>
                          <a:effectLst/>
                          <a:latin typeface="Calibri" panose="020F0502020204030204" pitchFamily="34" charset="0"/>
                        </a:rPr>
                        <a:t>Adjusted R Square</a:t>
                      </a:r>
                    </a:p>
                  </a:txBody>
                  <a:tcPr marL="7620" marR="7620" marT="7620" marB="0" anchor="b">
                    <a:lnL>
                      <a:noFill/>
                    </a:lnL>
                    <a:lnR>
                      <a:noFill/>
                    </a:lnR>
                    <a:lnT>
                      <a:noFill/>
                    </a:lnT>
                    <a:lnB>
                      <a:noFill/>
                    </a:lnB>
                  </a:tcPr>
                </a:tc>
                <a:tc>
                  <a:txBody>
                    <a:bodyPr/>
                    <a:lstStyle/>
                    <a:p>
                      <a:pPr algn="r" fontAlgn="b"/>
                      <a:r>
                        <a:rPr lang="en-GB" sz="1800" b="0" i="0" u="none" strike="noStrike" dirty="0">
                          <a:solidFill>
                            <a:srgbClr val="000000"/>
                          </a:solidFill>
                          <a:effectLst/>
                          <a:latin typeface="Calibri" panose="020F0502020204030204" pitchFamily="34" charset="0"/>
                        </a:rPr>
                        <a:t>0.702</a:t>
                      </a:r>
                    </a:p>
                  </a:txBody>
                  <a:tcPr marL="7620" marR="7620" marT="7620" marB="0" anchor="b">
                    <a:lnL>
                      <a:noFill/>
                    </a:lnL>
                    <a:lnR>
                      <a:noFill/>
                    </a:lnR>
                    <a:lnT>
                      <a:noFill/>
                    </a:lnT>
                    <a:lnB>
                      <a:noFill/>
                    </a:lnB>
                  </a:tcPr>
                </a:tc>
                <a:extLst>
                  <a:ext uri="{0D108BD9-81ED-4DB2-BD59-A6C34878D82A}">
                    <a16:rowId xmlns:a16="http://schemas.microsoft.com/office/drawing/2014/main" val="3696802226"/>
                  </a:ext>
                </a:extLst>
              </a:tr>
              <a:tr h="330421">
                <a:tc>
                  <a:txBody>
                    <a:bodyPr/>
                    <a:lstStyle/>
                    <a:p>
                      <a:pPr algn="l" fontAlgn="b"/>
                      <a:r>
                        <a:rPr lang="en-GB" sz="1800" b="1" i="0" u="none" strike="noStrike" dirty="0">
                          <a:solidFill>
                            <a:srgbClr val="000000"/>
                          </a:solidFill>
                          <a:effectLst/>
                          <a:latin typeface="Calibri" panose="020F0502020204030204" pitchFamily="34" charset="0"/>
                        </a:rPr>
                        <a:t>Standard Error</a:t>
                      </a:r>
                    </a:p>
                  </a:txBody>
                  <a:tcPr marL="7620" marR="7620" marT="7620" marB="0" anchor="b">
                    <a:lnL>
                      <a:noFill/>
                    </a:lnL>
                    <a:lnR>
                      <a:noFill/>
                    </a:lnR>
                    <a:lnT>
                      <a:noFill/>
                    </a:lnT>
                    <a:lnB>
                      <a:noFill/>
                    </a:lnB>
                  </a:tcPr>
                </a:tc>
                <a:tc>
                  <a:txBody>
                    <a:bodyPr/>
                    <a:lstStyle/>
                    <a:p>
                      <a:pPr algn="r" fontAlgn="b"/>
                      <a:r>
                        <a:rPr lang="en-GB" sz="1800" b="0" i="0" u="none" strike="noStrike" dirty="0">
                          <a:solidFill>
                            <a:srgbClr val="000000"/>
                          </a:solidFill>
                          <a:effectLst/>
                          <a:latin typeface="Calibri" panose="020F0502020204030204" pitchFamily="34" charset="0"/>
                        </a:rPr>
                        <a:t>3.057</a:t>
                      </a:r>
                    </a:p>
                  </a:txBody>
                  <a:tcPr marL="7620" marR="7620" marT="7620" marB="0" anchor="b">
                    <a:lnL>
                      <a:noFill/>
                    </a:lnL>
                    <a:lnR>
                      <a:noFill/>
                    </a:lnR>
                    <a:lnT>
                      <a:noFill/>
                    </a:lnT>
                    <a:lnB>
                      <a:noFill/>
                    </a:lnB>
                  </a:tcPr>
                </a:tc>
                <a:extLst>
                  <a:ext uri="{0D108BD9-81ED-4DB2-BD59-A6C34878D82A}">
                    <a16:rowId xmlns:a16="http://schemas.microsoft.com/office/drawing/2014/main" val="4007331459"/>
                  </a:ext>
                </a:extLst>
              </a:tr>
              <a:tr h="344188">
                <a:tc>
                  <a:txBody>
                    <a:bodyPr/>
                    <a:lstStyle/>
                    <a:p>
                      <a:pPr algn="l" fontAlgn="b"/>
                      <a:r>
                        <a:rPr lang="en-GB" sz="1800" b="1" i="0" u="none" strike="noStrike" dirty="0">
                          <a:solidFill>
                            <a:srgbClr val="000000"/>
                          </a:solidFill>
                          <a:effectLst/>
                          <a:latin typeface="Calibri" panose="020F0502020204030204" pitchFamily="34" charset="0"/>
                        </a:rPr>
                        <a:t>Observations</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GB" sz="1800" b="0" i="0" u="none" strike="noStrike" dirty="0">
                          <a:solidFill>
                            <a:srgbClr val="000000"/>
                          </a:solidFill>
                          <a:effectLst/>
                          <a:latin typeface="Calibri" panose="020F0502020204030204" pitchFamily="34" charset="0"/>
                        </a:rPr>
                        <a:t>1139</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6109896"/>
                  </a:ext>
                </a:extLst>
              </a:tr>
            </a:tbl>
          </a:graphicData>
        </a:graphic>
      </p:graphicFrame>
    </p:spTree>
    <p:extLst>
      <p:ext uri="{BB962C8B-B14F-4D97-AF65-F5344CB8AC3E}">
        <p14:creationId xmlns:p14="http://schemas.microsoft.com/office/powerpoint/2010/main" val="2447601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par>
                                <p:cTn id="17" presetID="47"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Conclusions</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16" name="TextBox 15">
            <a:extLst>
              <a:ext uri="{FF2B5EF4-FFF2-40B4-BE49-F238E27FC236}">
                <a16:creationId xmlns:a16="http://schemas.microsoft.com/office/drawing/2014/main" id="{0408F97D-EEFF-4E9B-9531-3398CB6E7C3F}"/>
              </a:ext>
            </a:extLst>
          </p:cNvPr>
          <p:cNvSpPr txBox="1"/>
          <p:nvPr/>
        </p:nvSpPr>
        <p:spPr>
          <a:xfrm>
            <a:off x="426876" y="1223992"/>
            <a:ext cx="10505284" cy="3913059"/>
          </a:xfrm>
          <a:prstGeom prst="rect">
            <a:avLst/>
          </a:prstGeom>
          <a:noFill/>
        </p:spPr>
        <p:txBody>
          <a:bodyPr wrap="square">
            <a:spAutoFit/>
          </a:bodyPr>
          <a:lstStyle/>
          <a:p>
            <a:pPr marL="342900" indent="-342900" algn="l">
              <a:lnSpc>
                <a:spcPct val="150000"/>
              </a:lnSpc>
              <a:buFont typeface="Wingdings" panose="05000000000000000000" pitchFamily="2" charset="2"/>
              <a:buChar char="Ø"/>
            </a:pPr>
            <a:r>
              <a:rPr lang="en-GB" sz="2400" i="0" dirty="0">
                <a:effectLst/>
                <a:latin typeface="Söhne"/>
              </a:rPr>
              <a:t>Support Vector Machines are effective for handling non-linear relationships in data. SVM produced results with 83-84% accuracy and a Kappa coefficient of 0.76-0.79.</a:t>
            </a:r>
            <a:r>
              <a:rPr lang="en-GB" sz="2400" dirty="0">
                <a:latin typeface="Söhne"/>
              </a:rPr>
              <a:t> Random Forest also yielded accurate results with up to 84% accuracy.</a:t>
            </a:r>
            <a:endParaRPr lang="en-GB" sz="2400" b="0" i="0" dirty="0">
              <a:effectLst/>
              <a:latin typeface="Söhne"/>
            </a:endParaRPr>
          </a:p>
          <a:p>
            <a:pPr marL="342900" indent="-342900" algn="l">
              <a:lnSpc>
                <a:spcPct val="150000"/>
              </a:lnSpc>
              <a:buFont typeface="Wingdings" panose="05000000000000000000" pitchFamily="2" charset="2"/>
              <a:buChar char="Ø"/>
            </a:pPr>
            <a:r>
              <a:rPr lang="en-GB" sz="2400" b="0" i="0" dirty="0">
                <a:effectLst/>
                <a:latin typeface="Söhne"/>
              </a:rPr>
              <a:t>The CART and GTB algorithms underperformed in water and shadow delineation attributed to the topography of the study area. </a:t>
            </a:r>
          </a:p>
          <a:p>
            <a:pPr marL="342900" indent="-342900" algn="l">
              <a:lnSpc>
                <a:spcPct val="150000"/>
              </a:lnSpc>
              <a:buFont typeface="Wingdings" panose="05000000000000000000" pitchFamily="2" charset="2"/>
              <a:buChar char="Ø"/>
            </a:pPr>
            <a:r>
              <a:rPr lang="en-GB" sz="2400" dirty="0">
                <a:latin typeface="Söhne"/>
              </a:rPr>
              <a:t>Overall Bare Land (5 – 10%) and Built-Up Increased (by 1 to 6%) while forest and vegetation (15 – 20%) and water (0.5 – 1%) decreased between 2002-2022.</a:t>
            </a:r>
            <a:endParaRPr lang="en-GB" sz="2400" b="0" i="0" dirty="0">
              <a:effectLst/>
              <a:latin typeface="Söhne"/>
            </a:endParaRPr>
          </a:p>
        </p:txBody>
      </p:sp>
    </p:spTree>
    <p:extLst>
      <p:ext uri="{BB962C8B-B14F-4D97-AF65-F5344CB8AC3E}">
        <p14:creationId xmlns:p14="http://schemas.microsoft.com/office/powerpoint/2010/main" val="603072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Conclusions</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16" name="TextBox 15">
            <a:extLst>
              <a:ext uri="{FF2B5EF4-FFF2-40B4-BE49-F238E27FC236}">
                <a16:creationId xmlns:a16="http://schemas.microsoft.com/office/drawing/2014/main" id="{0408F97D-EEFF-4E9B-9531-3398CB6E7C3F}"/>
              </a:ext>
            </a:extLst>
          </p:cNvPr>
          <p:cNvSpPr txBox="1"/>
          <p:nvPr/>
        </p:nvSpPr>
        <p:spPr>
          <a:xfrm>
            <a:off x="426876" y="1223992"/>
            <a:ext cx="11247260" cy="4467057"/>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GB" sz="2400" b="0" i="0" dirty="0">
                <a:effectLst/>
                <a:latin typeface="Söhne"/>
              </a:rPr>
              <a:t>Temperature has risen by almost </a:t>
            </a:r>
            <a:r>
              <a:rPr lang="en-GB" sz="2400" dirty="0"/>
              <a:t>1.8 degrees in Muzaffarabad AJK</a:t>
            </a:r>
          </a:p>
          <a:p>
            <a:pPr marL="342900" indent="-342900">
              <a:lnSpc>
                <a:spcPct val="150000"/>
              </a:lnSpc>
              <a:buFont typeface="Wingdings" panose="05000000000000000000" pitchFamily="2" charset="2"/>
              <a:buChar char="Ø"/>
            </a:pPr>
            <a:r>
              <a:rPr lang="en-GB" sz="2400" dirty="0"/>
              <a:t>Overall change in Pakistan is 2.3C. More Frequent Urban Heat Island and Heatwaves</a:t>
            </a:r>
          </a:p>
          <a:p>
            <a:pPr marL="342900" indent="-342900">
              <a:lnSpc>
                <a:spcPct val="150000"/>
              </a:lnSpc>
              <a:buFont typeface="Wingdings" panose="05000000000000000000" pitchFamily="2" charset="2"/>
              <a:buChar char="Ø"/>
            </a:pPr>
            <a:r>
              <a:rPr lang="en-GB" sz="2400" dirty="0"/>
              <a:t> Built-up and barren land are the primary contributors to LST change and UHI</a:t>
            </a:r>
          </a:p>
          <a:p>
            <a:pPr marL="342900" indent="-342900">
              <a:lnSpc>
                <a:spcPct val="150000"/>
              </a:lnSpc>
              <a:buFont typeface="Wingdings" panose="05000000000000000000" pitchFamily="2" charset="2"/>
              <a:buChar char="Ø"/>
            </a:pPr>
            <a:r>
              <a:rPr lang="en-GB" sz="2400" dirty="0"/>
              <a:t>Cloud Computing Platforms, AI, ML, and DL (CNN) Models are more efficient than traditional models</a:t>
            </a:r>
          </a:p>
          <a:p>
            <a:pPr marL="342900" indent="-342900">
              <a:lnSpc>
                <a:spcPct val="150000"/>
              </a:lnSpc>
              <a:buFont typeface="Wingdings" panose="05000000000000000000" pitchFamily="2" charset="2"/>
              <a:buChar char="Ø"/>
            </a:pPr>
            <a:r>
              <a:rPr lang="en-GB" sz="2400" dirty="0"/>
              <a:t>Slope aspect and elevations are inversely related to LST</a:t>
            </a:r>
          </a:p>
          <a:p>
            <a:pPr marL="342900" indent="-342900">
              <a:lnSpc>
                <a:spcPct val="150000"/>
              </a:lnSpc>
              <a:buFont typeface="Wingdings" panose="05000000000000000000" pitchFamily="2" charset="2"/>
              <a:buChar char="Ø"/>
            </a:pPr>
            <a:r>
              <a:rPr lang="en-GB" sz="2400" dirty="0"/>
              <a:t>LST showed a positive relationship with NDBI, and Hillshade while a negative correlation with NDVI, elevation, slope, and aspect.</a:t>
            </a:r>
          </a:p>
        </p:txBody>
      </p:sp>
    </p:spTree>
    <p:extLst>
      <p:ext uri="{BB962C8B-B14F-4D97-AF65-F5344CB8AC3E}">
        <p14:creationId xmlns:p14="http://schemas.microsoft.com/office/powerpoint/2010/main" val="7211923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Recommendations</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16" name="TextBox 15">
            <a:extLst>
              <a:ext uri="{FF2B5EF4-FFF2-40B4-BE49-F238E27FC236}">
                <a16:creationId xmlns:a16="http://schemas.microsoft.com/office/drawing/2014/main" id="{0408F97D-EEFF-4E9B-9531-3398CB6E7C3F}"/>
              </a:ext>
            </a:extLst>
          </p:cNvPr>
          <p:cNvSpPr txBox="1"/>
          <p:nvPr/>
        </p:nvSpPr>
        <p:spPr>
          <a:xfrm>
            <a:off x="426876" y="1171772"/>
            <a:ext cx="10505284" cy="3938707"/>
          </a:xfrm>
          <a:prstGeom prst="rect">
            <a:avLst/>
          </a:prstGeom>
          <a:noFill/>
        </p:spPr>
        <p:txBody>
          <a:bodyPr wrap="square">
            <a:spAutoFit/>
          </a:bodyPr>
          <a:lstStyle/>
          <a:p>
            <a:pPr lvl="1" algn="just">
              <a:lnSpc>
                <a:spcPct val="200000"/>
              </a:lnSpc>
              <a:spcBef>
                <a:spcPts val="500"/>
              </a:spcBef>
              <a:spcAft>
                <a:spcPts val="500"/>
              </a:spcAft>
            </a:pPr>
            <a:r>
              <a:rPr lang="en-GB" sz="2400" dirty="0">
                <a:effectLst/>
                <a:ea typeface="Calibri" panose="020F0502020204030204" pitchFamily="34" charset="0"/>
                <a:cs typeface="Poppins" panose="00000500000000000000" pitchFamily="2" charset="0"/>
              </a:rPr>
              <a:t>Based on the findings of the study we recommend:</a:t>
            </a:r>
          </a:p>
          <a:p>
            <a:pPr marL="800100" lvl="1" indent="-342900" algn="just">
              <a:lnSpc>
                <a:spcPct val="200000"/>
              </a:lnSpc>
              <a:spcBef>
                <a:spcPts val="500"/>
              </a:spcBef>
              <a:spcAft>
                <a:spcPts val="500"/>
              </a:spcAft>
              <a:buFont typeface="Wingdings" panose="05000000000000000000" pitchFamily="2" charset="2"/>
              <a:buChar char="Ø"/>
            </a:pPr>
            <a:r>
              <a:rPr lang="en-GB" sz="2400" dirty="0">
                <a:effectLst/>
                <a:ea typeface="Calibri" panose="020F0502020204030204" pitchFamily="34" charset="0"/>
                <a:cs typeface="Poppins" panose="00000500000000000000" pitchFamily="2" charset="0"/>
              </a:rPr>
              <a:t>Panned infrastructure development avoiding congested construction and leaving space for tree cover and vegetation around impervious spaces. Planting deciduous trees can help both in summer and winter. </a:t>
            </a:r>
          </a:p>
          <a:p>
            <a:pPr marL="800100" lvl="1" indent="-342900" algn="just">
              <a:lnSpc>
                <a:spcPct val="200000"/>
              </a:lnSpc>
              <a:spcBef>
                <a:spcPts val="500"/>
              </a:spcBef>
              <a:spcAft>
                <a:spcPts val="500"/>
              </a:spcAft>
              <a:buFont typeface="Wingdings" panose="05000000000000000000" pitchFamily="2" charset="2"/>
              <a:buChar char="Ø"/>
            </a:pPr>
            <a:r>
              <a:rPr lang="en-GB" sz="2400" dirty="0">
                <a:effectLst/>
                <a:ea typeface="Calibri" panose="020F0502020204030204" pitchFamily="34" charset="0"/>
                <a:cs typeface="Poppins" panose="00000500000000000000" pitchFamily="2" charset="0"/>
              </a:rPr>
              <a:t>Socio-economic surveys to be carried out by decision-makers.</a:t>
            </a:r>
          </a:p>
        </p:txBody>
      </p:sp>
    </p:spTree>
    <p:extLst>
      <p:ext uri="{BB962C8B-B14F-4D97-AF65-F5344CB8AC3E}">
        <p14:creationId xmlns:p14="http://schemas.microsoft.com/office/powerpoint/2010/main" val="26162367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Recommendations</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16" name="TextBox 15">
            <a:extLst>
              <a:ext uri="{FF2B5EF4-FFF2-40B4-BE49-F238E27FC236}">
                <a16:creationId xmlns:a16="http://schemas.microsoft.com/office/drawing/2014/main" id="{0408F97D-EEFF-4E9B-9531-3398CB6E7C3F}"/>
              </a:ext>
            </a:extLst>
          </p:cNvPr>
          <p:cNvSpPr txBox="1"/>
          <p:nvPr/>
        </p:nvSpPr>
        <p:spPr>
          <a:xfrm>
            <a:off x="426876" y="1223992"/>
            <a:ext cx="10505284" cy="3810467"/>
          </a:xfrm>
          <a:prstGeom prst="rect">
            <a:avLst/>
          </a:prstGeom>
          <a:noFill/>
        </p:spPr>
        <p:txBody>
          <a:bodyPr wrap="square">
            <a:spAutoFit/>
          </a:bodyPr>
          <a:lstStyle/>
          <a:p>
            <a:pPr marL="800100" lvl="1" indent="-342900" algn="just">
              <a:lnSpc>
                <a:spcPct val="200000"/>
              </a:lnSpc>
              <a:spcBef>
                <a:spcPts val="500"/>
              </a:spcBef>
              <a:spcAft>
                <a:spcPts val="500"/>
              </a:spcAft>
              <a:buFont typeface="Wingdings" panose="05000000000000000000" pitchFamily="2" charset="2"/>
              <a:buChar char="Ø"/>
            </a:pPr>
            <a:r>
              <a:rPr lang="en-GB" sz="2400" dirty="0">
                <a:effectLst/>
                <a:ea typeface="Calibri" panose="020F0502020204030204" pitchFamily="34" charset="0"/>
                <a:cs typeface="Poppins" panose="00000500000000000000" pitchFamily="2" charset="0"/>
              </a:rPr>
              <a:t>Creating eco-roofs or rooftop gardens as recommended by EPA to reduce UHI. </a:t>
            </a:r>
          </a:p>
          <a:p>
            <a:pPr marL="800100" lvl="1" indent="-342900" algn="just">
              <a:lnSpc>
                <a:spcPct val="200000"/>
              </a:lnSpc>
              <a:spcBef>
                <a:spcPts val="500"/>
              </a:spcBef>
              <a:spcAft>
                <a:spcPts val="500"/>
              </a:spcAft>
              <a:buFont typeface="Wingdings" panose="05000000000000000000" pitchFamily="2" charset="2"/>
              <a:buChar char="Ø"/>
            </a:pPr>
            <a:r>
              <a:rPr lang="en-GB" sz="2400" dirty="0">
                <a:effectLst/>
                <a:ea typeface="Calibri" panose="020F0502020204030204" pitchFamily="34" charset="0"/>
                <a:cs typeface="Poppins" panose="00000500000000000000" pitchFamily="2" charset="0"/>
              </a:rPr>
              <a:t>Integrating high-resolution spatial data along with Drones, LiDAR, and BIM using ML/DL techniques, and image fusion to help decision-makers with more spatially informed policymaking. </a:t>
            </a:r>
          </a:p>
        </p:txBody>
      </p:sp>
    </p:spTree>
    <p:extLst>
      <p:ext uri="{BB962C8B-B14F-4D97-AF65-F5344CB8AC3E}">
        <p14:creationId xmlns:p14="http://schemas.microsoft.com/office/powerpoint/2010/main" val="40469732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Software and Tools</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graphicFrame>
        <p:nvGraphicFramePr>
          <p:cNvPr id="3" name="Table 2">
            <a:extLst>
              <a:ext uri="{FF2B5EF4-FFF2-40B4-BE49-F238E27FC236}">
                <a16:creationId xmlns:a16="http://schemas.microsoft.com/office/drawing/2014/main" id="{90BBFB78-BB2B-48AA-9097-393312E45012}"/>
              </a:ext>
            </a:extLst>
          </p:cNvPr>
          <p:cNvGraphicFramePr>
            <a:graphicFrameLocks noGrp="1"/>
          </p:cNvGraphicFramePr>
          <p:nvPr>
            <p:extLst>
              <p:ext uri="{D42A27DB-BD31-4B8C-83A1-F6EECF244321}">
                <p14:modId xmlns:p14="http://schemas.microsoft.com/office/powerpoint/2010/main" val="3240732013"/>
              </p:ext>
            </p:extLst>
          </p:nvPr>
        </p:nvGraphicFramePr>
        <p:xfrm>
          <a:off x="1113375" y="1108794"/>
          <a:ext cx="10258919" cy="4973917"/>
        </p:xfrm>
        <a:graphic>
          <a:graphicData uri="http://schemas.openxmlformats.org/drawingml/2006/table">
            <a:tbl>
              <a:tblPr/>
              <a:tblGrid>
                <a:gridCol w="706443">
                  <a:extLst>
                    <a:ext uri="{9D8B030D-6E8A-4147-A177-3AD203B41FA5}">
                      <a16:colId xmlns:a16="http://schemas.microsoft.com/office/drawing/2014/main" val="3070692786"/>
                    </a:ext>
                  </a:extLst>
                </a:gridCol>
                <a:gridCol w="3620659">
                  <a:extLst>
                    <a:ext uri="{9D8B030D-6E8A-4147-A177-3AD203B41FA5}">
                      <a16:colId xmlns:a16="http://schemas.microsoft.com/office/drawing/2014/main" val="2341732503"/>
                    </a:ext>
                  </a:extLst>
                </a:gridCol>
                <a:gridCol w="5931817">
                  <a:extLst>
                    <a:ext uri="{9D8B030D-6E8A-4147-A177-3AD203B41FA5}">
                      <a16:colId xmlns:a16="http://schemas.microsoft.com/office/drawing/2014/main" val="3340731737"/>
                    </a:ext>
                  </a:extLst>
                </a:gridCol>
              </a:tblGrid>
              <a:tr h="568123">
                <a:tc>
                  <a:txBody>
                    <a:bodyPr/>
                    <a:lstStyle/>
                    <a:p>
                      <a:pPr algn="just">
                        <a:lnSpc>
                          <a:spcPct val="150000"/>
                        </a:lnSpc>
                        <a:spcBef>
                          <a:spcPts val="500"/>
                        </a:spcBef>
                        <a:spcAft>
                          <a:spcPts val="500"/>
                        </a:spcAft>
                      </a:pPr>
                      <a:r>
                        <a:rPr lang="en-US" sz="2400" b="1">
                          <a:effectLst/>
                          <a:latin typeface="+mn-lt"/>
                          <a:ea typeface="Calibri" panose="020F0502020204030204" pitchFamily="34" charset="0"/>
                          <a:cs typeface="Poppins" panose="00000500000000000000" pitchFamily="2" charset="0"/>
                        </a:rPr>
                        <a:t>S/N</a:t>
                      </a:r>
                      <a:endParaRPr lang="en-GB" sz="2400">
                        <a:effectLst/>
                        <a:latin typeface="+mn-lt"/>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500"/>
                        </a:spcBef>
                        <a:spcAft>
                          <a:spcPts val="500"/>
                        </a:spcAft>
                      </a:pPr>
                      <a:r>
                        <a:rPr lang="en-US" sz="2400" b="1">
                          <a:effectLst/>
                          <a:latin typeface="+mn-lt"/>
                          <a:ea typeface="Calibri" panose="020F0502020204030204" pitchFamily="34" charset="0"/>
                          <a:cs typeface="Poppins" panose="00000500000000000000" pitchFamily="2" charset="0"/>
                        </a:rPr>
                        <a:t>Software &amp; Tools</a:t>
                      </a:r>
                      <a:endParaRPr lang="en-GB" sz="2400">
                        <a:effectLst/>
                        <a:latin typeface="+mn-lt"/>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500"/>
                        </a:spcBef>
                        <a:spcAft>
                          <a:spcPts val="500"/>
                        </a:spcAft>
                      </a:pPr>
                      <a:r>
                        <a:rPr lang="en-US" sz="2400" b="1">
                          <a:effectLst/>
                          <a:latin typeface="+mn-lt"/>
                          <a:ea typeface="Calibri" panose="020F0502020204030204" pitchFamily="34" charset="0"/>
                          <a:cs typeface="Poppins" panose="00000500000000000000" pitchFamily="2" charset="0"/>
                        </a:rPr>
                        <a:t>Purpose</a:t>
                      </a:r>
                      <a:endParaRPr lang="en-GB" sz="2400">
                        <a:effectLst/>
                        <a:latin typeface="+mn-lt"/>
                        <a:ea typeface="Calibri" panose="020F0502020204030204" pitchFamily="34" charset="0"/>
                        <a:cs typeface="Poppins" panose="00000500000000000000"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4073491"/>
                  </a:ext>
                </a:extLst>
              </a:tr>
              <a:tr h="1201734">
                <a:tc>
                  <a:txBody>
                    <a:bodyPr/>
                    <a:lstStyle/>
                    <a:p>
                      <a:pPr algn="just">
                        <a:lnSpc>
                          <a:spcPct val="150000"/>
                        </a:lnSpc>
                        <a:spcBef>
                          <a:spcPts val="500"/>
                        </a:spcBef>
                        <a:spcAft>
                          <a:spcPts val="500"/>
                        </a:spcAft>
                      </a:pPr>
                      <a:r>
                        <a:rPr lang="en-US" sz="2400">
                          <a:effectLst/>
                          <a:latin typeface="+mn-lt"/>
                          <a:ea typeface="Calibri" panose="020F0502020204030204" pitchFamily="34" charset="0"/>
                          <a:cs typeface="Poppins" panose="00000500000000000000" pitchFamily="2" charset="0"/>
                        </a:rPr>
                        <a:t>1</a:t>
                      </a:r>
                      <a:endParaRPr lang="en-GB" sz="240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500"/>
                        </a:spcBef>
                        <a:spcAft>
                          <a:spcPts val="500"/>
                        </a:spcAft>
                      </a:pPr>
                      <a:r>
                        <a:rPr lang="en-US" sz="2400" dirty="0">
                          <a:effectLst/>
                          <a:latin typeface="+mn-lt"/>
                          <a:ea typeface="Calibri" panose="020F0502020204030204" pitchFamily="34" charset="0"/>
                          <a:cs typeface="Poppins" panose="00000500000000000000" pitchFamily="2" charset="0"/>
                        </a:rPr>
                        <a:t>Google Earth Engine</a:t>
                      </a:r>
                      <a:endParaRPr lang="en-GB" sz="2400" dirty="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500"/>
                        </a:spcBef>
                        <a:spcAft>
                          <a:spcPts val="500"/>
                        </a:spcAft>
                      </a:pPr>
                      <a:r>
                        <a:rPr lang="en-US" sz="2400">
                          <a:effectLst/>
                          <a:latin typeface="+mn-lt"/>
                          <a:ea typeface="Calibri" panose="020F0502020204030204" pitchFamily="34" charset="0"/>
                          <a:cs typeface="Poppins" panose="00000500000000000000" pitchFamily="2" charset="0"/>
                        </a:rPr>
                        <a:t>LULC Classification, LST Calculation, Topographic Variables Extraction.</a:t>
                      </a:r>
                      <a:endParaRPr lang="en-GB" sz="240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8198662"/>
                  </a:ext>
                </a:extLst>
              </a:tr>
              <a:tr h="1201734">
                <a:tc>
                  <a:txBody>
                    <a:bodyPr/>
                    <a:lstStyle/>
                    <a:p>
                      <a:pPr algn="just">
                        <a:lnSpc>
                          <a:spcPct val="150000"/>
                        </a:lnSpc>
                        <a:spcBef>
                          <a:spcPts val="500"/>
                        </a:spcBef>
                        <a:spcAft>
                          <a:spcPts val="500"/>
                        </a:spcAft>
                      </a:pPr>
                      <a:r>
                        <a:rPr lang="en-US" sz="2400">
                          <a:effectLst/>
                          <a:latin typeface="+mn-lt"/>
                          <a:ea typeface="Calibri" panose="020F0502020204030204" pitchFamily="34" charset="0"/>
                          <a:cs typeface="Poppins" panose="00000500000000000000" pitchFamily="2" charset="0"/>
                        </a:rPr>
                        <a:t>2</a:t>
                      </a:r>
                      <a:endParaRPr lang="en-GB" sz="240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500"/>
                        </a:spcBef>
                        <a:spcAft>
                          <a:spcPts val="500"/>
                        </a:spcAft>
                      </a:pPr>
                      <a:r>
                        <a:rPr lang="en-US" sz="2400">
                          <a:effectLst/>
                          <a:latin typeface="+mn-lt"/>
                          <a:ea typeface="Calibri" panose="020F0502020204030204" pitchFamily="34" charset="0"/>
                          <a:cs typeface="Poppins" panose="00000500000000000000" pitchFamily="2" charset="0"/>
                        </a:rPr>
                        <a:t>ArcGIS Pro</a:t>
                      </a:r>
                      <a:endParaRPr lang="en-GB" sz="240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500"/>
                        </a:spcBef>
                        <a:spcAft>
                          <a:spcPts val="500"/>
                        </a:spcAft>
                      </a:pPr>
                      <a:r>
                        <a:rPr lang="en-US" sz="2400">
                          <a:effectLst/>
                          <a:latin typeface="+mn-lt"/>
                          <a:ea typeface="Calibri" panose="020F0502020204030204" pitchFamily="34" charset="0"/>
                          <a:cs typeface="Poppins" panose="00000500000000000000" pitchFamily="2" charset="0"/>
                        </a:rPr>
                        <a:t>Reclassification, Change Detection, Final Maps</a:t>
                      </a:r>
                      <a:endParaRPr lang="en-GB" sz="240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6688353"/>
                  </a:ext>
                </a:extLst>
              </a:tr>
              <a:tr h="1163222">
                <a:tc>
                  <a:txBody>
                    <a:bodyPr/>
                    <a:lstStyle/>
                    <a:p>
                      <a:pPr algn="just">
                        <a:lnSpc>
                          <a:spcPct val="150000"/>
                        </a:lnSpc>
                        <a:spcBef>
                          <a:spcPts val="500"/>
                        </a:spcBef>
                        <a:spcAft>
                          <a:spcPts val="500"/>
                        </a:spcAft>
                      </a:pPr>
                      <a:r>
                        <a:rPr lang="en-US" sz="2400">
                          <a:effectLst/>
                          <a:latin typeface="+mn-lt"/>
                          <a:ea typeface="Calibri" panose="020F0502020204030204" pitchFamily="34" charset="0"/>
                          <a:cs typeface="Poppins" panose="00000500000000000000" pitchFamily="2" charset="0"/>
                        </a:rPr>
                        <a:t>3</a:t>
                      </a:r>
                      <a:endParaRPr lang="en-GB" sz="240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500"/>
                        </a:spcBef>
                        <a:spcAft>
                          <a:spcPts val="500"/>
                        </a:spcAft>
                      </a:pPr>
                      <a:r>
                        <a:rPr lang="en-US" sz="2400">
                          <a:effectLst/>
                          <a:latin typeface="+mn-lt"/>
                          <a:ea typeface="Calibri" panose="020F0502020204030204" pitchFamily="34" charset="0"/>
                          <a:cs typeface="Poppins" panose="00000500000000000000" pitchFamily="2" charset="0"/>
                        </a:rPr>
                        <a:t>Microsoft Excel</a:t>
                      </a:r>
                      <a:endParaRPr lang="en-GB" sz="240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500"/>
                        </a:spcBef>
                        <a:spcAft>
                          <a:spcPts val="500"/>
                        </a:spcAft>
                      </a:pPr>
                      <a:r>
                        <a:rPr lang="en-US" sz="2400">
                          <a:effectLst/>
                          <a:latin typeface="+mn-lt"/>
                          <a:ea typeface="Calibri" panose="020F0502020204030204" pitchFamily="34" charset="0"/>
                          <a:cs typeface="Poppins" panose="00000500000000000000" pitchFamily="2" charset="0"/>
                        </a:rPr>
                        <a:t>Correlation Analysis</a:t>
                      </a:r>
                      <a:endParaRPr lang="en-GB" sz="240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9305056"/>
                  </a:ext>
                </a:extLst>
              </a:tr>
              <a:tr h="839104">
                <a:tc>
                  <a:txBody>
                    <a:bodyPr/>
                    <a:lstStyle/>
                    <a:p>
                      <a:pPr algn="just">
                        <a:lnSpc>
                          <a:spcPct val="150000"/>
                        </a:lnSpc>
                        <a:spcBef>
                          <a:spcPts val="500"/>
                        </a:spcBef>
                        <a:spcAft>
                          <a:spcPts val="500"/>
                        </a:spcAft>
                      </a:pPr>
                      <a:r>
                        <a:rPr lang="en-US" sz="2400">
                          <a:effectLst/>
                          <a:latin typeface="+mn-lt"/>
                          <a:ea typeface="Calibri" panose="020F0502020204030204" pitchFamily="34" charset="0"/>
                          <a:cs typeface="Poppins" panose="00000500000000000000" pitchFamily="2" charset="0"/>
                        </a:rPr>
                        <a:t>4</a:t>
                      </a:r>
                      <a:endParaRPr lang="en-GB" sz="240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500"/>
                        </a:spcBef>
                        <a:spcAft>
                          <a:spcPts val="500"/>
                        </a:spcAft>
                      </a:pPr>
                      <a:r>
                        <a:rPr lang="en-US" sz="2400">
                          <a:effectLst/>
                          <a:latin typeface="+mn-lt"/>
                          <a:ea typeface="Calibri" panose="020F0502020204030204" pitchFamily="34" charset="0"/>
                          <a:cs typeface="Poppins" panose="00000500000000000000" pitchFamily="2" charset="0"/>
                        </a:rPr>
                        <a:t>Google Online Forms</a:t>
                      </a:r>
                      <a:endParaRPr lang="en-GB" sz="240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500"/>
                        </a:spcBef>
                        <a:spcAft>
                          <a:spcPts val="500"/>
                        </a:spcAft>
                      </a:pPr>
                      <a:r>
                        <a:rPr lang="en-US" sz="2400" dirty="0">
                          <a:effectLst/>
                          <a:latin typeface="+mn-lt"/>
                          <a:ea typeface="Calibri" panose="020F0502020204030204" pitchFamily="34" charset="0"/>
                          <a:cs typeface="Poppins" panose="00000500000000000000" pitchFamily="2" charset="0"/>
                        </a:rPr>
                        <a:t>Socio-economic Survey</a:t>
                      </a:r>
                      <a:endParaRPr lang="en-GB" sz="2400" dirty="0">
                        <a:effectLst/>
                        <a:latin typeface="+mn-lt"/>
                        <a:ea typeface="Calibri" panose="020F0502020204030204" pitchFamily="34" charset="0"/>
                        <a:cs typeface="Poppins" panose="000005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2433924"/>
                  </a:ext>
                </a:extLst>
              </a:tr>
            </a:tbl>
          </a:graphicData>
        </a:graphic>
      </p:graphicFrame>
    </p:spTree>
    <p:extLst>
      <p:ext uri="{BB962C8B-B14F-4D97-AF65-F5344CB8AC3E}">
        <p14:creationId xmlns:p14="http://schemas.microsoft.com/office/powerpoint/2010/main" val="28722611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461665"/>
          </a:xfrm>
          <a:prstGeom prst="rect">
            <a:avLst/>
          </a:prstGeom>
          <a:noFill/>
        </p:spPr>
        <p:txBody>
          <a:bodyPr wrap="square">
            <a:spAutoFit/>
          </a:bodyPr>
          <a:lstStyle/>
          <a:p>
            <a:pPr algn="ctr"/>
            <a:r>
              <a:rPr lang="en-US" sz="2400" b="1" dirty="0">
                <a:latin typeface="Calibri "/>
                <a:cs typeface="Amiri" panose="00000500000000000000" pitchFamily="2" charset="-78"/>
              </a:rPr>
              <a:t>Acknowledgment</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31310CF3-5A6D-4EE9-9A8E-28AA9A28C75E}"/>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28971F6-AE01-493E-9A9A-5D3241696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
        <p:nvSpPr>
          <p:cNvPr id="11" name="TextBox 10">
            <a:extLst>
              <a:ext uri="{FF2B5EF4-FFF2-40B4-BE49-F238E27FC236}">
                <a16:creationId xmlns:a16="http://schemas.microsoft.com/office/drawing/2014/main" id="{18886A2B-6527-46AA-9EA2-13DB3FCD653C}"/>
              </a:ext>
            </a:extLst>
          </p:cNvPr>
          <p:cNvSpPr txBox="1"/>
          <p:nvPr/>
        </p:nvSpPr>
        <p:spPr>
          <a:xfrm>
            <a:off x="426876" y="2210475"/>
            <a:ext cx="11152414" cy="2677656"/>
          </a:xfrm>
          <a:prstGeom prst="rect">
            <a:avLst/>
          </a:prstGeom>
          <a:noFill/>
        </p:spPr>
        <p:txBody>
          <a:bodyPr wrap="square">
            <a:spAutoFit/>
          </a:bodyPr>
          <a:lstStyle/>
          <a:p>
            <a:pPr lvl="0" algn="ctr"/>
            <a:r>
              <a:rPr lang="en-GB" sz="2400" b="1" dirty="0">
                <a:latin typeface="Calibri "/>
                <a:cs typeface="Amiri" panose="00000500000000000000" pitchFamily="2" charset="-78"/>
              </a:rPr>
              <a:t>Supervisor</a:t>
            </a:r>
          </a:p>
          <a:p>
            <a:pPr lvl="0" algn="ctr"/>
            <a:r>
              <a:rPr lang="en-GB" sz="2400" dirty="0">
                <a:latin typeface="Calibri "/>
                <a:cs typeface="Amiri" panose="00000500000000000000" pitchFamily="2" charset="-78"/>
              </a:rPr>
              <a:t>Prof. Dr. Javed Iqbal (HoD IGIS NUST)</a:t>
            </a:r>
          </a:p>
          <a:p>
            <a:pPr lvl="0" algn="ctr"/>
            <a:endParaRPr lang="en-GB" sz="2400" dirty="0">
              <a:latin typeface="Calibri "/>
              <a:cs typeface="Amiri" panose="00000500000000000000" pitchFamily="2" charset="-78"/>
            </a:endParaRPr>
          </a:p>
          <a:p>
            <a:pPr lvl="0" algn="ctr"/>
            <a:r>
              <a:rPr lang="en-GB" sz="2400" b="1" dirty="0">
                <a:latin typeface="Calibri "/>
                <a:cs typeface="Amiri" panose="00000500000000000000" pitchFamily="2" charset="-78"/>
              </a:rPr>
              <a:t>GEC Members</a:t>
            </a:r>
          </a:p>
          <a:p>
            <a:pPr lvl="0" algn="ctr"/>
            <a:r>
              <a:rPr lang="en-GB" sz="2400" dirty="0">
                <a:latin typeface="Calibri "/>
                <a:cs typeface="Amiri" panose="00000500000000000000" pitchFamily="2" charset="-78"/>
              </a:rPr>
              <a:t>Prof. Dr. Ejaz Hussain (Associate Dean IGIS NUST)</a:t>
            </a:r>
          </a:p>
          <a:p>
            <a:pPr lvl="0" algn="ctr"/>
            <a:endParaRPr lang="en-GB" sz="2400" dirty="0">
              <a:latin typeface="Calibri "/>
              <a:cs typeface="Amiri" panose="00000500000000000000" pitchFamily="2" charset="-78"/>
            </a:endParaRPr>
          </a:p>
          <a:p>
            <a:pPr lvl="0" algn="ctr"/>
            <a:r>
              <a:rPr lang="en-GB" sz="2400" dirty="0">
                <a:latin typeface="Calibri "/>
                <a:cs typeface="Amiri" panose="00000500000000000000" pitchFamily="2" charset="-78"/>
              </a:rPr>
              <a:t>Asst Prof. Dr. Muhammad Ali Inam (HoD IESE NUST)</a:t>
            </a:r>
          </a:p>
        </p:txBody>
      </p:sp>
    </p:spTree>
    <p:extLst>
      <p:ext uri="{BB962C8B-B14F-4D97-AF65-F5344CB8AC3E}">
        <p14:creationId xmlns:p14="http://schemas.microsoft.com/office/powerpoint/2010/main" val="3293186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anim calcmode="lin" valueType="num">
                                      <p:cBhvr>
                                        <p:cTn id="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1000"/>
                                        <p:tgtEl>
                                          <p:spTgt spid="11">
                                            <p:txEl>
                                              <p:pRg st="1" end="1"/>
                                            </p:txEl>
                                          </p:spTgt>
                                        </p:tgtEl>
                                      </p:cBhvr>
                                    </p:animEffect>
                                    <p:anim calcmode="lin" valueType="num">
                                      <p:cBhvr>
                                        <p:cTn id="13"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Effect transition="in" filter="fade">
                                      <p:cBhvr>
                                        <p:cTn id="19" dur="1000"/>
                                        <p:tgtEl>
                                          <p:spTgt spid="11">
                                            <p:txEl>
                                              <p:pRg st="3" end="3"/>
                                            </p:txEl>
                                          </p:spTgt>
                                        </p:tgtEl>
                                      </p:cBhvr>
                                    </p:animEffect>
                                    <p:anim calcmode="lin" valueType="num">
                                      <p:cBhvr>
                                        <p:cTn id="20"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fade">
                                      <p:cBhvr>
                                        <p:cTn id="24" dur="1000"/>
                                        <p:tgtEl>
                                          <p:spTgt spid="11">
                                            <p:txEl>
                                              <p:pRg st="4" end="4"/>
                                            </p:txEl>
                                          </p:spTgt>
                                        </p:tgtEl>
                                      </p:cBhvr>
                                    </p:animEffect>
                                    <p:anim calcmode="lin" valueType="num">
                                      <p:cBhvr>
                                        <p:cTn id="25"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animEffect transition="in" filter="fade">
                                      <p:cBhvr>
                                        <p:cTn id="31" dur="1000"/>
                                        <p:tgtEl>
                                          <p:spTgt spid="11">
                                            <p:txEl>
                                              <p:pRg st="6" end="6"/>
                                            </p:txEl>
                                          </p:spTgt>
                                        </p:tgtEl>
                                      </p:cBhvr>
                                    </p:animEffect>
                                    <p:anim calcmode="lin" valueType="num">
                                      <p:cBhvr>
                                        <p:cTn id="32"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Timeline</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9ECE808C-DB2D-4AD2-9EAF-FFF212AB5F85}"/>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graphicFrame>
        <p:nvGraphicFramePr>
          <p:cNvPr id="9" name="Table 8">
            <a:extLst>
              <a:ext uri="{FF2B5EF4-FFF2-40B4-BE49-F238E27FC236}">
                <a16:creationId xmlns:a16="http://schemas.microsoft.com/office/drawing/2014/main" id="{FBBEF42F-1C39-4460-9CE6-3D3D1C783A6B}"/>
              </a:ext>
            </a:extLst>
          </p:cNvPr>
          <p:cNvGraphicFramePr>
            <a:graphicFrameLocks noGrp="1"/>
          </p:cNvGraphicFramePr>
          <p:nvPr>
            <p:extLst>
              <p:ext uri="{D42A27DB-BD31-4B8C-83A1-F6EECF244321}">
                <p14:modId xmlns:p14="http://schemas.microsoft.com/office/powerpoint/2010/main" val="1929146313"/>
              </p:ext>
            </p:extLst>
          </p:nvPr>
        </p:nvGraphicFramePr>
        <p:xfrm>
          <a:off x="1019439" y="1066272"/>
          <a:ext cx="10153122" cy="4725455"/>
        </p:xfrm>
        <a:graphic>
          <a:graphicData uri="http://schemas.openxmlformats.org/drawingml/2006/table">
            <a:tbl>
              <a:tblPr>
                <a:tableStyleId>{5940675A-B579-460E-94D1-54222C63F5DA}</a:tableStyleId>
              </a:tblPr>
              <a:tblGrid>
                <a:gridCol w="1194485">
                  <a:extLst>
                    <a:ext uri="{9D8B030D-6E8A-4147-A177-3AD203B41FA5}">
                      <a16:colId xmlns:a16="http://schemas.microsoft.com/office/drawing/2014/main" val="3240057406"/>
                    </a:ext>
                  </a:extLst>
                </a:gridCol>
                <a:gridCol w="4280238">
                  <a:extLst>
                    <a:ext uri="{9D8B030D-6E8A-4147-A177-3AD203B41FA5}">
                      <a16:colId xmlns:a16="http://schemas.microsoft.com/office/drawing/2014/main" val="2060952101"/>
                    </a:ext>
                  </a:extLst>
                </a:gridCol>
                <a:gridCol w="4678399">
                  <a:extLst>
                    <a:ext uri="{9D8B030D-6E8A-4147-A177-3AD203B41FA5}">
                      <a16:colId xmlns:a16="http://schemas.microsoft.com/office/drawing/2014/main" val="984986333"/>
                    </a:ext>
                  </a:extLst>
                </a:gridCol>
              </a:tblGrid>
              <a:tr h="1106325">
                <a:tc>
                  <a:txBody>
                    <a:bodyPr/>
                    <a:lstStyle/>
                    <a:p>
                      <a:pPr algn="l">
                        <a:lnSpc>
                          <a:spcPct val="150000"/>
                        </a:lnSpc>
                      </a:pPr>
                      <a:r>
                        <a:rPr lang="en-US" sz="2400" b="1" dirty="0">
                          <a:effectLst/>
                        </a:rPr>
                        <a:t>Ser</a:t>
                      </a:r>
                      <a:endParaRPr lang="en-GB"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l">
                        <a:lnSpc>
                          <a:spcPct val="150000"/>
                        </a:lnSpc>
                      </a:pPr>
                      <a:r>
                        <a:rPr lang="en-US" sz="2400" b="1" dirty="0">
                          <a:effectLst/>
                        </a:rPr>
                        <a:t>Activity</a:t>
                      </a:r>
                      <a:endParaRPr lang="en-GB"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ctr">
                        <a:lnSpc>
                          <a:spcPct val="150000"/>
                        </a:lnSpc>
                      </a:pPr>
                      <a:r>
                        <a:rPr lang="en-US" sz="2400" b="1" dirty="0">
                          <a:effectLst/>
                        </a:rPr>
                        <a:t>To be completed by</a:t>
                      </a:r>
                      <a:endParaRPr lang="en-GB" sz="2400" b="1" dirty="0">
                        <a:effectLst/>
                      </a:endParaRPr>
                    </a:p>
                  </a:txBody>
                  <a:tcPr marL="78559" marR="78559" marT="0" marB="0" anchor="ctr"/>
                </a:tc>
                <a:extLst>
                  <a:ext uri="{0D108BD9-81ED-4DB2-BD59-A6C34878D82A}">
                    <a16:rowId xmlns:a16="http://schemas.microsoft.com/office/drawing/2014/main" val="603422484"/>
                  </a:ext>
                </a:extLst>
              </a:tr>
              <a:tr h="723826">
                <a:tc>
                  <a:txBody>
                    <a:bodyPr/>
                    <a:lstStyle/>
                    <a:p>
                      <a:pPr marL="228600" algn="l">
                        <a:lnSpc>
                          <a:spcPct val="150000"/>
                        </a:lnSpc>
                      </a:pPr>
                      <a:r>
                        <a:rPr lang="en-US" sz="2400" dirty="0">
                          <a:effectLst/>
                        </a:rPr>
                        <a:t>01</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l">
                        <a:lnSpc>
                          <a:spcPct val="150000"/>
                        </a:lnSpc>
                      </a:pPr>
                      <a:r>
                        <a:rPr lang="en-US" sz="2400">
                          <a:effectLst/>
                        </a:rPr>
                        <a:t>Synopsis Defense</a:t>
                      </a:r>
                      <a:endParaRPr lang="en-GB" sz="240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ctr">
                        <a:lnSpc>
                          <a:spcPct val="150000"/>
                        </a:lnSpc>
                      </a:pPr>
                      <a:r>
                        <a:rPr lang="en-US" sz="2400">
                          <a:effectLst/>
                        </a:rPr>
                        <a:t>March 2023</a:t>
                      </a:r>
                      <a:endParaRPr lang="en-GB" sz="240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extLst>
                  <a:ext uri="{0D108BD9-81ED-4DB2-BD59-A6C34878D82A}">
                    <a16:rowId xmlns:a16="http://schemas.microsoft.com/office/drawing/2014/main" val="2378856513"/>
                  </a:ext>
                </a:extLst>
              </a:tr>
              <a:tr h="723826">
                <a:tc>
                  <a:txBody>
                    <a:bodyPr/>
                    <a:lstStyle/>
                    <a:p>
                      <a:pPr marL="228600" algn="l">
                        <a:lnSpc>
                          <a:spcPct val="150000"/>
                        </a:lnSpc>
                      </a:pPr>
                      <a:r>
                        <a:rPr lang="en-US" sz="2400">
                          <a:effectLst/>
                        </a:rPr>
                        <a:t>02</a:t>
                      </a:r>
                      <a:endParaRPr lang="en-GB" sz="240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l">
                        <a:lnSpc>
                          <a:spcPct val="150000"/>
                        </a:lnSpc>
                      </a:pPr>
                      <a:r>
                        <a:rPr lang="en-US" sz="2400" dirty="0">
                          <a:effectLst/>
                        </a:rPr>
                        <a:t>First Progress Report</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ctr">
                        <a:lnSpc>
                          <a:spcPct val="150000"/>
                        </a:lnSpc>
                      </a:pPr>
                      <a:r>
                        <a:rPr lang="en-US" sz="2400" dirty="0">
                          <a:effectLst/>
                        </a:rPr>
                        <a:t>Sep 2023</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extLst>
                  <a:ext uri="{0D108BD9-81ED-4DB2-BD59-A6C34878D82A}">
                    <a16:rowId xmlns:a16="http://schemas.microsoft.com/office/drawing/2014/main" val="4117250099"/>
                  </a:ext>
                </a:extLst>
              </a:tr>
              <a:tr h="723826">
                <a:tc>
                  <a:txBody>
                    <a:bodyPr/>
                    <a:lstStyle/>
                    <a:p>
                      <a:pPr marL="228600" algn="l">
                        <a:lnSpc>
                          <a:spcPct val="150000"/>
                        </a:lnSpc>
                      </a:pPr>
                      <a:r>
                        <a:rPr lang="en-US" sz="2400">
                          <a:effectLst/>
                        </a:rPr>
                        <a:t>03</a:t>
                      </a:r>
                      <a:endParaRPr lang="en-GB" sz="240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l">
                        <a:lnSpc>
                          <a:spcPct val="150000"/>
                        </a:lnSpc>
                      </a:pPr>
                      <a:r>
                        <a:rPr lang="en-US" sz="2400">
                          <a:effectLst/>
                        </a:rPr>
                        <a:t>Second Progress Report</a:t>
                      </a:r>
                      <a:endParaRPr lang="en-GB" sz="240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ctr">
                        <a:lnSpc>
                          <a:spcPct val="150000"/>
                        </a:lnSpc>
                      </a:pPr>
                      <a:r>
                        <a:rPr lang="en-US" sz="2400" dirty="0">
                          <a:effectLst/>
                        </a:rPr>
                        <a:t>Sep 2023</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extLst>
                  <a:ext uri="{0D108BD9-81ED-4DB2-BD59-A6C34878D82A}">
                    <a16:rowId xmlns:a16="http://schemas.microsoft.com/office/drawing/2014/main" val="1528276279"/>
                  </a:ext>
                </a:extLst>
              </a:tr>
              <a:tr h="723826">
                <a:tc>
                  <a:txBody>
                    <a:bodyPr/>
                    <a:lstStyle/>
                    <a:p>
                      <a:pPr marL="228600" algn="l">
                        <a:lnSpc>
                          <a:spcPct val="150000"/>
                        </a:lnSpc>
                      </a:pPr>
                      <a:r>
                        <a:rPr lang="en-US" sz="2400">
                          <a:effectLst/>
                        </a:rPr>
                        <a:t>04</a:t>
                      </a:r>
                      <a:endParaRPr lang="en-GB" sz="240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l">
                        <a:lnSpc>
                          <a:spcPct val="150000"/>
                        </a:lnSpc>
                      </a:pPr>
                      <a:r>
                        <a:rPr lang="en-US" sz="2400">
                          <a:effectLst/>
                        </a:rPr>
                        <a:t>Preliminary Defense</a:t>
                      </a:r>
                      <a:endParaRPr lang="en-GB" sz="240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ctr">
                        <a:lnSpc>
                          <a:spcPct val="150000"/>
                        </a:lnSpc>
                      </a:pPr>
                      <a:r>
                        <a:rPr lang="en-US" sz="2400" dirty="0">
                          <a:effectLst/>
                        </a:rPr>
                        <a:t>Dec 2023</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extLst>
                  <a:ext uri="{0D108BD9-81ED-4DB2-BD59-A6C34878D82A}">
                    <a16:rowId xmlns:a16="http://schemas.microsoft.com/office/drawing/2014/main" val="2296111507"/>
                  </a:ext>
                </a:extLst>
              </a:tr>
              <a:tr h="723826">
                <a:tc>
                  <a:txBody>
                    <a:bodyPr/>
                    <a:lstStyle/>
                    <a:p>
                      <a:pPr marL="228600" algn="l">
                        <a:lnSpc>
                          <a:spcPct val="150000"/>
                        </a:lnSpc>
                      </a:pPr>
                      <a:r>
                        <a:rPr lang="en-US" sz="2400">
                          <a:effectLst/>
                        </a:rPr>
                        <a:t>05</a:t>
                      </a:r>
                      <a:endParaRPr lang="en-GB" sz="240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l">
                        <a:lnSpc>
                          <a:spcPct val="150000"/>
                        </a:lnSpc>
                      </a:pPr>
                      <a:r>
                        <a:rPr lang="en-US" sz="2400">
                          <a:effectLst/>
                        </a:rPr>
                        <a:t>Final Defense</a:t>
                      </a:r>
                      <a:endParaRPr lang="en-GB" sz="240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tc>
                  <a:txBody>
                    <a:bodyPr/>
                    <a:lstStyle/>
                    <a:p>
                      <a:pPr algn="ctr">
                        <a:lnSpc>
                          <a:spcPct val="150000"/>
                        </a:lnSpc>
                      </a:pPr>
                      <a:r>
                        <a:rPr lang="en-US" sz="2400" dirty="0">
                          <a:effectLst/>
                        </a:rPr>
                        <a:t>May 2023</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78559" marR="78559" marT="0" marB="0" anchor="ctr"/>
                </a:tc>
                <a:extLst>
                  <a:ext uri="{0D108BD9-81ED-4DB2-BD59-A6C34878D82A}">
                    <a16:rowId xmlns:a16="http://schemas.microsoft.com/office/drawing/2014/main" val="1282927852"/>
                  </a:ext>
                </a:extLst>
              </a:tr>
            </a:tbl>
          </a:graphicData>
        </a:graphic>
      </p:graphicFrame>
      <p:pic>
        <p:nvPicPr>
          <p:cNvPr id="10" name="Picture 9">
            <a:extLst>
              <a:ext uri="{FF2B5EF4-FFF2-40B4-BE49-F238E27FC236}">
                <a16:creationId xmlns:a16="http://schemas.microsoft.com/office/drawing/2014/main" id="{835D5B8B-55BD-45B5-8E23-46CA00D042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39179965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93994" cy="2308324"/>
          </a:xfrm>
          <a:prstGeom prst="rect">
            <a:avLst/>
          </a:prstGeom>
          <a:noFill/>
        </p:spPr>
        <p:txBody>
          <a:bodyPr wrap="square">
            <a:spAutoFit/>
          </a:bodyPr>
          <a:lstStyle/>
          <a:p>
            <a:pPr marL="342900" lvl="0" indent="-342900" algn="just">
              <a:buFont typeface="Wingdings" panose="05000000000000000000" pitchFamily="2" charset="2"/>
              <a:buChar char="Ø"/>
            </a:pPr>
            <a:r>
              <a:rPr lang="en-GB" sz="2400" b="0" i="0" dirty="0">
                <a:effectLst/>
                <a:latin typeface="Calibri "/>
              </a:rPr>
              <a:t>Basheer, S., Wang, X., </a:t>
            </a:r>
            <a:r>
              <a:rPr lang="en-GB" sz="2400" b="0" i="0" dirty="0" err="1">
                <a:effectLst/>
                <a:latin typeface="Calibri "/>
              </a:rPr>
              <a:t>Farooque</a:t>
            </a:r>
            <a:r>
              <a:rPr lang="en-GB" sz="2400" b="0" i="0" dirty="0">
                <a:effectLst/>
                <a:latin typeface="Calibri "/>
              </a:rPr>
              <a:t>, A. A., Nawaz, R. A., Liu, K., </a:t>
            </a:r>
            <a:r>
              <a:rPr lang="en-GB" sz="2400" b="0" i="0" dirty="0" err="1">
                <a:effectLst/>
                <a:latin typeface="Calibri "/>
              </a:rPr>
              <a:t>Adekanmbi</a:t>
            </a:r>
            <a:r>
              <a:rPr lang="en-GB" sz="2400" b="0" i="0" dirty="0">
                <a:effectLst/>
                <a:latin typeface="Calibri "/>
              </a:rPr>
              <a:t>, T., &amp; Liu, S. (Year). Comparison of Land Use Land Cover Classifiers Using Different Satellite Imagery and Machine Learning Techniques.</a:t>
            </a:r>
          </a:p>
          <a:p>
            <a:pPr marL="342900" lvl="0" indent="-342900" algn="just">
              <a:buFont typeface="Wingdings" panose="05000000000000000000" pitchFamily="2" charset="2"/>
              <a:buChar char="Ø"/>
            </a:pPr>
            <a:endParaRPr lang="en-GB" sz="2400" dirty="0">
              <a:latin typeface="Calibri "/>
              <a:cs typeface="Amiri" panose="00000500000000000000" pitchFamily="2" charset="-78"/>
            </a:endParaRPr>
          </a:p>
          <a:p>
            <a:pPr marL="342900" lvl="0" indent="-342900" algn="just">
              <a:buFont typeface="Wingdings" panose="05000000000000000000" pitchFamily="2" charset="2"/>
              <a:buChar char="Ø"/>
            </a:pPr>
            <a:r>
              <a:rPr lang="en-GB" sz="2400" b="0" i="0" dirty="0">
                <a:effectLst/>
                <a:latin typeface="Calibri "/>
              </a:rPr>
              <a:t>Roy, B., &amp; Bari, E. (2022). Examining the relationship between land surface temperature and landscape features using spectral indices with Google Earth Engine.</a:t>
            </a:r>
            <a:endParaRPr lang="en-GB" sz="2200" dirty="0">
              <a:latin typeface="Calibri "/>
              <a:cs typeface="Amiri" panose="00000500000000000000" pitchFamily="2" charset="-78"/>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References</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9ECE808C-DB2D-4AD2-9EAF-FFF212AB5F85}"/>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C1FCF7D6-E23C-4C45-AE6C-DBCF34B74D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10371909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93994" cy="4832092"/>
          </a:xfrm>
          <a:prstGeom prst="rect">
            <a:avLst/>
          </a:prstGeom>
          <a:noFill/>
        </p:spPr>
        <p:txBody>
          <a:bodyPr wrap="square">
            <a:spAutoFit/>
          </a:bodyPr>
          <a:lstStyle/>
          <a:p>
            <a:pPr marL="342900" lvl="0" indent="-342900" algn="just">
              <a:buFont typeface="Wingdings" panose="05000000000000000000" pitchFamily="2" charset="2"/>
              <a:buChar char="Ø"/>
            </a:pPr>
            <a:r>
              <a:rPr lang="en-GB" sz="2200" dirty="0">
                <a:cs typeface="Amiri" panose="00000500000000000000" pitchFamily="2" charset="-78"/>
              </a:rPr>
              <a:t>Aneesh Mathew, </a:t>
            </a:r>
            <a:r>
              <a:rPr lang="en-GB" sz="2200" dirty="0" err="1">
                <a:cs typeface="Amiri" panose="00000500000000000000" pitchFamily="2" charset="-78"/>
              </a:rPr>
              <a:t>Sreenu</a:t>
            </a:r>
            <a:r>
              <a:rPr lang="en-GB" sz="2200" dirty="0">
                <a:cs typeface="Amiri" panose="00000500000000000000" pitchFamily="2" charset="-78"/>
              </a:rPr>
              <a:t> Sreekumar, </a:t>
            </a:r>
            <a:r>
              <a:rPr lang="en-GB" sz="2200" dirty="0" err="1">
                <a:cs typeface="Amiri" panose="00000500000000000000" pitchFamily="2" charset="-78"/>
              </a:rPr>
              <a:t>Sumit</a:t>
            </a:r>
            <a:r>
              <a:rPr lang="en-GB" sz="2200" dirty="0">
                <a:cs typeface="Amiri" panose="00000500000000000000" pitchFamily="2" charset="-78"/>
              </a:rPr>
              <a:t> Khandelwal, Rajesh Kumar, Prediction of land surface temperatures for surface urban heat island assessment over Chandigarh city using support vector regression model, Solar Energy, Volume 186, 2019, Page 404-415, ISSN 0038-092X,</a:t>
            </a:r>
          </a:p>
          <a:p>
            <a:pPr marL="342900" lvl="0" indent="-342900" algn="just">
              <a:buFont typeface="Wingdings" panose="05000000000000000000" pitchFamily="2" charset="2"/>
              <a:buChar char="Ø"/>
            </a:pPr>
            <a:endParaRPr lang="en-GB" sz="2200" dirty="0">
              <a:cs typeface="Amiri" panose="00000500000000000000" pitchFamily="2" charset="-78"/>
            </a:endParaRPr>
          </a:p>
          <a:p>
            <a:pPr marL="342900" lvl="0" indent="-342900" algn="just">
              <a:buFont typeface="Wingdings" panose="05000000000000000000" pitchFamily="2" charset="2"/>
              <a:buChar char="Ø"/>
            </a:pPr>
            <a:r>
              <a:rPr lang="en-GB" sz="2200" dirty="0">
                <a:cs typeface="Amiri" panose="00000500000000000000" pitchFamily="2" charset="-78"/>
              </a:rPr>
              <a:t>Yasir, M., Hui, S., Rahman, S. U., Ilyas, M., Zafar, A., &amp; Mehmood, A. (2020). Estimation of land surface temperature using LANDSAT-8 data-A case study of district Malakand, Khyber Pakhtunkhwa, Pakistan. J Liberal Arts Humanities, 1, 140-148.</a:t>
            </a:r>
          </a:p>
          <a:p>
            <a:pPr marL="342900" lvl="0" indent="-342900" algn="just">
              <a:buFont typeface="Wingdings" panose="05000000000000000000" pitchFamily="2" charset="2"/>
              <a:buChar char="Ø"/>
            </a:pPr>
            <a:endParaRPr lang="en-GB" sz="2200" dirty="0">
              <a:cs typeface="Amiri" panose="00000500000000000000" pitchFamily="2" charset="-78"/>
            </a:endParaRPr>
          </a:p>
          <a:p>
            <a:pPr marL="342900" lvl="0" indent="-342900" algn="just">
              <a:buFont typeface="Wingdings" panose="05000000000000000000" pitchFamily="2" charset="2"/>
              <a:buChar char="Ø"/>
            </a:pPr>
            <a:r>
              <a:rPr lang="en-GB" sz="2200" dirty="0">
                <a:cs typeface="Amiri" panose="00000500000000000000" pitchFamily="2" charset="-78"/>
              </a:rPr>
              <a:t>Mustafa, E. K., Co, Y., Liu, G., </a:t>
            </a:r>
            <a:r>
              <a:rPr lang="en-GB" sz="2200" dirty="0" err="1">
                <a:cs typeface="Amiri" panose="00000500000000000000" pitchFamily="2" charset="-78"/>
              </a:rPr>
              <a:t>Kaloop</a:t>
            </a:r>
            <a:r>
              <a:rPr lang="en-GB" sz="2200" dirty="0">
                <a:cs typeface="Amiri" panose="00000500000000000000" pitchFamily="2" charset="-78"/>
              </a:rPr>
              <a:t>, M. R., </a:t>
            </a:r>
            <a:r>
              <a:rPr lang="en-GB" sz="2200" dirty="0" err="1">
                <a:cs typeface="Amiri" panose="00000500000000000000" pitchFamily="2" charset="-78"/>
              </a:rPr>
              <a:t>Beshr</a:t>
            </a:r>
            <a:r>
              <a:rPr lang="en-GB" sz="2200" dirty="0">
                <a:cs typeface="Amiri" panose="00000500000000000000" pitchFamily="2" charset="-78"/>
              </a:rPr>
              <a:t>, A. A., </a:t>
            </a:r>
            <a:r>
              <a:rPr lang="en-GB" sz="2200" dirty="0" err="1">
                <a:cs typeface="Amiri" panose="00000500000000000000" pitchFamily="2" charset="-78"/>
              </a:rPr>
              <a:t>Zarzoura</a:t>
            </a:r>
            <a:r>
              <a:rPr lang="en-GB" sz="2200" dirty="0">
                <a:cs typeface="Amiri" panose="00000500000000000000" pitchFamily="2" charset="-78"/>
              </a:rPr>
              <a:t>, F., &amp; </a:t>
            </a:r>
            <a:r>
              <a:rPr lang="en-GB" sz="2200" dirty="0" err="1">
                <a:cs typeface="Amiri" panose="00000500000000000000" pitchFamily="2" charset="-78"/>
              </a:rPr>
              <a:t>Sadek</a:t>
            </a:r>
            <a:r>
              <a:rPr lang="en-GB" sz="2200" dirty="0">
                <a:cs typeface="Amiri" panose="00000500000000000000" pitchFamily="2" charset="-78"/>
              </a:rPr>
              <a:t>, M. (2020). Study for Predicting Land Surface Temperature (LST) Using Landsat Data: A Comparison of Four Algorithms. Advances in Civil Engineering, 2020, 7363546. https://doi.org/10.1155/2020/7363546 </a:t>
            </a:r>
          </a:p>
          <a:p>
            <a:pPr marL="342900" lvl="0" indent="-342900" algn="just">
              <a:buFont typeface="Wingdings" panose="05000000000000000000" pitchFamily="2" charset="2"/>
              <a:buChar char="Ø"/>
            </a:pPr>
            <a:endParaRPr lang="en-GB" sz="2200" dirty="0">
              <a:cs typeface="Amiri" panose="00000500000000000000" pitchFamily="2" charset="-78"/>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References</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9ECE808C-DB2D-4AD2-9EAF-FFF212AB5F85}"/>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9D9354F-16AA-4238-908B-C5C08A76EC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28282877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F3CC8-2D82-FBAE-CC79-0C70740290D0}"/>
              </a:ext>
            </a:extLst>
          </p:cNvPr>
          <p:cNvSpPr txBox="1"/>
          <p:nvPr/>
        </p:nvSpPr>
        <p:spPr>
          <a:xfrm>
            <a:off x="426876" y="1223992"/>
            <a:ext cx="11193994" cy="4832092"/>
          </a:xfrm>
          <a:prstGeom prst="rect">
            <a:avLst/>
          </a:prstGeom>
          <a:noFill/>
        </p:spPr>
        <p:txBody>
          <a:bodyPr wrap="square">
            <a:spAutoFit/>
          </a:bodyPr>
          <a:lstStyle/>
          <a:p>
            <a:pPr marL="342900" lvl="0" indent="-342900" algn="just">
              <a:buFont typeface="Wingdings" panose="05000000000000000000" pitchFamily="2" charset="2"/>
              <a:buChar char="Ø"/>
            </a:pPr>
            <a:r>
              <a:rPr lang="en-GB" sz="2200" dirty="0">
                <a:cs typeface="Amiri" panose="00000500000000000000" pitchFamily="2" charset="-78"/>
              </a:rPr>
              <a:t>Aneesh Mathew, </a:t>
            </a:r>
            <a:r>
              <a:rPr lang="en-GB" sz="2200" dirty="0" err="1">
                <a:cs typeface="Amiri" panose="00000500000000000000" pitchFamily="2" charset="-78"/>
              </a:rPr>
              <a:t>Sreenu</a:t>
            </a:r>
            <a:r>
              <a:rPr lang="en-GB" sz="2200" dirty="0">
                <a:cs typeface="Amiri" panose="00000500000000000000" pitchFamily="2" charset="-78"/>
              </a:rPr>
              <a:t> Sreekumar, </a:t>
            </a:r>
            <a:r>
              <a:rPr lang="en-GB" sz="2200" dirty="0" err="1">
                <a:cs typeface="Amiri" panose="00000500000000000000" pitchFamily="2" charset="-78"/>
              </a:rPr>
              <a:t>Sumit</a:t>
            </a:r>
            <a:r>
              <a:rPr lang="en-GB" sz="2200" dirty="0">
                <a:cs typeface="Amiri" panose="00000500000000000000" pitchFamily="2" charset="-78"/>
              </a:rPr>
              <a:t> Khandelwal, Rajesh Kumar, Prediction of land surface temperatures for surface urban heat island assessment over Chandigarh city using support vector regression model, Solar Energy, Volume 186, 2019, Page 404-415, ISSN 0038-092X,</a:t>
            </a:r>
          </a:p>
          <a:p>
            <a:pPr marL="342900" lvl="0" indent="-342900" algn="just">
              <a:buFont typeface="Wingdings" panose="05000000000000000000" pitchFamily="2" charset="2"/>
              <a:buChar char="Ø"/>
            </a:pPr>
            <a:endParaRPr lang="en-GB" sz="2200" dirty="0">
              <a:cs typeface="Amiri" panose="00000500000000000000" pitchFamily="2" charset="-78"/>
            </a:endParaRPr>
          </a:p>
          <a:p>
            <a:pPr marL="342900" lvl="0" indent="-342900" algn="just">
              <a:buFont typeface="Wingdings" panose="05000000000000000000" pitchFamily="2" charset="2"/>
              <a:buChar char="Ø"/>
            </a:pPr>
            <a:r>
              <a:rPr lang="en-GB" sz="2200" dirty="0">
                <a:cs typeface="Amiri" panose="00000500000000000000" pitchFamily="2" charset="-78"/>
              </a:rPr>
              <a:t>Yasir, M., Hui, S., Rahman, S. U., Ilyas, M., Zafar, A., &amp; Mehmood, A. (2020). Estimation of land surface temperature using LANDSAT-8 data-A case study of district Malakand, Khyber Pakhtunkhwa, Pakistan. J Liberal Arts Humanities, 1, 140-148.</a:t>
            </a:r>
          </a:p>
          <a:p>
            <a:pPr marL="342900" lvl="0" indent="-342900" algn="just">
              <a:buFont typeface="Wingdings" panose="05000000000000000000" pitchFamily="2" charset="2"/>
              <a:buChar char="Ø"/>
            </a:pPr>
            <a:endParaRPr lang="en-GB" sz="2200" dirty="0">
              <a:cs typeface="Amiri" panose="00000500000000000000" pitchFamily="2" charset="-78"/>
            </a:endParaRPr>
          </a:p>
          <a:p>
            <a:pPr marL="342900" lvl="0" indent="-342900" algn="just">
              <a:buFont typeface="Wingdings" panose="05000000000000000000" pitchFamily="2" charset="2"/>
              <a:buChar char="Ø"/>
            </a:pPr>
            <a:r>
              <a:rPr lang="en-GB" sz="2200" dirty="0">
                <a:cs typeface="Amiri" panose="00000500000000000000" pitchFamily="2" charset="-78"/>
              </a:rPr>
              <a:t>Mustafa, E. K., Co, Y., Liu, G., </a:t>
            </a:r>
            <a:r>
              <a:rPr lang="en-GB" sz="2200" dirty="0" err="1">
                <a:cs typeface="Amiri" panose="00000500000000000000" pitchFamily="2" charset="-78"/>
              </a:rPr>
              <a:t>Kaloop</a:t>
            </a:r>
            <a:r>
              <a:rPr lang="en-GB" sz="2200" dirty="0">
                <a:cs typeface="Amiri" panose="00000500000000000000" pitchFamily="2" charset="-78"/>
              </a:rPr>
              <a:t>, M. R., </a:t>
            </a:r>
            <a:r>
              <a:rPr lang="en-GB" sz="2200" dirty="0" err="1">
                <a:cs typeface="Amiri" panose="00000500000000000000" pitchFamily="2" charset="-78"/>
              </a:rPr>
              <a:t>Beshr</a:t>
            </a:r>
            <a:r>
              <a:rPr lang="en-GB" sz="2200" dirty="0">
                <a:cs typeface="Amiri" panose="00000500000000000000" pitchFamily="2" charset="-78"/>
              </a:rPr>
              <a:t>, A. A., </a:t>
            </a:r>
            <a:r>
              <a:rPr lang="en-GB" sz="2200" dirty="0" err="1">
                <a:cs typeface="Amiri" panose="00000500000000000000" pitchFamily="2" charset="-78"/>
              </a:rPr>
              <a:t>Zarzoura</a:t>
            </a:r>
            <a:r>
              <a:rPr lang="en-GB" sz="2200" dirty="0">
                <a:cs typeface="Amiri" panose="00000500000000000000" pitchFamily="2" charset="-78"/>
              </a:rPr>
              <a:t>, F., &amp; </a:t>
            </a:r>
            <a:r>
              <a:rPr lang="en-GB" sz="2200" dirty="0" err="1">
                <a:cs typeface="Amiri" panose="00000500000000000000" pitchFamily="2" charset="-78"/>
              </a:rPr>
              <a:t>Sadek</a:t>
            </a:r>
            <a:r>
              <a:rPr lang="en-GB" sz="2200" dirty="0">
                <a:cs typeface="Amiri" panose="00000500000000000000" pitchFamily="2" charset="-78"/>
              </a:rPr>
              <a:t>, M. (2020). Study for Predicting Land Surface Temperature (LST) Using Landsat Data: A Comparison of Four Algorithms. Advances in Civil Engineering, 2020, 7363546. https://doi.org/10.1155/2020/7363546 </a:t>
            </a:r>
          </a:p>
          <a:p>
            <a:pPr marL="342900" lvl="0" indent="-342900" algn="just">
              <a:buFont typeface="Wingdings" panose="05000000000000000000" pitchFamily="2" charset="2"/>
              <a:buChar char="Ø"/>
            </a:pPr>
            <a:endParaRPr lang="en-GB" sz="2200" dirty="0">
              <a:cs typeface="Amiri" panose="00000500000000000000" pitchFamily="2" charset="-78"/>
            </a:endParaRPr>
          </a:p>
        </p:txBody>
      </p:sp>
      <p:sp>
        <p:nvSpPr>
          <p:cNvPr id="5" name="TextBox 4">
            <a:extLst>
              <a:ext uri="{FF2B5EF4-FFF2-40B4-BE49-F238E27FC236}">
                <a16:creationId xmlns:a16="http://schemas.microsoft.com/office/drawing/2014/main" id="{E5BC6788-3D2A-01B5-585D-F2ECEC61526C}"/>
              </a:ext>
            </a:extLst>
          </p:cNvPr>
          <p:cNvSpPr txBox="1"/>
          <p:nvPr/>
        </p:nvSpPr>
        <p:spPr>
          <a:xfrm>
            <a:off x="426876" y="263854"/>
            <a:ext cx="11152414" cy="584775"/>
          </a:xfrm>
          <a:prstGeom prst="rect">
            <a:avLst/>
          </a:prstGeom>
          <a:noFill/>
        </p:spPr>
        <p:txBody>
          <a:bodyPr wrap="square">
            <a:spAutoFit/>
          </a:bodyPr>
          <a:lstStyle/>
          <a:p>
            <a:pPr algn="ctr"/>
            <a:r>
              <a:rPr lang="en-US" sz="3200" b="1" dirty="0">
                <a:latin typeface="Calibri "/>
                <a:cs typeface="Amiri" panose="00000500000000000000" pitchFamily="2" charset="-78"/>
              </a:rPr>
              <a:t>References</a:t>
            </a:r>
          </a:p>
        </p:txBody>
      </p:sp>
      <p:cxnSp>
        <p:nvCxnSpPr>
          <p:cNvPr id="6" name="Straight Connector 5">
            <a:extLst>
              <a:ext uri="{FF2B5EF4-FFF2-40B4-BE49-F238E27FC236}">
                <a16:creationId xmlns:a16="http://schemas.microsoft.com/office/drawing/2014/main" id="{CDD294B4-CD4A-DF8E-28A7-2B3F0744D74F}"/>
              </a:ext>
            </a:extLst>
          </p:cNvPr>
          <p:cNvCxnSpPr>
            <a:cxnSpLocks/>
          </p:cNvCxnSpPr>
          <p:nvPr/>
        </p:nvCxnSpPr>
        <p:spPr>
          <a:xfrm>
            <a:off x="0" y="887376"/>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8EE5B48-BFCB-3ED2-EFE3-FD4A596D4FCA}"/>
              </a:ext>
            </a:extLst>
          </p:cNvPr>
          <p:cNvCxnSpPr/>
          <p:nvPr/>
        </p:nvCxnSpPr>
        <p:spPr>
          <a:xfrm>
            <a:off x="3107" y="6339568"/>
            <a:ext cx="12192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B654238-97FD-6C73-EAAC-A313AF96E712}"/>
              </a:ext>
            </a:extLst>
          </p:cNvPr>
          <p:cNvSpPr txBox="1">
            <a:spLocks noGrp="1" noRot="1" noMove="1" noResize="1" noEditPoints="1" noAdjustHandles="1" noChangeArrowheads="1" noChangeShapeType="1"/>
          </p:cNvSpPr>
          <p:nvPr/>
        </p:nvSpPr>
        <p:spPr>
          <a:xfrm>
            <a:off x="426876" y="6414216"/>
            <a:ext cx="11618944" cy="369332"/>
          </a:xfrm>
          <a:prstGeom prst="rect">
            <a:avLst/>
          </a:prstGeom>
          <a:noFill/>
        </p:spPr>
        <p:txBody>
          <a:bodyPr wrap="square" rtlCol="0">
            <a:spAutoFit/>
          </a:bodyPr>
          <a:lstStyle/>
          <a:p>
            <a:pPr algn="ctr"/>
            <a:r>
              <a:rPr lang="en-GB" dirty="0"/>
              <a:t>Thesis Final </a:t>
            </a:r>
            <a:r>
              <a:rPr lang="en-GB" dirty="0" err="1"/>
              <a:t>Defense</a:t>
            </a:r>
            <a:r>
              <a:rPr lang="en-GB" dirty="0"/>
              <a:t>: Dec, 2023</a:t>
            </a:r>
          </a:p>
        </p:txBody>
      </p:sp>
      <p:pic>
        <p:nvPicPr>
          <p:cNvPr id="15" name="Picture 14">
            <a:extLst>
              <a:ext uri="{FF2B5EF4-FFF2-40B4-BE49-F238E27FC236}">
                <a16:creationId xmlns:a16="http://schemas.microsoft.com/office/drawing/2014/main" id="{9ECE808C-DB2D-4AD2-9EAF-FFF212AB5F85}"/>
              </a:ext>
            </a:extLst>
          </p:cNvPr>
          <p:cNvPicPr/>
          <p:nvPr/>
        </p:nvPicPr>
        <p:blipFill>
          <a:blip r:embed="rId2"/>
          <a:srcRect/>
          <a:stretch>
            <a:fillRect/>
          </a:stretch>
        </p:blipFill>
        <p:spPr bwMode="auto">
          <a:xfrm>
            <a:off x="426876" y="74452"/>
            <a:ext cx="686500" cy="686500"/>
          </a:xfrm>
          <a:prstGeom prst="rect">
            <a:avLst/>
          </a:prstGeom>
          <a:noFill/>
          <a:ln w="9525">
            <a:noFill/>
            <a:miter lim="800000"/>
            <a:headEnd/>
            <a:tailEnd/>
          </a:ln>
        </p:spPr>
      </p:pic>
      <p:pic>
        <p:nvPicPr>
          <p:cNvPr id="9" name="Picture 8">
            <a:extLst>
              <a:ext uri="{FF2B5EF4-FFF2-40B4-BE49-F238E27FC236}">
                <a16:creationId xmlns:a16="http://schemas.microsoft.com/office/drawing/2014/main" id="{59D9354F-16AA-4238-908B-C5C08A76EC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1767" y="-150535"/>
            <a:ext cx="2014053" cy="1132905"/>
          </a:xfrm>
          <a:prstGeom prst="rect">
            <a:avLst/>
          </a:prstGeom>
        </p:spPr>
      </p:pic>
    </p:spTree>
    <p:extLst>
      <p:ext uri="{BB962C8B-B14F-4D97-AF65-F5344CB8AC3E}">
        <p14:creationId xmlns:p14="http://schemas.microsoft.com/office/powerpoint/2010/main" val="13614082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D5E21B-7767-EB68-8D5A-C982547104C1}"/>
              </a:ext>
            </a:extLst>
          </p:cNvPr>
          <p:cNvSpPr txBox="1"/>
          <p:nvPr/>
        </p:nvSpPr>
        <p:spPr>
          <a:xfrm>
            <a:off x="3047223" y="3105834"/>
            <a:ext cx="6097554" cy="646331"/>
          </a:xfrm>
          <a:prstGeom prst="rect">
            <a:avLst/>
          </a:prstGeom>
          <a:noFill/>
        </p:spPr>
        <p:txBody>
          <a:bodyPr wrap="square">
            <a:spAutoFit/>
          </a:bodyPr>
          <a:lstStyle/>
          <a:p>
            <a:pPr algn="ctr"/>
            <a:r>
              <a:rPr lang="en-US" sz="3600" b="1" dirty="0">
                <a:cs typeface="Amiri" panose="00000500000000000000" pitchFamily="2" charset="-78"/>
              </a:rPr>
              <a:t>THANK YOU</a:t>
            </a:r>
          </a:p>
        </p:txBody>
      </p:sp>
      <p:pic>
        <p:nvPicPr>
          <p:cNvPr id="5" name="Picture 2" descr="Free - Get Thank You PPT Template Presentation Slide Themes">
            <a:extLst>
              <a:ext uri="{FF2B5EF4-FFF2-40B4-BE49-F238E27FC236}">
                <a16:creationId xmlns:a16="http://schemas.microsoft.com/office/drawing/2014/main" id="{732356A2-D2E0-42EB-A2DB-B80DE4D035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330349" cy="6935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217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15422</TotalTime>
  <Words>3864</Words>
  <Application>Microsoft Office PowerPoint</Application>
  <PresentationFormat>Widescreen</PresentationFormat>
  <Paragraphs>688</Paragraphs>
  <Slides>58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Amiri</vt:lpstr>
      <vt:lpstr>Arial</vt:lpstr>
      <vt:lpstr>Calibri</vt:lpstr>
      <vt:lpstr>Calibri </vt:lpstr>
      <vt:lpstr>Calibri Light</vt:lpstr>
      <vt:lpstr>Poppins</vt:lpstr>
      <vt:lpstr>Söhne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Ahtsham Awan</dc:creator>
  <cp:lastModifiedBy>923120343626</cp:lastModifiedBy>
  <cp:revision>501</cp:revision>
  <dcterms:created xsi:type="dcterms:W3CDTF">2023-09-03T04:02:15Z</dcterms:created>
  <dcterms:modified xsi:type="dcterms:W3CDTF">2024-11-02T11:24:01Z</dcterms:modified>
</cp:coreProperties>
</file>